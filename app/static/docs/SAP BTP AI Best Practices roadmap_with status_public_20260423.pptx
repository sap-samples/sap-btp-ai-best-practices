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2.xml" ContentType="application/vnd.openxmlformats-officedocument.theme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3.xml" ContentType="application/vnd.openxmlformats-officedocument.theme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theme/theme4.xml" ContentType="application/vnd.openxmlformats-officedocument.theme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theme/theme5.xml" ContentType="application/vnd.openxmlformats-officedocument.theme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heme/theme6.xml" ContentType="application/vnd.openxmlformats-officedocument.theme+xml"/>
  <Override PartName="/ppt/theme/theme7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33" r:id="rId6"/>
    <p:sldMasterId id="2147483796" r:id="rId7"/>
    <p:sldMasterId id="2147483826" r:id="rId8"/>
    <p:sldMasterId id="2147483856" r:id="rId9"/>
    <p:sldMasterId id="2147483898" r:id="rId10"/>
  </p:sldMasterIdLst>
  <p:notesMasterIdLst>
    <p:notesMasterId r:id="rId13"/>
  </p:notesMasterIdLst>
  <p:handoutMasterIdLst>
    <p:handoutMasterId r:id="rId14"/>
  </p:handoutMasterIdLst>
  <p:sldIdLst>
    <p:sldId id="487" r:id="rId11"/>
    <p:sldId id="488" r:id="rId12"/>
  </p:sldIdLst>
  <p:sldSz cx="12195175" cy="6858000"/>
  <p:notesSz cx="6797675" cy="9928225"/>
  <p:embeddedFontLst>
    <p:embeddedFont>
      <p:font typeface="72 Brand" panose="020B0504030603020204" pitchFamily="34" charset="0"/>
      <p:regular r:id="rId15"/>
      <p:bold r:id="rId16"/>
      <p:italic r:id="rId17"/>
      <p:boldItalic r:id="rId18"/>
    </p:embeddedFont>
    <p:embeddedFont>
      <p:font typeface="72 Brand Medium" panose="020B0604030603020204" pitchFamily="34" charset="0"/>
      <p:regular r:id="rId19"/>
      <p:italic r:id="rId20"/>
    </p:embeddedFont>
  </p:embeddedFontLst>
  <p:custDataLst>
    <p:tags r:id="rId21"/>
  </p:custDataLst>
  <p:defaultTextStyle>
    <a:defPPr>
      <a:defRPr lang="de-DE"/>
    </a:defPPr>
    <a:lvl1pPr marL="0" algn="l" defTabSz="1088776" rtl="0" eaLnBrk="1" latinLnBrk="0" hangingPunct="1">
      <a:defRPr lang="de-DE" sz="2100" kern="1200">
        <a:solidFill>
          <a:schemeClr val="tx1"/>
        </a:solidFill>
        <a:latin typeface="Arial"/>
        <a:ea typeface="+mn-ea"/>
        <a:cs typeface="+mn-cs"/>
      </a:defRPr>
    </a:lvl1pPr>
    <a:lvl2pPr marL="544388" algn="l" defTabSz="1088776" rtl="0" eaLnBrk="1" latinLnBrk="0" hangingPunct="1">
      <a:buClr>
        <a:srgbClr val="FDB913"/>
      </a:buClr>
      <a:buSzPct val="100000"/>
      <a:buFont typeface="wingdings"/>
      <a:buChar char=""/>
      <a:defRPr lang="de-DE" sz="2100" kern="1200">
        <a:solidFill>
          <a:schemeClr val="tx1"/>
        </a:solidFill>
        <a:latin typeface="Arial"/>
        <a:ea typeface="+mn-ea"/>
        <a:cs typeface="+mn-cs"/>
      </a:defRPr>
    </a:lvl2pPr>
    <a:lvl3pPr marL="1088776" algn="l" defTabSz="1088776" rtl="0" eaLnBrk="1" latinLnBrk="0" hangingPunct="1">
      <a:buClr>
        <a:srgbClr val="666666"/>
      </a:buClr>
      <a:buSzPct val="80000"/>
      <a:buFont typeface="Wingdings"/>
      <a:buChar char="n"/>
      <a:defRPr lang="de-DE" sz="1700" kern="1200">
        <a:solidFill>
          <a:schemeClr val="tx1"/>
        </a:solidFill>
        <a:latin typeface="Arial"/>
        <a:ea typeface="+mn-ea"/>
        <a:cs typeface="+mn-cs"/>
      </a:defRPr>
    </a:lvl3pPr>
    <a:lvl4pPr marL="1633164" algn="l" defTabSz="1088776" rtl="0" eaLnBrk="1" latinLnBrk="0" hangingPunct="1">
      <a:buClr>
        <a:srgbClr val="666666"/>
      </a:buClr>
      <a:buSzPct val="80000"/>
      <a:buFont typeface="Arial"/>
      <a:buChar char=""/>
      <a:defRPr lang="de-DE" sz="1400" kern="1200">
        <a:solidFill>
          <a:schemeClr val="tx1"/>
        </a:solidFill>
        <a:latin typeface="Arial"/>
        <a:ea typeface="+mn-ea"/>
        <a:cs typeface="+mn-cs"/>
      </a:defRPr>
    </a:lvl4pPr>
    <a:lvl5pPr marL="2177552" algn="l" defTabSz="1088776" rtl="0" eaLnBrk="1" latinLnBrk="0" hangingPunct="1">
      <a:buClr>
        <a:srgbClr val="666666"/>
      </a:buClr>
      <a:buSzPct val="80000"/>
      <a:buFont typeface="Arial"/>
      <a:buChar char=""/>
      <a:defRPr lang="de-DE" sz="1200" kern="1200">
        <a:solidFill>
          <a:schemeClr val="tx1"/>
        </a:solidFill>
        <a:latin typeface="Arial"/>
        <a:ea typeface="+mn-ea"/>
        <a:cs typeface="+mn-cs"/>
      </a:defRPr>
    </a:lvl5pPr>
    <a:lvl6pPr marL="2721940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1" userDrawn="1">
          <p15:clr>
            <a:srgbClr val="A4A3A4"/>
          </p15:clr>
        </p15:guide>
        <p15:guide id="2" orient="horz" pos="33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07F364F-B972-8F0D-53C2-537BFFFD2685}" name="Humphries, Ian" initials="HI" userId="S::ian.humphries@sap.com::fd5cbe38-d5a2-4069-b953-06c0b135c009" providerId="AD"/>
  <p188:author id="{E5095CEB-CBEF-C14D-1275-E6F8536C98BE}" name="CIGAINA, MARCO" initials="MC" userId="S::marco.cigaina@sap.com::62eba91c-f6da-43a7-a4df-23662903e8c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65C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52ADD6-536F-478E-9075-C4E713C46C1B}" v="18" dt="2026-04-13T12:01:42.727"/>
  </p1510:revLst>
</p1510:revInfo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80" y="292"/>
      </p:cViewPr>
      <p:guideLst>
        <p:guide pos="3841"/>
        <p:guide orient="horz" pos="331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3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4.fntdata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tags" Target="tags/tag1.xml"/><Relationship Id="rId7" Type="http://schemas.openxmlformats.org/officeDocument/2006/relationships/slideMaster" Target="slideMasters/slideMaster2.xml"/><Relationship Id="rId12" Type="http://schemas.openxmlformats.org/officeDocument/2006/relationships/slide" Target="slides/slide2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24" Type="http://schemas.openxmlformats.org/officeDocument/2006/relationships/theme" Target="theme/theme1.xml"/><Relationship Id="rId5" Type="http://schemas.openxmlformats.org/officeDocument/2006/relationships/customXml" Target="../customXml/item5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28" Type="http://schemas.microsoft.com/office/2018/10/relationships/authors" Target="authors.xml"/><Relationship Id="rId10" Type="http://schemas.openxmlformats.org/officeDocument/2006/relationships/slideMaster" Target="slideMasters/slideMaster5.xml"/><Relationship Id="rId19" Type="http://schemas.openxmlformats.org/officeDocument/2006/relationships/font" Target="fonts/font5.fntdata"/><Relationship Id="rId4" Type="http://schemas.openxmlformats.org/officeDocument/2006/relationships/customXml" Target="../customXml/item4.xml"/><Relationship Id="rId9" Type="http://schemas.openxmlformats.org/officeDocument/2006/relationships/slideMaster" Target="slideMasters/slideMaster4.xml"/><Relationship Id="rId14" Type="http://schemas.openxmlformats.org/officeDocument/2006/relationships/handoutMaster" Target="handoutMasters/handoutMaster1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IGAINA, MARCO" userId="62eba91c-f6da-43a7-a4df-23662903e8ce" providerId="ADAL" clId="{50B1E807-F34E-43D3-B434-D362DDCA7571}"/>
    <pc:docChg chg="undo custSel addSld modSld modMainMaster">
      <pc:chgData name="CIGAINA, MARCO" userId="62eba91c-f6da-43a7-a4df-23662903e8ce" providerId="ADAL" clId="{50B1E807-F34E-43D3-B434-D362DDCA7571}" dt="2026-04-13T12:08:52.122" v="3090" actId="20577"/>
      <pc:docMkLst>
        <pc:docMk/>
      </pc:docMkLst>
      <pc:sldChg chg="modSp mod">
        <pc:chgData name="CIGAINA, MARCO" userId="62eba91c-f6da-43a7-a4df-23662903e8ce" providerId="ADAL" clId="{50B1E807-F34E-43D3-B434-D362DDCA7571}" dt="2026-04-13T12:08:48.036" v="3086" actId="20577"/>
        <pc:sldMkLst>
          <pc:docMk/>
          <pc:sldMk cId="285388815" sldId="487"/>
        </pc:sldMkLst>
        <pc:spChg chg="mod">
          <ac:chgData name="CIGAINA, MARCO" userId="62eba91c-f6da-43a7-a4df-23662903e8ce" providerId="ADAL" clId="{50B1E807-F34E-43D3-B434-D362DDCA7571}" dt="2026-04-13T12:08:48.036" v="3086" actId="20577"/>
          <ac:spMkLst>
            <pc:docMk/>
            <pc:sldMk cId="285388815" sldId="487"/>
            <ac:spMk id="9" creationId="{A44B1057-67E3-7489-E534-876C89996D8C}"/>
          </ac:spMkLst>
        </pc:spChg>
      </pc:sldChg>
      <pc:sldChg chg="modSp add mod">
        <pc:chgData name="CIGAINA, MARCO" userId="62eba91c-f6da-43a7-a4df-23662903e8ce" providerId="ADAL" clId="{50B1E807-F34E-43D3-B434-D362DDCA7571}" dt="2026-04-13T12:08:52.122" v="3090" actId="20577"/>
        <pc:sldMkLst>
          <pc:docMk/>
          <pc:sldMk cId="3249604253" sldId="488"/>
        </pc:sldMkLst>
        <pc:spChg chg="mod">
          <ac:chgData name="CIGAINA, MARCO" userId="62eba91c-f6da-43a7-a4df-23662903e8ce" providerId="ADAL" clId="{50B1E807-F34E-43D3-B434-D362DDCA7571}" dt="2026-04-13T12:08:52.122" v="3090" actId="20577"/>
          <ac:spMkLst>
            <pc:docMk/>
            <pc:sldMk cId="3249604253" sldId="488"/>
            <ac:spMk id="9" creationId="{8C9EA2AD-3039-4721-FF1B-9E4E80E0246A}"/>
          </ac:spMkLst>
        </pc:spChg>
        <pc:graphicFrameChg chg="mod modGraphic">
          <ac:chgData name="CIGAINA, MARCO" userId="62eba91c-f6da-43a7-a4df-23662903e8ce" providerId="ADAL" clId="{50B1E807-F34E-43D3-B434-D362DDCA7571}" dt="2026-04-13T12:02:33.518" v="2866" actId="2165"/>
          <ac:graphicFrameMkLst>
            <pc:docMk/>
            <pc:sldMk cId="3249604253" sldId="488"/>
            <ac:graphicFrameMk id="10" creationId="{F2A11888-D0DC-078E-0801-7DD3875EBFB5}"/>
          </ac:graphicFrameMkLst>
        </pc:graphicFrameChg>
      </pc:sldChg>
      <pc:sldMasterChg chg="addSp delSp modSp mod modSldLayout">
        <pc:chgData name="CIGAINA, MARCO" userId="62eba91c-f6da-43a7-a4df-23662903e8ce" providerId="ADAL" clId="{50B1E807-F34E-43D3-B434-D362DDCA7571}" dt="2026-04-13T12:08:43.422" v="2994" actId="139"/>
        <pc:sldMasterMkLst>
          <pc:docMk/>
          <pc:sldMasterMk cId="3408294523" sldId="2147483733"/>
        </pc:sldMasterMkLst>
        <pc:sldLayoutChg chg="modSp mod">
          <pc:chgData name="CIGAINA, MARCO" userId="62eba91c-f6da-43a7-a4df-23662903e8ce" providerId="ADAL" clId="{50B1E807-F34E-43D3-B434-D362DDCA7571}" dt="2026-04-13T12:08:43.400" v="2980" actId="139"/>
          <pc:sldLayoutMkLst>
            <pc:docMk/>
            <pc:sldMasterMk cId="3408294523" sldId="2147483733"/>
            <pc:sldLayoutMk cId="1084997862" sldId="2147483777"/>
          </pc:sldLayoutMkLst>
          <pc:spChg chg="mod">
            <ac:chgData name="CIGAINA, MARCO" userId="62eba91c-f6da-43a7-a4df-23662903e8ce" providerId="ADAL" clId="{50B1E807-F34E-43D3-B434-D362DDCA7571}" dt="2026-04-13T12:08:43.400" v="2980" actId="139"/>
            <ac:spMkLst>
              <pc:docMk/>
              <pc:sldMasterMk cId="3408294523" sldId="2147483733"/>
              <pc:sldLayoutMk cId="1084997862" sldId="2147483777"/>
              <ac:spMk id="4" creationId="{13EDB9F6-FBDA-8ED8-A84B-244CC53CFF99}"/>
            </ac:spMkLst>
          </pc:spChg>
        </pc:sldLayoutChg>
        <pc:sldLayoutChg chg="modSp mod">
          <pc:chgData name="CIGAINA, MARCO" userId="62eba91c-f6da-43a7-a4df-23662903e8ce" providerId="ADAL" clId="{50B1E807-F34E-43D3-B434-D362DDCA7571}" dt="2026-04-13T12:08:43.395" v="2976" actId="139"/>
          <pc:sldLayoutMkLst>
            <pc:docMk/>
            <pc:sldMasterMk cId="3408294523" sldId="2147483733"/>
            <pc:sldLayoutMk cId="2667257257" sldId="2147483780"/>
          </pc:sldLayoutMkLst>
          <pc:spChg chg="mod">
            <ac:chgData name="CIGAINA, MARCO" userId="62eba91c-f6da-43a7-a4df-23662903e8ce" providerId="ADAL" clId="{50B1E807-F34E-43D3-B434-D362DDCA7571}" dt="2026-04-13T12:08:43.395" v="2976" actId="139"/>
            <ac:spMkLst>
              <pc:docMk/>
              <pc:sldMasterMk cId="3408294523" sldId="2147483733"/>
              <pc:sldLayoutMk cId="2667257257" sldId="2147483780"/>
              <ac:spMk id="7" creationId="{1D05DC80-84C9-9ECA-3B84-3577D8D81659}"/>
            </ac:spMkLst>
          </pc:spChg>
        </pc:sldLayoutChg>
        <pc:sldLayoutChg chg="modSp mod">
          <pc:chgData name="CIGAINA, MARCO" userId="62eba91c-f6da-43a7-a4df-23662903e8ce" providerId="ADAL" clId="{50B1E807-F34E-43D3-B434-D362DDCA7571}" dt="2026-04-13T12:08:43.398" v="2978" actId="139"/>
          <pc:sldLayoutMkLst>
            <pc:docMk/>
            <pc:sldMasterMk cId="3408294523" sldId="2147483733"/>
            <pc:sldLayoutMk cId="277845837" sldId="2147483787"/>
          </pc:sldLayoutMkLst>
          <pc:spChg chg="mod">
            <ac:chgData name="CIGAINA, MARCO" userId="62eba91c-f6da-43a7-a4df-23662903e8ce" providerId="ADAL" clId="{50B1E807-F34E-43D3-B434-D362DDCA7571}" dt="2026-04-13T12:08:43.398" v="2978" actId="139"/>
            <ac:spMkLst>
              <pc:docMk/>
              <pc:sldMasterMk cId="3408294523" sldId="2147483733"/>
              <pc:sldLayoutMk cId="277845837" sldId="2147483787"/>
              <ac:spMk id="8" creationId="{F1333C1B-AD40-D53A-5A1E-EFB8C6390D49}"/>
            </ac:spMkLst>
          </pc:spChg>
        </pc:sldLayoutChg>
        <pc:sldLayoutChg chg="modSp mod">
          <pc:chgData name="CIGAINA, MARCO" userId="62eba91c-f6da-43a7-a4df-23662903e8ce" providerId="ADAL" clId="{50B1E807-F34E-43D3-B434-D362DDCA7571}" dt="2026-04-13T12:08:43.404" v="2982" actId="139"/>
          <pc:sldLayoutMkLst>
            <pc:docMk/>
            <pc:sldMasterMk cId="3408294523" sldId="2147483733"/>
            <pc:sldLayoutMk cId="2183850539" sldId="2147483788"/>
          </pc:sldLayoutMkLst>
          <pc:spChg chg="mod">
            <ac:chgData name="CIGAINA, MARCO" userId="62eba91c-f6da-43a7-a4df-23662903e8ce" providerId="ADAL" clId="{50B1E807-F34E-43D3-B434-D362DDCA7571}" dt="2026-04-13T12:08:43.404" v="2982" actId="139"/>
            <ac:spMkLst>
              <pc:docMk/>
              <pc:sldMasterMk cId="3408294523" sldId="2147483733"/>
              <pc:sldLayoutMk cId="2183850539" sldId="2147483788"/>
              <ac:spMk id="9" creationId="{CE0C2033-6FDF-7DD6-E25C-C03296FDAD00}"/>
            </ac:spMkLst>
          </pc:spChg>
        </pc:sldLayoutChg>
        <pc:sldLayoutChg chg="modSp mod">
          <pc:chgData name="CIGAINA, MARCO" userId="62eba91c-f6da-43a7-a4df-23662903e8ce" providerId="ADAL" clId="{50B1E807-F34E-43D3-B434-D362DDCA7571}" dt="2026-04-13T12:08:43.407" v="2984" actId="139"/>
          <pc:sldLayoutMkLst>
            <pc:docMk/>
            <pc:sldMasterMk cId="3408294523" sldId="2147483733"/>
            <pc:sldLayoutMk cId="1554761476" sldId="2147483789"/>
          </pc:sldLayoutMkLst>
          <pc:spChg chg="mod">
            <ac:chgData name="CIGAINA, MARCO" userId="62eba91c-f6da-43a7-a4df-23662903e8ce" providerId="ADAL" clId="{50B1E807-F34E-43D3-B434-D362DDCA7571}" dt="2026-04-13T12:08:43.407" v="2984" actId="139"/>
            <ac:spMkLst>
              <pc:docMk/>
              <pc:sldMasterMk cId="3408294523" sldId="2147483733"/>
              <pc:sldLayoutMk cId="1554761476" sldId="2147483789"/>
              <ac:spMk id="11" creationId="{62D91ACB-BD14-46CB-4B61-F4B072D877C0}"/>
            </ac:spMkLst>
          </pc:spChg>
        </pc:sldLayoutChg>
        <pc:sldLayoutChg chg="modSp mod">
          <pc:chgData name="CIGAINA, MARCO" userId="62eba91c-f6da-43a7-a4df-23662903e8ce" providerId="ADAL" clId="{50B1E807-F34E-43D3-B434-D362DDCA7571}" dt="2026-04-13T12:08:43.411" v="2986" actId="139"/>
          <pc:sldLayoutMkLst>
            <pc:docMk/>
            <pc:sldMasterMk cId="3408294523" sldId="2147483733"/>
            <pc:sldLayoutMk cId="1315975548" sldId="2147483790"/>
          </pc:sldLayoutMkLst>
          <pc:spChg chg="mod">
            <ac:chgData name="CIGAINA, MARCO" userId="62eba91c-f6da-43a7-a4df-23662903e8ce" providerId="ADAL" clId="{50B1E807-F34E-43D3-B434-D362DDCA7571}" dt="2026-04-13T12:08:43.411" v="2986" actId="139"/>
            <ac:spMkLst>
              <pc:docMk/>
              <pc:sldMasterMk cId="3408294523" sldId="2147483733"/>
              <pc:sldLayoutMk cId="1315975548" sldId="2147483790"/>
              <ac:spMk id="3" creationId="{D417CEF6-1FCD-75B6-FA13-C583ECCE7BE5}"/>
            </ac:spMkLst>
          </pc:spChg>
        </pc:sldLayoutChg>
        <pc:sldLayoutChg chg="modSp mod">
          <pc:chgData name="CIGAINA, MARCO" userId="62eba91c-f6da-43a7-a4df-23662903e8ce" providerId="ADAL" clId="{50B1E807-F34E-43D3-B434-D362DDCA7571}" dt="2026-04-13T12:08:43.413" v="2988" actId="139"/>
          <pc:sldLayoutMkLst>
            <pc:docMk/>
            <pc:sldMasterMk cId="3408294523" sldId="2147483733"/>
            <pc:sldLayoutMk cId="4293282121" sldId="2147483791"/>
          </pc:sldLayoutMkLst>
          <pc:spChg chg="mod">
            <ac:chgData name="CIGAINA, MARCO" userId="62eba91c-f6da-43a7-a4df-23662903e8ce" providerId="ADAL" clId="{50B1E807-F34E-43D3-B434-D362DDCA7571}" dt="2026-04-13T12:08:43.413" v="2988" actId="139"/>
            <ac:spMkLst>
              <pc:docMk/>
              <pc:sldMasterMk cId="3408294523" sldId="2147483733"/>
              <pc:sldLayoutMk cId="4293282121" sldId="2147483791"/>
              <ac:spMk id="3" creationId="{D67AB148-356D-F356-4E6C-9664D9EB9DF3}"/>
            </ac:spMkLst>
          </pc:spChg>
        </pc:sldLayoutChg>
        <pc:sldLayoutChg chg="modSp mod">
          <pc:chgData name="CIGAINA, MARCO" userId="62eba91c-f6da-43a7-a4df-23662903e8ce" providerId="ADAL" clId="{50B1E807-F34E-43D3-B434-D362DDCA7571}" dt="2026-04-13T12:08:43.416" v="2990" actId="139"/>
          <pc:sldLayoutMkLst>
            <pc:docMk/>
            <pc:sldMasterMk cId="3408294523" sldId="2147483733"/>
            <pc:sldLayoutMk cId="2910220013" sldId="2147483792"/>
          </pc:sldLayoutMkLst>
          <pc:spChg chg="mod">
            <ac:chgData name="CIGAINA, MARCO" userId="62eba91c-f6da-43a7-a4df-23662903e8ce" providerId="ADAL" clId="{50B1E807-F34E-43D3-B434-D362DDCA7571}" dt="2026-04-13T12:08:43.416" v="2990" actId="139"/>
            <ac:spMkLst>
              <pc:docMk/>
              <pc:sldMasterMk cId="3408294523" sldId="2147483733"/>
              <pc:sldLayoutMk cId="2910220013" sldId="2147483792"/>
              <ac:spMk id="3" creationId="{BBFBBDC3-D031-6041-465D-9F7147F423CF}"/>
            </ac:spMkLst>
          </pc:spChg>
        </pc:sldLayoutChg>
        <pc:sldLayoutChg chg="modSp mod">
          <pc:chgData name="CIGAINA, MARCO" userId="62eba91c-f6da-43a7-a4df-23662903e8ce" providerId="ADAL" clId="{50B1E807-F34E-43D3-B434-D362DDCA7571}" dt="2026-04-13T12:08:43.419" v="2992" actId="139"/>
          <pc:sldLayoutMkLst>
            <pc:docMk/>
            <pc:sldMasterMk cId="3408294523" sldId="2147483733"/>
            <pc:sldLayoutMk cId="1043655704" sldId="2147483793"/>
          </pc:sldLayoutMkLst>
          <pc:spChg chg="mod">
            <ac:chgData name="CIGAINA, MARCO" userId="62eba91c-f6da-43a7-a4df-23662903e8ce" providerId="ADAL" clId="{50B1E807-F34E-43D3-B434-D362DDCA7571}" dt="2026-04-13T12:08:43.419" v="2992" actId="139"/>
            <ac:spMkLst>
              <pc:docMk/>
              <pc:sldMasterMk cId="3408294523" sldId="2147483733"/>
              <pc:sldLayoutMk cId="1043655704" sldId="2147483793"/>
              <ac:spMk id="3" creationId="{4A078429-99DD-7555-B0F4-FEF46FD297B0}"/>
            </ac:spMkLst>
          </pc:spChg>
        </pc:sldLayoutChg>
        <pc:sldLayoutChg chg="modSp mod">
          <pc:chgData name="CIGAINA, MARCO" userId="62eba91c-f6da-43a7-a4df-23662903e8ce" providerId="ADAL" clId="{50B1E807-F34E-43D3-B434-D362DDCA7571}" dt="2026-04-13T12:08:43.422" v="2994" actId="139"/>
          <pc:sldLayoutMkLst>
            <pc:docMk/>
            <pc:sldMasterMk cId="3408294523" sldId="2147483733"/>
            <pc:sldLayoutMk cId="1979749642" sldId="2147483794"/>
          </pc:sldLayoutMkLst>
          <pc:spChg chg="mod">
            <ac:chgData name="CIGAINA, MARCO" userId="62eba91c-f6da-43a7-a4df-23662903e8ce" providerId="ADAL" clId="{50B1E807-F34E-43D3-B434-D362DDCA7571}" dt="2026-04-13T12:08:43.422" v="2994" actId="139"/>
            <ac:spMkLst>
              <pc:docMk/>
              <pc:sldMasterMk cId="3408294523" sldId="2147483733"/>
              <pc:sldLayoutMk cId="1979749642" sldId="2147483794"/>
              <ac:spMk id="5" creationId="{7A6CB977-D711-D436-9DC2-AAFCC56F9CAA}"/>
            </ac:spMkLst>
          </pc:spChg>
        </pc:sldLayoutChg>
      </pc:sldMasterChg>
      <pc:sldMasterChg chg="modSldLayout">
        <pc:chgData name="CIGAINA, MARCO" userId="62eba91c-f6da-43a7-a4df-23662903e8ce" providerId="ADAL" clId="{50B1E807-F34E-43D3-B434-D362DDCA7571}" dt="2026-04-13T12:08:43.469" v="3016" actId="139"/>
        <pc:sldMasterMkLst>
          <pc:docMk/>
          <pc:sldMasterMk cId="1594550698" sldId="2147483796"/>
        </pc:sldMasterMkLst>
        <pc:sldLayoutChg chg="modSp mod">
          <pc:chgData name="CIGAINA, MARCO" userId="62eba91c-f6da-43a7-a4df-23662903e8ce" providerId="ADAL" clId="{50B1E807-F34E-43D3-B434-D362DDCA7571}" dt="2026-04-13T12:08:43.440" v="2996" actId="139"/>
          <pc:sldLayoutMkLst>
            <pc:docMk/>
            <pc:sldMasterMk cId="1594550698" sldId="2147483796"/>
            <pc:sldLayoutMk cId="610135273" sldId="2147483797"/>
          </pc:sldLayoutMkLst>
          <pc:spChg chg="mod">
            <ac:chgData name="CIGAINA, MARCO" userId="62eba91c-f6da-43a7-a4df-23662903e8ce" providerId="ADAL" clId="{50B1E807-F34E-43D3-B434-D362DDCA7571}" dt="2026-04-13T12:08:43.440" v="2996" actId="139"/>
            <ac:spMkLst>
              <pc:docMk/>
              <pc:sldMasterMk cId="1594550698" sldId="2147483796"/>
              <pc:sldLayoutMk cId="610135273" sldId="2147483797"/>
              <ac:spMk id="6" creationId="{870EB466-B92B-9D4D-974E-A49C0F424152}"/>
            </ac:spMkLst>
          </pc:spChg>
        </pc:sldLayoutChg>
        <pc:sldLayoutChg chg="modSp mod">
          <pc:chgData name="CIGAINA, MARCO" userId="62eba91c-f6da-43a7-a4df-23662903e8ce" providerId="ADAL" clId="{50B1E807-F34E-43D3-B434-D362DDCA7571}" dt="2026-04-13T12:08:43.442" v="2998" actId="139"/>
          <pc:sldLayoutMkLst>
            <pc:docMk/>
            <pc:sldMasterMk cId="1594550698" sldId="2147483796"/>
            <pc:sldLayoutMk cId="2312767944" sldId="2147483798"/>
          </pc:sldLayoutMkLst>
          <pc:spChg chg="mod">
            <ac:chgData name="CIGAINA, MARCO" userId="62eba91c-f6da-43a7-a4df-23662903e8ce" providerId="ADAL" clId="{50B1E807-F34E-43D3-B434-D362DDCA7571}" dt="2026-04-13T12:08:43.442" v="2998" actId="139"/>
            <ac:spMkLst>
              <pc:docMk/>
              <pc:sldMasterMk cId="1594550698" sldId="2147483796"/>
              <pc:sldLayoutMk cId="2312767944" sldId="2147483798"/>
              <ac:spMk id="7" creationId="{1D05DC80-84C9-9ECA-3B84-3577D8D81659}"/>
            </ac:spMkLst>
          </pc:spChg>
        </pc:sldLayoutChg>
        <pc:sldLayoutChg chg="modSp mod">
          <pc:chgData name="CIGAINA, MARCO" userId="62eba91c-f6da-43a7-a4df-23662903e8ce" providerId="ADAL" clId="{50B1E807-F34E-43D3-B434-D362DDCA7571}" dt="2026-04-13T12:08:43.445" v="3000" actId="139"/>
          <pc:sldLayoutMkLst>
            <pc:docMk/>
            <pc:sldMasterMk cId="1594550698" sldId="2147483796"/>
            <pc:sldLayoutMk cId="2095468815" sldId="2147483799"/>
          </pc:sldLayoutMkLst>
          <pc:spChg chg="mod">
            <ac:chgData name="CIGAINA, MARCO" userId="62eba91c-f6da-43a7-a4df-23662903e8ce" providerId="ADAL" clId="{50B1E807-F34E-43D3-B434-D362DDCA7571}" dt="2026-04-13T12:08:43.445" v="3000" actId="139"/>
            <ac:spMkLst>
              <pc:docMk/>
              <pc:sldMasterMk cId="1594550698" sldId="2147483796"/>
              <pc:sldLayoutMk cId="2095468815" sldId="2147483799"/>
              <ac:spMk id="8" creationId="{F1333C1B-AD40-D53A-5A1E-EFB8C6390D49}"/>
            </ac:spMkLst>
          </pc:spChg>
        </pc:sldLayoutChg>
        <pc:sldLayoutChg chg="modSp mod">
          <pc:chgData name="CIGAINA, MARCO" userId="62eba91c-f6da-43a7-a4df-23662903e8ce" providerId="ADAL" clId="{50B1E807-F34E-43D3-B434-D362DDCA7571}" dt="2026-04-13T12:08:43.448" v="3002" actId="139"/>
          <pc:sldLayoutMkLst>
            <pc:docMk/>
            <pc:sldMasterMk cId="1594550698" sldId="2147483796"/>
            <pc:sldLayoutMk cId="3545595575" sldId="2147483800"/>
          </pc:sldLayoutMkLst>
          <pc:spChg chg="mod">
            <ac:chgData name="CIGAINA, MARCO" userId="62eba91c-f6da-43a7-a4df-23662903e8ce" providerId="ADAL" clId="{50B1E807-F34E-43D3-B434-D362DDCA7571}" dt="2026-04-13T12:08:43.448" v="3002" actId="139"/>
            <ac:spMkLst>
              <pc:docMk/>
              <pc:sldMasterMk cId="1594550698" sldId="2147483796"/>
              <pc:sldLayoutMk cId="3545595575" sldId="2147483800"/>
              <ac:spMk id="4" creationId="{13EDB9F6-FBDA-8ED8-A84B-244CC53CFF99}"/>
            </ac:spMkLst>
          </pc:spChg>
        </pc:sldLayoutChg>
        <pc:sldLayoutChg chg="modSp mod">
          <pc:chgData name="CIGAINA, MARCO" userId="62eba91c-f6da-43a7-a4df-23662903e8ce" providerId="ADAL" clId="{50B1E807-F34E-43D3-B434-D362DDCA7571}" dt="2026-04-13T12:08:43.450" v="3004" actId="139"/>
          <pc:sldLayoutMkLst>
            <pc:docMk/>
            <pc:sldMasterMk cId="1594550698" sldId="2147483796"/>
            <pc:sldLayoutMk cId="1406423148" sldId="2147483801"/>
          </pc:sldLayoutMkLst>
          <pc:spChg chg="mod">
            <ac:chgData name="CIGAINA, MARCO" userId="62eba91c-f6da-43a7-a4df-23662903e8ce" providerId="ADAL" clId="{50B1E807-F34E-43D3-B434-D362DDCA7571}" dt="2026-04-13T12:08:43.450" v="3004" actId="139"/>
            <ac:spMkLst>
              <pc:docMk/>
              <pc:sldMasterMk cId="1594550698" sldId="2147483796"/>
              <pc:sldLayoutMk cId="1406423148" sldId="2147483801"/>
              <ac:spMk id="9" creationId="{CE0C2033-6FDF-7DD6-E25C-C03296FDAD00}"/>
            </ac:spMkLst>
          </pc:spChg>
        </pc:sldLayoutChg>
        <pc:sldLayoutChg chg="modSp mod">
          <pc:chgData name="CIGAINA, MARCO" userId="62eba91c-f6da-43a7-a4df-23662903e8ce" providerId="ADAL" clId="{50B1E807-F34E-43D3-B434-D362DDCA7571}" dt="2026-04-13T12:08:43.453" v="3006" actId="139"/>
          <pc:sldLayoutMkLst>
            <pc:docMk/>
            <pc:sldMasterMk cId="1594550698" sldId="2147483796"/>
            <pc:sldLayoutMk cId="1151494991" sldId="2147483802"/>
          </pc:sldLayoutMkLst>
          <pc:spChg chg="mod">
            <ac:chgData name="CIGAINA, MARCO" userId="62eba91c-f6da-43a7-a4df-23662903e8ce" providerId="ADAL" clId="{50B1E807-F34E-43D3-B434-D362DDCA7571}" dt="2026-04-13T12:08:43.453" v="3006" actId="139"/>
            <ac:spMkLst>
              <pc:docMk/>
              <pc:sldMasterMk cId="1594550698" sldId="2147483796"/>
              <pc:sldLayoutMk cId="1151494991" sldId="2147483802"/>
              <ac:spMk id="11" creationId="{62D91ACB-BD14-46CB-4B61-F4B072D877C0}"/>
            </ac:spMkLst>
          </pc:spChg>
        </pc:sldLayoutChg>
        <pc:sldLayoutChg chg="modSp mod">
          <pc:chgData name="CIGAINA, MARCO" userId="62eba91c-f6da-43a7-a4df-23662903e8ce" providerId="ADAL" clId="{50B1E807-F34E-43D3-B434-D362DDCA7571}" dt="2026-04-13T12:08:43.456" v="3008" actId="139"/>
          <pc:sldLayoutMkLst>
            <pc:docMk/>
            <pc:sldMasterMk cId="1594550698" sldId="2147483796"/>
            <pc:sldLayoutMk cId="1097781199" sldId="2147483803"/>
          </pc:sldLayoutMkLst>
          <pc:spChg chg="mod">
            <ac:chgData name="CIGAINA, MARCO" userId="62eba91c-f6da-43a7-a4df-23662903e8ce" providerId="ADAL" clId="{50B1E807-F34E-43D3-B434-D362DDCA7571}" dt="2026-04-13T12:08:43.456" v="3008" actId="139"/>
            <ac:spMkLst>
              <pc:docMk/>
              <pc:sldMasterMk cId="1594550698" sldId="2147483796"/>
              <pc:sldLayoutMk cId="1097781199" sldId="2147483803"/>
              <ac:spMk id="3" creationId="{D417CEF6-1FCD-75B6-FA13-C583ECCE7BE5}"/>
            </ac:spMkLst>
          </pc:spChg>
        </pc:sldLayoutChg>
        <pc:sldLayoutChg chg="modSp mod">
          <pc:chgData name="CIGAINA, MARCO" userId="62eba91c-f6da-43a7-a4df-23662903e8ce" providerId="ADAL" clId="{50B1E807-F34E-43D3-B434-D362DDCA7571}" dt="2026-04-13T12:08:43.459" v="3010" actId="139"/>
          <pc:sldLayoutMkLst>
            <pc:docMk/>
            <pc:sldMasterMk cId="1594550698" sldId="2147483796"/>
            <pc:sldLayoutMk cId="1863465907" sldId="2147483804"/>
          </pc:sldLayoutMkLst>
          <pc:spChg chg="mod">
            <ac:chgData name="CIGAINA, MARCO" userId="62eba91c-f6da-43a7-a4df-23662903e8ce" providerId="ADAL" clId="{50B1E807-F34E-43D3-B434-D362DDCA7571}" dt="2026-04-13T12:08:43.459" v="3010" actId="139"/>
            <ac:spMkLst>
              <pc:docMk/>
              <pc:sldMasterMk cId="1594550698" sldId="2147483796"/>
              <pc:sldLayoutMk cId="1863465907" sldId="2147483804"/>
              <ac:spMk id="3" creationId="{D67AB148-356D-F356-4E6C-9664D9EB9DF3}"/>
            </ac:spMkLst>
          </pc:spChg>
        </pc:sldLayoutChg>
        <pc:sldLayoutChg chg="modSp mod">
          <pc:chgData name="CIGAINA, MARCO" userId="62eba91c-f6da-43a7-a4df-23662903e8ce" providerId="ADAL" clId="{50B1E807-F34E-43D3-B434-D362DDCA7571}" dt="2026-04-13T12:08:43.461" v="3012" actId="139"/>
          <pc:sldLayoutMkLst>
            <pc:docMk/>
            <pc:sldMasterMk cId="1594550698" sldId="2147483796"/>
            <pc:sldLayoutMk cId="2477827549" sldId="2147483805"/>
          </pc:sldLayoutMkLst>
          <pc:spChg chg="mod">
            <ac:chgData name="CIGAINA, MARCO" userId="62eba91c-f6da-43a7-a4df-23662903e8ce" providerId="ADAL" clId="{50B1E807-F34E-43D3-B434-D362DDCA7571}" dt="2026-04-13T12:08:43.461" v="3012" actId="139"/>
            <ac:spMkLst>
              <pc:docMk/>
              <pc:sldMasterMk cId="1594550698" sldId="2147483796"/>
              <pc:sldLayoutMk cId="2477827549" sldId="2147483805"/>
              <ac:spMk id="3" creationId="{BBFBBDC3-D031-6041-465D-9F7147F423CF}"/>
            </ac:spMkLst>
          </pc:spChg>
        </pc:sldLayoutChg>
        <pc:sldLayoutChg chg="modSp mod">
          <pc:chgData name="CIGAINA, MARCO" userId="62eba91c-f6da-43a7-a4df-23662903e8ce" providerId="ADAL" clId="{50B1E807-F34E-43D3-B434-D362DDCA7571}" dt="2026-04-13T12:08:43.465" v="3014" actId="139"/>
          <pc:sldLayoutMkLst>
            <pc:docMk/>
            <pc:sldMasterMk cId="1594550698" sldId="2147483796"/>
            <pc:sldLayoutMk cId="2541708353" sldId="2147483806"/>
          </pc:sldLayoutMkLst>
          <pc:spChg chg="mod">
            <ac:chgData name="CIGAINA, MARCO" userId="62eba91c-f6da-43a7-a4df-23662903e8ce" providerId="ADAL" clId="{50B1E807-F34E-43D3-B434-D362DDCA7571}" dt="2026-04-13T12:08:43.465" v="3014" actId="139"/>
            <ac:spMkLst>
              <pc:docMk/>
              <pc:sldMasterMk cId="1594550698" sldId="2147483796"/>
              <pc:sldLayoutMk cId="2541708353" sldId="2147483806"/>
              <ac:spMk id="3" creationId="{4A078429-99DD-7555-B0F4-FEF46FD297B0}"/>
            </ac:spMkLst>
          </pc:spChg>
        </pc:sldLayoutChg>
        <pc:sldLayoutChg chg="modSp mod">
          <pc:chgData name="CIGAINA, MARCO" userId="62eba91c-f6da-43a7-a4df-23662903e8ce" providerId="ADAL" clId="{50B1E807-F34E-43D3-B434-D362DDCA7571}" dt="2026-04-13T12:08:43.469" v="3016" actId="139"/>
          <pc:sldLayoutMkLst>
            <pc:docMk/>
            <pc:sldMasterMk cId="1594550698" sldId="2147483796"/>
            <pc:sldLayoutMk cId="108062703" sldId="2147483807"/>
          </pc:sldLayoutMkLst>
          <pc:spChg chg="mod">
            <ac:chgData name="CIGAINA, MARCO" userId="62eba91c-f6da-43a7-a4df-23662903e8ce" providerId="ADAL" clId="{50B1E807-F34E-43D3-B434-D362DDCA7571}" dt="2026-04-13T12:08:43.469" v="3016" actId="139"/>
            <ac:spMkLst>
              <pc:docMk/>
              <pc:sldMasterMk cId="1594550698" sldId="2147483796"/>
              <pc:sldLayoutMk cId="108062703" sldId="2147483807"/>
              <ac:spMk id="5" creationId="{7A6CB977-D711-D436-9DC2-AAFCC56F9CAA}"/>
            </ac:spMkLst>
          </pc:spChg>
        </pc:sldLayoutChg>
      </pc:sldMasterChg>
      <pc:sldMasterChg chg="modSldLayout">
        <pc:chgData name="CIGAINA, MARCO" userId="62eba91c-f6da-43a7-a4df-23662903e8ce" providerId="ADAL" clId="{50B1E807-F34E-43D3-B434-D362DDCA7571}" dt="2026-04-13T12:08:43.517" v="3038" actId="139"/>
        <pc:sldMasterMkLst>
          <pc:docMk/>
          <pc:sldMasterMk cId="1488613891" sldId="2147483826"/>
        </pc:sldMasterMkLst>
        <pc:sldLayoutChg chg="modSp mod">
          <pc:chgData name="CIGAINA, MARCO" userId="62eba91c-f6da-43a7-a4df-23662903e8ce" providerId="ADAL" clId="{50B1E807-F34E-43D3-B434-D362DDCA7571}" dt="2026-04-13T12:08:43.485" v="3018" actId="139"/>
          <pc:sldLayoutMkLst>
            <pc:docMk/>
            <pc:sldMasterMk cId="1488613891" sldId="2147483826"/>
            <pc:sldLayoutMk cId="4165810433" sldId="2147483827"/>
          </pc:sldLayoutMkLst>
          <pc:spChg chg="mod">
            <ac:chgData name="CIGAINA, MARCO" userId="62eba91c-f6da-43a7-a4df-23662903e8ce" providerId="ADAL" clId="{50B1E807-F34E-43D3-B434-D362DDCA7571}" dt="2026-04-13T12:08:43.485" v="3018" actId="139"/>
            <ac:spMkLst>
              <pc:docMk/>
              <pc:sldMasterMk cId="1488613891" sldId="2147483826"/>
              <pc:sldLayoutMk cId="4165810433" sldId="2147483827"/>
              <ac:spMk id="6" creationId="{870EB466-B92B-9D4D-974E-A49C0F424152}"/>
            </ac:spMkLst>
          </pc:spChg>
        </pc:sldLayoutChg>
        <pc:sldLayoutChg chg="modSp mod">
          <pc:chgData name="CIGAINA, MARCO" userId="62eba91c-f6da-43a7-a4df-23662903e8ce" providerId="ADAL" clId="{50B1E807-F34E-43D3-B434-D362DDCA7571}" dt="2026-04-13T12:08:43.488" v="3020" actId="139"/>
          <pc:sldLayoutMkLst>
            <pc:docMk/>
            <pc:sldMasterMk cId="1488613891" sldId="2147483826"/>
            <pc:sldLayoutMk cId="4257524835" sldId="2147483828"/>
          </pc:sldLayoutMkLst>
          <pc:spChg chg="mod">
            <ac:chgData name="CIGAINA, MARCO" userId="62eba91c-f6da-43a7-a4df-23662903e8ce" providerId="ADAL" clId="{50B1E807-F34E-43D3-B434-D362DDCA7571}" dt="2026-04-13T12:08:43.488" v="3020" actId="139"/>
            <ac:spMkLst>
              <pc:docMk/>
              <pc:sldMasterMk cId="1488613891" sldId="2147483826"/>
              <pc:sldLayoutMk cId="4257524835" sldId="2147483828"/>
              <ac:spMk id="7" creationId="{1D05DC80-84C9-9ECA-3B84-3577D8D81659}"/>
            </ac:spMkLst>
          </pc:spChg>
        </pc:sldLayoutChg>
        <pc:sldLayoutChg chg="modSp mod">
          <pc:chgData name="CIGAINA, MARCO" userId="62eba91c-f6da-43a7-a4df-23662903e8ce" providerId="ADAL" clId="{50B1E807-F34E-43D3-B434-D362DDCA7571}" dt="2026-04-13T12:08:43.492" v="3022" actId="139"/>
          <pc:sldLayoutMkLst>
            <pc:docMk/>
            <pc:sldMasterMk cId="1488613891" sldId="2147483826"/>
            <pc:sldLayoutMk cId="1648987046" sldId="2147483829"/>
          </pc:sldLayoutMkLst>
          <pc:spChg chg="mod">
            <ac:chgData name="CIGAINA, MARCO" userId="62eba91c-f6da-43a7-a4df-23662903e8ce" providerId="ADAL" clId="{50B1E807-F34E-43D3-B434-D362DDCA7571}" dt="2026-04-13T12:08:43.492" v="3022" actId="139"/>
            <ac:spMkLst>
              <pc:docMk/>
              <pc:sldMasterMk cId="1488613891" sldId="2147483826"/>
              <pc:sldLayoutMk cId="1648987046" sldId="2147483829"/>
              <ac:spMk id="8" creationId="{F1333C1B-AD40-D53A-5A1E-EFB8C6390D49}"/>
            </ac:spMkLst>
          </pc:spChg>
        </pc:sldLayoutChg>
        <pc:sldLayoutChg chg="modSp mod">
          <pc:chgData name="CIGAINA, MARCO" userId="62eba91c-f6da-43a7-a4df-23662903e8ce" providerId="ADAL" clId="{50B1E807-F34E-43D3-B434-D362DDCA7571}" dt="2026-04-13T12:08:43.495" v="3024" actId="139"/>
          <pc:sldLayoutMkLst>
            <pc:docMk/>
            <pc:sldMasterMk cId="1488613891" sldId="2147483826"/>
            <pc:sldLayoutMk cId="1974177245" sldId="2147483830"/>
          </pc:sldLayoutMkLst>
          <pc:spChg chg="mod">
            <ac:chgData name="CIGAINA, MARCO" userId="62eba91c-f6da-43a7-a4df-23662903e8ce" providerId="ADAL" clId="{50B1E807-F34E-43D3-B434-D362DDCA7571}" dt="2026-04-13T12:08:43.495" v="3024" actId="139"/>
            <ac:spMkLst>
              <pc:docMk/>
              <pc:sldMasterMk cId="1488613891" sldId="2147483826"/>
              <pc:sldLayoutMk cId="1974177245" sldId="2147483830"/>
              <ac:spMk id="4" creationId="{13EDB9F6-FBDA-8ED8-A84B-244CC53CFF99}"/>
            </ac:spMkLst>
          </pc:spChg>
        </pc:sldLayoutChg>
        <pc:sldLayoutChg chg="modSp mod">
          <pc:chgData name="CIGAINA, MARCO" userId="62eba91c-f6da-43a7-a4df-23662903e8ce" providerId="ADAL" clId="{50B1E807-F34E-43D3-B434-D362DDCA7571}" dt="2026-04-13T12:08:43.499" v="3026" actId="139"/>
          <pc:sldLayoutMkLst>
            <pc:docMk/>
            <pc:sldMasterMk cId="1488613891" sldId="2147483826"/>
            <pc:sldLayoutMk cId="2703621019" sldId="2147483831"/>
          </pc:sldLayoutMkLst>
          <pc:spChg chg="mod">
            <ac:chgData name="CIGAINA, MARCO" userId="62eba91c-f6da-43a7-a4df-23662903e8ce" providerId="ADAL" clId="{50B1E807-F34E-43D3-B434-D362DDCA7571}" dt="2026-04-13T12:08:43.499" v="3026" actId="139"/>
            <ac:spMkLst>
              <pc:docMk/>
              <pc:sldMasterMk cId="1488613891" sldId="2147483826"/>
              <pc:sldLayoutMk cId="2703621019" sldId="2147483831"/>
              <ac:spMk id="9" creationId="{CE0C2033-6FDF-7DD6-E25C-C03296FDAD00}"/>
            </ac:spMkLst>
          </pc:spChg>
        </pc:sldLayoutChg>
        <pc:sldLayoutChg chg="modSp mod">
          <pc:chgData name="CIGAINA, MARCO" userId="62eba91c-f6da-43a7-a4df-23662903e8ce" providerId="ADAL" clId="{50B1E807-F34E-43D3-B434-D362DDCA7571}" dt="2026-04-13T12:08:43.502" v="3028" actId="139"/>
          <pc:sldLayoutMkLst>
            <pc:docMk/>
            <pc:sldMasterMk cId="1488613891" sldId="2147483826"/>
            <pc:sldLayoutMk cId="698337995" sldId="2147483832"/>
          </pc:sldLayoutMkLst>
          <pc:spChg chg="mod">
            <ac:chgData name="CIGAINA, MARCO" userId="62eba91c-f6da-43a7-a4df-23662903e8ce" providerId="ADAL" clId="{50B1E807-F34E-43D3-B434-D362DDCA7571}" dt="2026-04-13T12:08:43.502" v="3028" actId="139"/>
            <ac:spMkLst>
              <pc:docMk/>
              <pc:sldMasterMk cId="1488613891" sldId="2147483826"/>
              <pc:sldLayoutMk cId="698337995" sldId="2147483832"/>
              <ac:spMk id="11" creationId="{62D91ACB-BD14-46CB-4B61-F4B072D877C0}"/>
            </ac:spMkLst>
          </pc:spChg>
        </pc:sldLayoutChg>
        <pc:sldLayoutChg chg="modSp mod">
          <pc:chgData name="CIGAINA, MARCO" userId="62eba91c-f6da-43a7-a4df-23662903e8ce" providerId="ADAL" clId="{50B1E807-F34E-43D3-B434-D362DDCA7571}" dt="2026-04-13T12:08:43.505" v="3030" actId="139"/>
          <pc:sldLayoutMkLst>
            <pc:docMk/>
            <pc:sldMasterMk cId="1488613891" sldId="2147483826"/>
            <pc:sldLayoutMk cId="2092382941" sldId="2147483833"/>
          </pc:sldLayoutMkLst>
          <pc:spChg chg="mod">
            <ac:chgData name="CIGAINA, MARCO" userId="62eba91c-f6da-43a7-a4df-23662903e8ce" providerId="ADAL" clId="{50B1E807-F34E-43D3-B434-D362DDCA7571}" dt="2026-04-13T12:08:43.505" v="3030" actId="139"/>
            <ac:spMkLst>
              <pc:docMk/>
              <pc:sldMasterMk cId="1488613891" sldId="2147483826"/>
              <pc:sldLayoutMk cId="2092382941" sldId="2147483833"/>
              <ac:spMk id="3" creationId="{D417CEF6-1FCD-75B6-FA13-C583ECCE7BE5}"/>
            </ac:spMkLst>
          </pc:spChg>
        </pc:sldLayoutChg>
        <pc:sldLayoutChg chg="modSp mod">
          <pc:chgData name="CIGAINA, MARCO" userId="62eba91c-f6da-43a7-a4df-23662903e8ce" providerId="ADAL" clId="{50B1E807-F34E-43D3-B434-D362DDCA7571}" dt="2026-04-13T12:08:43.508" v="3032" actId="139"/>
          <pc:sldLayoutMkLst>
            <pc:docMk/>
            <pc:sldMasterMk cId="1488613891" sldId="2147483826"/>
            <pc:sldLayoutMk cId="2428931289" sldId="2147483834"/>
          </pc:sldLayoutMkLst>
          <pc:spChg chg="mod">
            <ac:chgData name="CIGAINA, MARCO" userId="62eba91c-f6da-43a7-a4df-23662903e8ce" providerId="ADAL" clId="{50B1E807-F34E-43D3-B434-D362DDCA7571}" dt="2026-04-13T12:08:43.508" v="3032" actId="139"/>
            <ac:spMkLst>
              <pc:docMk/>
              <pc:sldMasterMk cId="1488613891" sldId="2147483826"/>
              <pc:sldLayoutMk cId="2428931289" sldId="2147483834"/>
              <ac:spMk id="3" creationId="{D67AB148-356D-F356-4E6C-9664D9EB9DF3}"/>
            </ac:spMkLst>
          </pc:spChg>
        </pc:sldLayoutChg>
        <pc:sldLayoutChg chg="modSp mod">
          <pc:chgData name="CIGAINA, MARCO" userId="62eba91c-f6da-43a7-a4df-23662903e8ce" providerId="ADAL" clId="{50B1E807-F34E-43D3-B434-D362DDCA7571}" dt="2026-04-13T12:08:43.511" v="3034" actId="139"/>
          <pc:sldLayoutMkLst>
            <pc:docMk/>
            <pc:sldMasterMk cId="1488613891" sldId="2147483826"/>
            <pc:sldLayoutMk cId="2188119671" sldId="2147483835"/>
          </pc:sldLayoutMkLst>
          <pc:spChg chg="mod">
            <ac:chgData name="CIGAINA, MARCO" userId="62eba91c-f6da-43a7-a4df-23662903e8ce" providerId="ADAL" clId="{50B1E807-F34E-43D3-B434-D362DDCA7571}" dt="2026-04-13T12:08:43.511" v="3034" actId="139"/>
            <ac:spMkLst>
              <pc:docMk/>
              <pc:sldMasterMk cId="1488613891" sldId="2147483826"/>
              <pc:sldLayoutMk cId="2188119671" sldId="2147483835"/>
              <ac:spMk id="3" creationId="{BBFBBDC3-D031-6041-465D-9F7147F423CF}"/>
            </ac:spMkLst>
          </pc:spChg>
        </pc:sldLayoutChg>
        <pc:sldLayoutChg chg="modSp mod">
          <pc:chgData name="CIGAINA, MARCO" userId="62eba91c-f6da-43a7-a4df-23662903e8ce" providerId="ADAL" clId="{50B1E807-F34E-43D3-B434-D362DDCA7571}" dt="2026-04-13T12:08:43.514" v="3036" actId="139"/>
          <pc:sldLayoutMkLst>
            <pc:docMk/>
            <pc:sldMasterMk cId="1488613891" sldId="2147483826"/>
            <pc:sldLayoutMk cId="2650648608" sldId="2147483836"/>
          </pc:sldLayoutMkLst>
          <pc:spChg chg="mod">
            <ac:chgData name="CIGAINA, MARCO" userId="62eba91c-f6da-43a7-a4df-23662903e8ce" providerId="ADAL" clId="{50B1E807-F34E-43D3-B434-D362DDCA7571}" dt="2026-04-13T12:08:43.514" v="3036" actId="139"/>
            <ac:spMkLst>
              <pc:docMk/>
              <pc:sldMasterMk cId="1488613891" sldId="2147483826"/>
              <pc:sldLayoutMk cId="2650648608" sldId="2147483836"/>
              <ac:spMk id="3" creationId="{4A078429-99DD-7555-B0F4-FEF46FD297B0}"/>
            </ac:spMkLst>
          </pc:spChg>
        </pc:sldLayoutChg>
        <pc:sldLayoutChg chg="modSp mod">
          <pc:chgData name="CIGAINA, MARCO" userId="62eba91c-f6da-43a7-a4df-23662903e8ce" providerId="ADAL" clId="{50B1E807-F34E-43D3-B434-D362DDCA7571}" dt="2026-04-13T12:08:43.517" v="3038" actId="139"/>
          <pc:sldLayoutMkLst>
            <pc:docMk/>
            <pc:sldMasterMk cId="1488613891" sldId="2147483826"/>
            <pc:sldLayoutMk cId="3027307854" sldId="2147483837"/>
          </pc:sldLayoutMkLst>
          <pc:spChg chg="mod">
            <ac:chgData name="CIGAINA, MARCO" userId="62eba91c-f6da-43a7-a4df-23662903e8ce" providerId="ADAL" clId="{50B1E807-F34E-43D3-B434-D362DDCA7571}" dt="2026-04-13T12:08:43.517" v="3038" actId="139"/>
            <ac:spMkLst>
              <pc:docMk/>
              <pc:sldMasterMk cId="1488613891" sldId="2147483826"/>
              <pc:sldLayoutMk cId="3027307854" sldId="2147483837"/>
              <ac:spMk id="5" creationId="{7A6CB977-D711-D436-9DC2-AAFCC56F9CAA}"/>
            </ac:spMkLst>
          </pc:spChg>
        </pc:sldLayoutChg>
      </pc:sldMasterChg>
      <pc:sldMasterChg chg="modSldLayout">
        <pc:chgData name="CIGAINA, MARCO" userId="62eba91c-f6da-43a7-a4df-23662903e8ce" providerId="ADAL" clId="{50B1E807-F34E-43D3-B434-D362DDCA7571}" dt="2026-04-13T12:08:43.560" v="3060" actId="139"/>
        <pc:sldMasterMkLst>
          <pc:docMk/>
          <pc:sldMasterMk cId="328927423" sldId="2147483856"/>
        </pc:sldMasterMkLst>
        <pc:sldLayoutChg chg="modSp mod">
          <pc:chgData name="CIGAINA, MARCO" userId="62eba91c-f6da-43a7-a4df-23662903e8ce" providerId="ADAL" clId="{50B1E807-F34E-43D3-B434-D362DDCA7571}" dt="2026-04-13T12:08:43.533" v="3040" actId="139"/>
          <pc:sldLayoutMkLst>
            <pc:docMk/>
            <pc:sldMasterMk cId="328927423" sldId="2147483856"/>
            <pc:sldLayoutMk cId="2399182136" sldId="2147483857"/>
          </pc:sldLayoutMkLst>
          <pc:spChg chg="mod">
            <ac:chgData name="CIGAINA, MARCO" userId="62eba91c-f6da-43a7-a4df-23662903e8ce" providerId="ADAL" clId="{50B1E807-F34E-43D3-B434-D362DDCA7571}" dt="2026-04-13T12:08:43.533" v="3040" actId="139"/>
            <ac:spMkLst>
              <pc:docMk/>
              <pc:sldMasterMk cId="328927423" sldId="2147483856"/>
              <pc:sldLayoutMk cId="2399182136" sldId="2147483857"/>
              <ac:spMk id="6" creationId="{870EB466-B92B-9D4D-974E-A49C0F424152}"/>
            </ac:spMkLst>
          </pc:spChg>
        </pc:sldLayoutChg>
        <pc:sldLayoutChg chg="modSp mod">
          <pc:chgData name="CIGAINA, MARCO" userId="62eba91c-f6da-43a7-a4df-23662903e8ce" providerId="ADAL" clId="{50B1E807-F34E-43D3-B434-D362DDCA7571}" dt="2026-04-13T12:08:43.536" v="3042" actId="139"/>
          <pc:sldLayoutMkLst>
            <pc:docMk/>
            <pc:sldMasterMk cId="328927423" sldId="2147483856"/>
            <pc:sldLayoutMk cId="1987459913" sldId="2147483858"/>
          </pc:sldLayoutMkLst>
          <pc:spChg chg="mod">
            <ac:chgData name="CIGAINA, MARCO" userId="62eba91c-f6da-43a7-a4df-23662903e8ce" providerId="ADAL" clId="{50B1E807-F34E-43D3-B434-D362DDCA7571}" dt="2026-04-13T12:08:43.536" v="3042" actId="139"/>
            <ac:spMkLst>
              <pc:docMk/>
              <pc:sldMasterMk cId="328927423" sldId="2147483856"/>
              <pc:sldLayoutMk cId="1987459913" sldId="2147483858"/>
              <ac:spMk id="7" creationId="{1D05DC80-84C9-9ECA-3B84-3577D8D81659}"/>
            </ac:spMkLst>
          </pc:spChg>
        </pc:sldLayoutChg>
        <pc:sldLayoutChg chg="modSp mod">
          <pc:chgData name="CIGAINA, MARCO" userId="62eba91c-f6da-43a7-a4df-23662903e8ce" providerId="ADAL" clId="{50B1E807-F34E-43D3-B434-D362DDCA7571}" dt="2026-04-13T12:08:43.539" v="3044" actId="139"/>
          <pc:sldLayoutMkLst>
            <pc:docMk/>
            <pc:sldMasterMk cId="328927423" sldId="2147483856"/>
            <pc:sldLayoutMk cId="1344767907" sldId="2147483859"/>
          </pc:sldLayoutMkLst>
          <pc:spChg chg="mod">
            <ac:chgData name="CIGAINA, MARCO" userId="62eba91c-f6da-43a7-a4df-23662903e8ce" providerId="ADAL" clId="{50B1E807-F34E-43D3-B434-D362DDCA7571}" dt="2026-04-13T12:08:43.539" v="3044" actId="139"/>
            <ac:spMkLst>
              <pc:docMk/>
              <pc:sldMasterMk cId="328927423" sldId="2147483856"/>
              <pc:sldLayoutMk cId="1344767907" sldId="2147483859"/>
              <ac:spMk id="8" creationId="{F1333C1B-AD40-D53A-5A1E-EFB8C6390D49}"/>
            </ac:spMkLst>
          </pc:spChg>
        </pc:sldLayoutChg>
        <pc:sldLayoutChg chg="modSp mod">
          <pc:chgData name="CIGAINA, MARCO" userId="62eba91c-f6da-43a7-a4df-23662903e8ce" providerId="ADAL" clId="{50B1E807-F34E-43D3-B434-D362DDCA7571}" dt="2026-04-13T12:08:43.541" v="3046" actId="139"/>
          <pc:sldLayoutMkLst>
            <pc:docMk/>
            <pc:sldMasterMk cId="328927423" sldId="2147483856"/>
            <pc:sldLayoutMk cId="2670066096" sldId="2147483860"/>
          </pc:sldLayoutMkLst>
          <pc:spChg chg="mod">
            <ac:chgData name="CIGAINA, MARCO" userId="62eba91c-f6da-43a7-a4df-23662903e8ce" providerId="ADAL" clId="{50B1E807-F34E-43D3-B434-D362DDCA7571}" dt="2026-04-13T12:08:43.541" v="3046" actId="139"/>
            <ac:spMkLst>
              <pc:docMk/>
              <pc:sldMasterMk cId="328927423" sldId="2147483856"/>
              <pc:sldLayoutMk cId="2670066096" sldId="2147483860"/>
              <ac:spMk id="4" creationId="{13EDB9F6-FBDA-8ED8-A84B-244CC53CFF99}"/>
            </ac:spMkLst>
          </pc:spChg>
        </pc:sldLayoutChg>
        <pc:sldLayoutChg chg="modSp mod">
          <pc:chgData name="CIGAINA, MARCO" userId="62eba91c-f6da-43a7-a4df-23662903e8ce" providerId="ADAL" clId="{50B1E807-F34E-43D3-B434-D362DDCA7571}" dt="2026-04-13T12:08:43.545" v="3048" actId="139"/>
          <pc:sldLayoutMkLst>
            <pc:docMk/>
            <pc:sldMasterMk cId="328927423" sldId="2147483856"/>
            <pc:sldLayoutMk cId="2881896499" sldId="2147483861"/>
          </pc:sldLayoutMkLst>
          <pc:spChg chg="mod">
            <ac:chgData name="CIGAINA, MARCO" userId="62eba91c-f6da-43a7-a4df-23662903e8ce" providerId="ADAL" clId="{50B1E807-F34E-43D3-B434-D362DDCA7571}" dt="2026-04-13T12:08:43.545" v="3048" actId="139"/>
            <ac:spMkLst>
              <pc:docMk/>
              <pc:sldMasterMk cId="328927423" sldId="2147483856"/>
              <pc:sldLayoutMk cId="2881896499" sldId="2147483861"/>
              <ac:spMk id="9" creationId="{CE0C2033-6FDF-7DD6-E25C-C03296FDAD00}"/>
            </ac:spMkLst>
          </pc:spChg>
        </pc:sldLayoutChg>
        <pc:sldLayoutChg chg="modSp mod">
          <pc:chgData name="CIGAINA, MARCO" userId="62eba91c-f6da-43a7-a4df-23662903e8ce" providerId="ADAL" clId="{50B1E807-F34E-43D3-B434-D362DDCA7571}" dt="2026-04-13T12:08:43.548" v="3050" actId="139"/>
          <pc:sldLayoutMkLst>
            <pc:docMk/>
            <pc:sldMasterMk cId="328927423" sldId="2147483856"/>
            <pc:sldLayoutMk cId="3509268951" sldId="2147483862"/>
          </pc:sldLayoutMkLst>
          <pc:spChg chg="mod">
            <ac:chgData name="CIGAINA, MARCO" userId="62eba91c-f6da-43a7-a4df-23662903e8ce" providerId="ADAL" clId="{50B1E807-F34E-43D3-B434-D362DDCA7571}" dt="2026-04-13T12:08:43.548" v="3050" actId="139"/>
            <ac:spMkLst>
              <pc:docMk/>
              <pc:sldMasterMk cId="328927423" sldId="2147483856"/>
              <pc:sldLayoutMk cId="3509268951" sldId="2147483862"/>
              <ac:spMk id="11" creationId="{62D91ACB-BD14-46CB-4B61-F4B072D877C0}"/>
            </ac:spMkLst>
          </pc:spChg>
        </pc:sldLayoutChg>
        <pc:sldLayoutChg chg="modSp mod">
          <pc:chgData name="CIGAINA, MARCO" userId="62eba91c-f6da-43a7-a4df-23662903e8ce" providerId="ADAL" clId="{50B1E807-F34E-43D3-B434-D362DDCA7571}" dt="2026-04-13T12:08:43.550" v="3052" actId="139"/>
          <pc:sldLayoutMkLst>
            <pc:docMk/>
            <pc:sldMasterMk cId="328927423" sldId="2147483856"/>
            <pc:sldLayoutMk cId="3405509139" sldId="2147483863"/>
          </pc:sldLayoutMkLst>
          <pc:spChg chg="mod">
            <ac:chgData name="CIGAINA, MARCO" userId="62eba91c-f6da-43a7-a4df-23662903e8ce" providerId="ADAL" clId="{50B1E807-F34E-43D3-B434-D362DDCA7571}" dt="2026-04-13T12:08:43.550" v="3052" actId="139"/>
            <ac:spMkLst>
              <pc:docMk/>
              <pc:sldMasterMk cId="328927423" sldId="2147483856"/>
              <pc:sldLayoutMk cId="3405509139" sldId="2147483863"/>
              <ac:spMk id="3" creationId="{D417CEF6-1FCD-75B6-FA13-C583ECCE7BE5}"/>
            </ac:spMkLst>
          </pc:spChg>
        </pc:sldLayoutChg>
        <pc:sldLayoutChg chg="modSp mod">
          <pc:chgData name="CIGAINA, MARCO" userId="62eba91c-f6da-43a7-a4df-23662903e8ce" providerId="ADAL" clId="{50B1E807-F34E-43D3-B434-D362DDCA7571}" dt="2026-04-13T12:08:43.552" v="3054" actId="139"/>
          <pc:sldLayoutMkLst>
            <pc:docMk/>
            <pc:sldMasterMk cId="328927423" sldId="2147483856"/>
            <pc:sldLayoutMk cId="1486849224" sldId="2147483864"/>
          </pc:sldLayoutMkLst>
          <pc:spChg chg="mod">
            <ac:chgData name="CIGAINA, MARCO" userId="62eba91c-f6da-43a7-a4df-23662903e8ce" providerId="ADAL" clId="{50B1E807-F34E-43D3-B434-D362DDCA7571}" dt="2026-04-13T12:08:43.552" v="3054" actId="139"/>
            <ac:spMkLst>
              <pc:docMk/>
              <pc:sldMasterMk cId="328927423" sldId="2147483856"/>
              <pc:sldLayoutMk cId="1486849224" sldId="2147483864"/>
              <ac:spMk id="3" creationId="{D67AB148-356D-F356-4E6C-9664D9EB9DF3}"/>
            </ac:spMkLst>
          </pc:spChg>
        </pc:sldLayoutChg>
        <pc:sldLayoutChg chg="modSp mod">
          <pc:chgData name="CIGAINA, MARCO" userId="62eba91c-f6da-43a7-a4df-23662903e8ce" providerId="ADAL" clId="{50B1E807-F34E-43D3-B434-D362DDCA7571}" dt="2026-04-13T12:08:43.555" v="3056" actId="139"/>
          <pc:sldLayoutMkLst>
            <pc:docMk/>
            <pc:sldMasterMk cId="328927423" sldId="2147483856"/>
            <pc:sldLayoutMk cId="2226862539" sldId="2147483865"/>
          </pc:sldLayoutMkLst>
          <pc:spChg chg="mod">
            <ac:chgData name="CIGAINA, MARCO" userId="62eba91c-f6da-43a7-a4df-23662903e8ce" providerId="ADAL" clId="{50B1E807-F34E-43D3-B434-D362DDCA7571}" dt="2026-04-13T12:08:43.555" v="3056" actId="139"/>
            <ac:spMkLst>
              <pc:docMk/>
              <pc:sldMasterMk cId="328927423" sldId="2147483856"/>
              <pc:sldLayoutMk cId="2226862539" sldId="2147483865"/>
              <ac:spMk id="3" creationId="{BBFBBDC3-D031-6041-465D-9F7147F423CF}"/>
            </ac:spMkLst>
          </pc:spChg>
        </pc:sldLayoutChg>
        <pc:sldLayoutChg chg="modSp mod">
          <pc:chgData name="CIGAINA, MARCO" userId="62eba91c-f6da-43a7-a4df-23662903e8ce" providerId="ADAL" clId="{50B1E807-F34E-43D3-B434-D362DDCA7571}" dt="2026-04-13T12:08:43.557" v="3058" actId="139"/>
          <pc:sldLayoutMkLst>
            <pc:docMk/>
            <pc:sldMasterMk cId="328927423" sldId="2147483856"/>
            <pc:sldLayoutMk cId="3156331177" sldId="2147483866"/>
          </pc:sldLayoutMkLst>
          <pc:spChg chg="mod">
            <ac:chgData name="CIGAINA, MARCO" userId="62eba91c-f6da-43a7-a4df-23662903e8ce" providerId="ADAL" clId="{50B1E807-F34E-43D3-B434-D362DDCA7571}" dt="2026-04-13T12:08:43.557" v="3058" actId="139"/>
            <ac:spMkLst>
              <pc:docMk/>
              <pc:sldMasterMk cId="328927423" sldId="2147483856"/>
              <pc:sldLayoutMk cId="3156331177" sldId="2147483866"/>
              <ac:spMk id="3" creationId="{4A078429-99DD-7555-B0F4-FEF46FD297B0}"/>
            </ac:spMkLst>
          </pc:spChg>
        </pc:sldLayoutChg>
        <pc:sldLayoutChg chg="modSp mod">
          <pc:chgData name="CIGAINA, MARCO" userId="62eba91c-f6da-43a7-a4df-23662903e8ce" providerId="ADAL" clId="{50B1E807-F34E-43D3-B434-D362DDCA7571}" dt="2026-04-13T12:08:43.560" v="3060" actId="139"/>
          <pc:sldLayoutMkLst>
            <pc:docMk/>
            <pc:sldMasterMk cId="328927423" sldId="2147483856"/>
            <pc:sldLayoutMk cId="91834892" sldId="2147483867"/>
          </pc:sldLayoutMkLst>
          <pc:spChg chg="mod">
            <ac:chgData name="CIGAINA, MARCO" userId="62eba91c-f6da-43a7-a4df-23662903e8ce" providerId="ADAL" clId="{50B1E807-F34E-43D3-B434-D362DDCA7571}" dt="2026-04-13T12:08:43.560" v="3060" actId="139"/>
            <ac:spMkLst>
              <pc:docMk/>
              <pc:sldMasterMk cId="328927423" sldId="2147483856"/>
              <pc:sldLayoutMk cId="91834892" sldId="2147483867"/>
              <ac:spMk id="5" creationId="{7A6CB977-D711-D436-9DC2-AAFCC56F9CAA}"/>
            </ac:spMkLst>
          </pc:spChg>
        </pc:sldLayoutChg>
      </pc:sldMasterChg>
      <pc:sldMasterChg chg="modSldLayout">
        <pc:chgData name="CIGAINA, MARCO" userId="62eba91c-f6da-43a7-a4df-23662903e8ce" providerId="ADAL" clId="{50B1E807-F34E-43D3-B434-D362DDCA7571}" dt="2026-04-13T12:08:43.601" v="3082" actId="139"/>
        <pc:sldMasterMkLst>
          <pc:docMk/>
          <pc:sldMasterMk cId="2103230985" sldId="2147483898"/>
        </pc:sldMasterMkLst>
        <pc:sldLayoutChg chg="modSp mod">
          <pc:chgData name="CIGAINA, MARCO" userId="62eba91c-f6da-43a7-a4df-23662903e8ce" providerId="ADAL" clId="{50B1E807-F34E-43D3-B434-D362DDCA7571}" dt="2026-04-13T12:08:43.575" v="3062" actId="139"/>
          <pc:sldLayoutMkLst>
            <pc:docMk/>
            <pc:sldMasterMk cId="2103230985" sldId="2147483898"/>
            <pc:sldLayoutMk cId="961236556" sldId="2147483899"/>
          </pc:sldLayoutMkLst>
          <pc:spChg chg="mod">
            <ac:chgData name="CIGAINA, MARCO" userId="62eba91c-f6da-43a7-a4df-23662903e8ce" providerId="ADAL" clId="{50B1E807-F34E-43D3-B434-D362DDCA7571}" dt="2026-04-13T12:08:43.575" v="3062" actId="139"/>
            <ac:spMkLst>
              <pc:docMk/>
              <pc:sldMasterMk cId="2103230985" sldId="2147483898"/>
              <pc:sldLayoutMk cId="961236556" sldId="2147483899"/>
              <ac:spMk id="6" creationId="{870EB466-B92B-9D4D-974E-A49C0F424152}"/>
            </ac:spMkLst>
          </pc:spChg>
        </pc:sldLayoutChg>
        <pc:sldLayoutChg chg="modSp mod">
          <pc:chgData name="CIGAINA, MARCO" userId="62eba91c-f6da-43a7-a4df-23662903e8ce" providerId="ADAL" clId="{50B1E807-F34E-43D3-B434-D362DDCA7571}" dt="2026-04-13T12:08:43.577" v="3064" actId="139"/>
          <pc:sldLayoutMkLst>
            <pc:docMk/>
            <pc:sldMasterMk cId="2103230985" sldId="2147483898"/>
            <pc:sldLayoutMk cId="194017711" sldId="2147483900"/>
          </pc:sldLayoutMkLst>
          <pc:spChg chg="mod">
            <ac:chgData name="CIGAINA, MARCO" userId="62eba91c-f6da-43a7-a4df-23662903e8ce" providerId="ADAL" clId="{50B1E807-F34E-43D3-B434-D362DDCA7571}" dt="2026-04-13T12:08:43.577" v="3064" actId="139"/>
            <ac:spMkLst>
              <pc:docMk/>
              <pc:sldMasterMk cId="2103230985" sldId="2147483898"/>
              <pc:sldLayoutMk cId="194017711" sldId="2147483900"/>
              <ac:spMk id="7" creationId="{1D05DC80-84C9-9ECA-3B84-3577D8D81659}"/>
            </ac:spMkLst>
          </pc:spChg>
        </pc:sldLayoutChg>
        <pc:sldLayoutChg chg="modSp mod">
          <pc:chgData name="CIGAINA, MARCO" userId="62eba91c-f6da-43a7-a4df-23662903e8ce" providerId="ADAL" clId="{50B1E807-F34E-43D3-B434-D362DDCA7571}" dt="2026-04-13T12:08:43.580" v="3066" actId="139"/>
          <pc:sldLayoutMkLst>
            <pc:docMk/>
            <pc:sldMasterMk cId="2103230985" sldId="2147483898"/>
            <pc:sldLayoutMk cId="1780410553" sldId="2147483901"/>
          </pc:sldLayoutMkLst>
          <pc:spChg chg="mod">
            <ac:chgData name="CIGAINA, MARCO" userId="62eba91c-f6da-43a7-a4df-23662903e8ce" providerId="ADAL" clId="{50B1E807-F34E-43D3-B434-D362DDCA7571}" dt="2026-04-13T12:08:43.580" v="3066" actId="139"/>
            <ac:spMkLst>
              <pc:docMk/>
              <pc:sldMasterMk cId="2103230985" sldId="2147483898"/>
              <pc:sldLayoutMk cId="1780410553" sldId="2147483901"/>
              <ac:spMk id="8" creationId="{F1333C1B-AD40-D53A-5A1E-EFB8C6390D49}"/>
            </ac:spMkLst>
          </pc:spChg>
        </pc:sldLayoutChg>
        <pc:sldLayoutChg chg="modSp mod">
          <pc:chgData name="CIGAINA, MARCO" userId="62eba91c-f6da-43a7-a4df-23662903e8ce" providerId="ADAL" clId="{50B1E807-F34E-43D3-B434-D362DDCA7571}" dt="2026-04-13T12:08:43.582" v="3068" actId="139"/>
          <pc:sldLayoutMkLst>
            <pc:docMk/>
            <pc:sldMasterMk cId="2103230985" sldId="2147483898"/>
            <pc:sldLayoutMk cId="1303326679" sldId="2147483902"/>
          </pc:sldLayoutMkLst>
          <pc:spChg chg="mod">
            <ac:chgData name="CIGAINA, MARCO" userId="62eba91c-f6da-43a7-a4df-23662903e8ce" providerId="ADAL" clId="{50B1E807-F34E-43D3-B434-D362DDCA7571}" dt="2026-04-13T12:08:43.582" v="3068" actId="139"/>
            <ac:spMkLst>
              <pc:docMk/>
              <pc:sldMasterMk cId="2103230985" sldId="2147483898"/>
              <pc:sldLayoutMk cId="1303326679" sldId="2147483902"/>
              <ac:spMk id="4" creationId="{13EDB9F6-FBDA-8ED8-A84B-244CC53CFF99}"/>
            </ac:spMkLst>
          </pc:spChg>
        </pc:sldLayoutChg>
        <pc:sldLayoutChg chg="modSp mod">
          <pc:chgData name="CIGAINA, MARCO" userId="62eba91c-f6da-43a7-a4df-23662903e8ce" providerId="ADAL" clId="{50B1E807-F34E-43D3-B434-D362DDCA7571}" dt="2026-04-13T12:08:43.586" v="3070" actId="139"/>
          <pc:sldLayoutMkLst>
            <pc:docMk/>
            <pc:sldMasterMk cId="2103230985" sldId="2147483898"/>
            <pc:sldLayoutMk cId="1820301257" sldId="2147483903"/>
          </pc:sldLayoutMkLst>
          <pc:spChg chg="mod">
            <ac:chgData name="CIGAINA, MARCO" userId="62eba91c-f6da-43a7-a4df-23662903e8ce" providerId="ADAL" clId="{50B1E807-F34E-43D3-B434-D362DDCA7571}" dt="2026-04-13T12:08:43.586" v="3070" actId="139"/>
            <ac:spMkLst>
              <pc:docMk/>
              <pc:sldMasterMk cId="2103230985" sldId="2147483898"/>
              <pc:sldLayoutMk cId="1820301257" sldId="2147483903"/>
              <ac:spMk id="9" creationId="{CE0C2033-6FDF-7DD6-E25C-C03296FDAD00}"/>
            </ac:spMkLst>
          </pc:spChg>
        </pc:sldLayoutChg>
        <pc:sldLayoutChg chg="modSp mod">
          <pc:chgData name="CIGAINA, MARCO" userId="62eba91c-f6da-43a7-a4df-23662903e8ce" providerId="ADAL" clId="{50B1E807-F34E-43D3-B434-D362DDCA7571}" dt="2026-04-13T12:08:43.588" v="3072" actId="139"/>
          <pc:sldLayoutMkLst>
            <pc:docMk/>
            <pc:sldMasterMk cId="2103230985" sldId="2147483898"/>
            <pc:sldLayoutMk cId="1601644803" sldId="2147483904"/>
          </pc:sldLayoutMkLst>
          <pc:spChg chg="mod">
            <ac:chgData name="CIGAINA, MARCO" userId="62eba91c-f6da-43a7-a4df-23662903e8ce" providerId="ADAL" clId="{50B1E807-F34E-43D3-B434-D362DDCA7571}" dt="2026-04-13T12:08:43.588" v="3072" actId="139"/>
            <ac:spMkLst>
              <pc:docMk/>
              <pc:sldMasterMk cId="2103230985" sldId="2147483898"/>
              <pc:sldLayoutMk cId="1601644803" sldId="2147483904"/>
              <ac:spMk id="11" creationId="{62D91ACB-BD14-46CB-4B61-F4B072D877C0}"/>
            </ac:spMkLst>
          </pc:spChg>
        </pc:sldLayoutChg>
        <pc:sldLayoutChg chg="modSp mod">
          <pc:chgData name="CIGAINA, MARCO" userId="62eba91c-f6da-43a7-a4df-23662903e8ce" providerId="ADAL" clId="{50B1E807-F34E-43D3-B434-D362DDCA7571}" dt="2026-04-13T12:08:43.590" v="3074" actId="139"/>
          <pc:sldLayoutMkLst>
            <pc:docMk/>
            <pc:sldMasterMk cId="2103230985" sldId="2147483898"/>
            <pc:sldLayoutMk cId="1916101330" sldId="2147483905"/>
          </pc:sldLayoutMkLst>
          <pc:spChg chg="mod">
            <ac:chgData name="CIGAINA, MARCO" userId="62eba91c-f6da-43a7-a4df-23662903e8ce" providerId="ADAL" clId="{50B1E807-F34E-43D3-B434-D362DDCA7571}" dt="2026-04-13T12:08:43.590" v="3074" actId="139"/>
            <ac:spMkLst>
              <pc:docMk/>
              <pc:sldMasterMk cId="2103230985" sldId="2147483898"/>
              <pc:sldLayoutMk cId="1916101330" sldId="2147483905"/>
              <ac:spMk id="3" creationId="{D417CEF6-1FCD-75B6-FA13-C583ECCE7BE5}"/>
            </ac:spMkLst>
          </pc:spChg>
        </pc:sldLayoutChg>
        <pc:sldLayoutChg chg="modSp mod">
          <pc:chgData name="CIGAINA, MARCO" userId="62eba91c-f6da-43a7-a4df-23662903e8ce" providerId="ADAL" clId="{50B1E807-F34E-43D3-B434-D362DDCA7571}" dt="2026-04-13T12:08:43.594" v="3076" actId="139"/>
          <pc:sldLayoutMkLst>
            <pc:docMk/>
            <pc:sldMasterMk cId="2103230985" sldId="2147483898"/>
            <pc:sldLayoutMk cId="2287393506" sldId="2147483906"/>
          </pc:sldLayoutMkLst>
          <pc:spChg chg="mod">
            <ac:chgData name="CIGAINA, MARCO" userId="62eba91c-f6da-43a7-a4df-23662903e8ce" providerId="ADAL" clId="{50B1E807-F34E-43D3-B434-D362DDCA7571}" dt="2026-04-13T12:08:43.594" v="3076" actId="139"/>
            <ac:spMkLst>
              <pc:docMk/>
              <pc:sldMasterMk cId="2103230985" sldId="2147483898"/>
              <pc:sldLayoutMk cId="2287393506" sldId="2147483906"/>
              <ac:spMk id="3" creationId="{D67AB148-356D-F356-4E6C-9664D9EB9DF3}"/>
            </ac:spMkLst>
          </pc:spChg>
        </pc:sldLayoutChg>
        <pc:sldLayoutChg chg="modSp mod">
          <pc:chgData name="CIGAINA, MARCO" userId="62eba91c-f6da-43a7-a4df-23662903e8ce" providerId="ADAL" clId="{50B1E807-F34E-43D3-B434-D362DDCA7571}" dt="2026-04-13T12:08:43.596" v="3078" actId="139"/>
          <pc:sldLayoutMkLst>
            <pc:docMk/>
            <pc:sldMasterMk cId="2103230985" sldId="2147483898"/>
            <pc:sldLayoutMk cId="2346612165" sldId="2147483907"/>
          </pc:sldLayoutMkLst>
          <pc:spChg chg="mod">
            <ac:chgData name="CIGAINA, MARCO" userId="62eba91c-f6da-43a7-a4df-23662903e8ce" providerId="ADAL" clId="{50B1E807-F34E-43D3-B434-D362DDCA7571}" dt="2026-04-13T12:08:43.596" v="3078" actId="139"/>
            <ac:spMkLst>
              <pc:docMk/>
              <pc:sldMasterMk cId="2103230985" sldId="2147483898"/>
              <pc:sldLayoutMk cId="2346612165" sldId="2147483907"/>
              <ac:spMk id="3" creationId="{BBFBBDC3-D031-6041-465D-9F7147F423CF}"/>
            </ac:spMkLst>
          </pc:spChg>
        </pc:sldLayoutChg>
        <pc:sldLayoutChg chg="modSp mod">
          <pc:chgData name="CIGAINA, MARCO" userId="62eba91c-f6da-43a7-a4df-23662903e8ce" providerId="ADAL" clId="{50B1E807-F34E-43D3-B434-D362DDCA7571}" dt="2026-04-13T12:08:43.599" v="3080" actId="139"/>
          <pc:sldLayoutMkLst>
            <pc:docMk/>
            <pc:sldMasterMk cId="2103230985" sldId="2147483898"/>
            <pc:sldLayoutMk cId="1172357936" sldId="2147483908"/>
          </pc:sldLayoutMkLst>
          <pc:spChg chg="mod">
            <ac:chgData name="CIGAINA, MARCO" userId="62eba91c-f6da-43a7-a4df-23662903e8ce" providerId="ADAL" clId="{50B1E807-F34E-43D3-B434-D362DDCA7571}" dt="2026-04-13T12:08:43.599" v="3080" actId="139"/>
            <ac:spMkLst>
              <pc:docMk/>
              <pc:sldMasterMk cId="2103230985" sldId="2147483898"/>
              <pc:sldLayoutMk cId="1172357936" sldId="2147483908"/>
              <ac:spMk id="3" creationId="{4A078429-99DD-7555-B0F4-FEF46FD297B0}"/>
            </ac:spMkLst>
          </pc:spChg>
        </pc:sldLayoutChg>
        <pc:sldLayoutChg chg="modSp mod">
          <pc:chgData name="CIGAINA, MARCO" userId="62eba91c-f6da-43a7-a4df-23662903e8ce" providerId="ADAL" clId="{50B1E807-F34E-43D3-B434-D362DDCA7571}" dt="2026-04-13T12:08:43.601" v="3082" actId="139"/>
          <pc:sldLayoutMkLst>
            <pc:docMk/>
            <pc:sldMasterMk cId="2103230985" sldId="2147483898"/>
            <pc:sldLayoutMk cId="1957778400" sldId="2147483909"/>
          </pc:sldLayoutMkLst>
          <pc:spChg chg="mod">
            <ac:chgData name="CIGAINA, MARCO" userId="62eba91c-f6da-43a7-a4df-23662903e8ce" providerId="ADAL" clId="{50B1E807-F34E-43D3-B434-D362DDCA7571}" dt="2026-04-13T12:08:43.601" v="3082" actId="139"/>
            <ac:spMkLst>
              <pc:docMk/>
              <pc:sldMasterMk cId="2103230985" sldId="2147483898"/>
              <pc:sldLayoutMk cId="1957778400" sldId="2147483909"/>
              <ac:spMk id="5" creationId="{7A6CB977-D711-D436-9DC2-AAFCC56F9CAA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1926008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47855BD9-AF71-426C-9B9B-B0E52B88852E}" type="slidenum">
              <a:rPr lang="de-DE" sz="1000" smtClean="0">
                <a:latin typeface="72 Brand" panose="020B0504030603020204" pitchFamily="34" charset="0"/>
              </a:rPr>
              <a:pPr algn="ctr"/>
              <a:t>‹#›</a:t>
            </a:fld>
            <a:endParaRPr lang="de-DE" sz="1000">
              <a:latin typeface="72 Brand" panose="020B05040306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99324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69875" y="665163"/>
            <a:ext cx="6257925" cy="35194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44171" y="4473523"/>
            <a:ext cx="5709333" cy="495494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31497" y="9702084"/>
            <a:ext cx="934681" cy="2229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800" b="0" i="0">
                <a:latin typeface="72 Brand" panose="020B0504030603020204" pitchFamily="34" charset="0"/>
              </a:defRPr>
            </a:lvl1pPr>
          </a:lstStyle>
          <a:p>
            <a:fld id="{7D8C2C35-2B8A-446E-BEC0-FD36716C29AC}" type="slidenum">
              <a:rPr lang="en-DE" smtClean="0"/>
              <a:pPr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47385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88776" rtl="0" eaLnBrk="1" latinLnBrk="0" hangingPunct="1">
      <a:defRPr sz="1400" b="0" i="0" kern="1200">
        <a:solidFill>
          <a:schemeClr val="tx1"/>
        </a:solidFill>
        <a:latin typeface="72 Brand" panose="020B0504030603020204" pitchFamily="34" charset="0"/>
        <a:ea typeface="+mn-ea"/>
        <a:cs typeface="+mn-cs"/>
      </a:defRPr>
    </a:lvl1pPr>
    <a:lvl2pPr marL="180000" indent="-180000" algn="l" defTabSz="1088776" rtl="0" eaLnBrk="1" latinLnBrk="0" hangingPunct="1">
      <a:buClr>
        <a:schemeClr val="accent1"/>
      </a:buClr>
      <a:buSzPct val="100000"/>
      <a:buFont typeface="Wingdings" pitchFamily="2" charset="2"/>
      <a:buChar char=""/>
      <a:defRPr sz="1400" b="0" i="0" kern="1200">
        <a:solidFill>
          <a:schemeClr val="tx1"/>
        </a:solidFill>
        <a:latin typeface="72 Brand" panose="020B0504030603020204" pitchFamily="34" charset="0"/>
        <a:ea typeface="+mn-ea"/>
        <a:cs typeface="+mn-cs"/>
      </a:defRPr>
    </a:lvl2pPr>
    <a:lvl3pPr marL="360000" indent="-180000" algn="l" defTabSz="1088776" rtl="0" eaLnBrk="1" latinLnBrk="0" hangingPunct="1">
      <a:buClr>
        <a:schemeClr val="accent2"/>
      </a:buClr>
      <a:buSzPct val="80000"/>
      <a:buFont typeface="Symbol" pitchFamily="18" charset="2"/>
      <a:buChar char="-"/>
      <a:defRPr sz="1200" b="0" i="0" kern="1200">
        <a:solidFill>
          <a:schemeClr val="tx1"/>
        </a:solidFill>
        <a:latin typeface="72 Brand" panose="020B0504030603020204" pitchFamily="34" charset="0"/>
        <a:ea typeface="+mn-ea"/>
        <a:cs typeface="+mn-cs"/>
      </a:defRPr>
    </a:lvl3pPr>
    <a:lvl4pPr marL="674815" indent="-158780" algn="l" defTabSz="1088776" rtl="0" eaLnBrk="1" latinLnBrk="0" hangingPunct="1">
      <a:buClr>
        <a:schemeClr val="accent2"/>
      </a:buClr>
      <a:buFont typeface="Arial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177552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721940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png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.png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cover with blue patter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369E6551-269A-D225-4CF8-EC6D532E4902}"/>
              </a:ext>
            </a:extLst>
          </p:cNvPr>
          <p:cNvSpPr/>
          <p:nvPr userDrawn="1"/>
        </p:nvSpPr>
        <p:spPr bwMode="gray">
          <a:xfrm>
            <a:off x="-1" y="0"/>
            <a:ext cx="12195175" cy="6858000"/>
          </a:xfrm>
          <a:prstGeom prst="rect">
            <a:avLst/>
          </a:prstGeom>
          <a:solidFill>
            <a:schemeClr val="bg1"/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288000" y="2706317"/>
            <a:ext cx="5441288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latin typeface="+mj-lt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73D104-EF7E-A0AB-2243-882D65E686E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75363" y="0"/>
            <a:ext cx="6119812" cy="6858000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to insert picture</a:t>
            </a:r>
          </a:p>
        </p:txBody>
      </p:sp>
      <p:pic>
        <p:nvPicPr>
          <p:cNvPr id="1575865229" name="LogoBlue-Dynamic" descr="{&quot;templafy&quot;:{&quot;id&quot;:&quot;cc4b7fa6-778f-4833-8456-b2959f62c8b4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4106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 userDrawn="1">
          <p15:clr>
            <a:srgbClr val="FBAE40"/>
          </p15:clr>
        </p15:guide>
        <p15:guide id="2" orient="horz" pos="1704" userDrawn="1">
          <p15:clr>
            <a:srgbClr val="FBAE40"/>
          </p15:clr>
        </p15:guide>
        <p15:guide id="3" orient="horz" pos="2704" userDrawn="1">
          <p15:clr>
            <a:srgbClr val="FBAE40"/>
          </p15:clr>
        </p15:guide>
        <p15:guide id="4" orient="horz" pos="2334" userDrawn="1">
          <p15:clr>
            <a:srgbClr val="FBAE40"/>
          </p15:clr>
        </p15:guide>
        <p15:guide id="5" orient="horz" pos="2960" userDrawn="1">
          <p15:clr>
            <a:srgbClr val="FBAE40"/>
          </p15:clr>
        </p15:guide>
        <p15:guide id="7" orient="horz" pos="414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nk cover with anvil">
    <p:bg>
      <p:bgPr>
        <a:solidFill>
          <a:srgbClr val="2800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>
            <a:extLst>
              <a:ext uri="{FF2B5EF4-FFF2-40B4-BE49-F238E27FC236}">
                <a16:creationId xmlns:a16="http://schemas.microsoft.com/office/drawing/2014/main" id="{37E79459-E5C5-5E87-E38B-80855D38E462}"/>
              </a:ext>
            </a:extLst>
          </p:cNvPr>
          <p:cNvSpPr/>
          <p:nvPr userDrawn="1"/>
        </p:nvSpPr>
        <p:spPr bwMode="gray">
          <a:xfrm>
            <a:off x="-1" y="0"/>
            <a:ext cx="12195175" cy="6858000"/>
          </a:xfrm>
          <a:prstGeom prst="rect">
            <a:avLst/>
          </a:prstGeom>
          <a:solidFill>
            <a:srgbClr val="28004A"/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846E736-979F-0D4B-6D59-D0EA5D367E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99111" y="1216759"/>
            <a:ext cx="8887864" cy="4424483"/>
          </a:xfrm>
          <a:prstGeom prst="rect">
            <a:avLst/>
          </a:prstGeom>
        </p:spPr>
      </p:pic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288000" y="2706317"/>
            <a:ext cx="10900800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+mj-lt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809493927" name="LogoWhite-Dynamic" descr="{&quot;templafy&quot;:{&quot;id&quot;:&quot;40da3c9f-4850-4427-a5ba-272827ff0842&quot;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  <p:sp>
        <p:nvSpPr>
          <p:cNvPr id="7" name="Classification-Dynamic" descr="{&quot;templafy&quot;:{&quot;id&quot;:&quot;c46f0580-691a-4125-9f84-7dd37cac5f86&quot;}}">
            <a:extLst>
              <a:ext uri="{FF2B5EF4-FFF2-40B4-BE49-F238E27FC236}">
                <a16:creationId xmlns:a16="http://schemas.microsoft.com/office/drawing/2014/main" id="{1D05DC80-84C9-9ECA-3B84-3577D8D81659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bg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2667257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1" userDrawn="1">
          <p15:clr>
            <a:srgbClr val="FBAE40"/>
          </p15:clr>
        </p15:guide>
        <p15:guide id="2" orient="horz" pos="1704" userDrawn="1">
          <p15:clr>
            <a:srgbClr val="FBAE40"/>
          </p15:clr>
        </p15:guide>
        <p15:guide id="3" orient="horz" pos="2688" userDrawn="1">
          <p15:clr>
            <a:srgbClr val="FBAE40"/>
          </p15:clr>
        </p15:guide>
        <p15:guide id="4" orient="horz" pos="2334" userDrawn="1">
          <p15:clr>
            <a:srgbClr val="FBAE40"/>
          </p15:clr>
        </p15:guide>
        <p15:guide id="5" orient="horz" pos="2960" userDrawn="1">
          <p15:clr>
            <a:srgbClr val="FBAE40"/>
          </p15:clr>
        </p15:guide>
        <p15:guide id="7" orient="horz" pos="414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ngo cover with anvil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Rectangle 148">
            <a:extLst>
              <a:ext uri="{FF2B5EF4-FFF2-40B4-BE49-F238E27FC236}">
                <a16:creationId xmlns:a16="http://schemas.microsoft.com/office/drawing/2014/main" id="{3F9D113E-DB39-0CF2-578D-9B5D35C92F55}"/>
              </a:ext>
            </a:extLst>
          </p:cNvPr>
          <p:cNvSpPr/>
          <p:nvPr userDrawn="1"/>
        </p:nvSpPr>
        <p:spPr bwMode="gray">
          <a:xfrm>
            <a:off x="7102258" y="0"/>
            <a:ext cx="5092917" cy="6858000"/>
          </a:xfrm>
          <a:prstGeom prst="rect">
            <a:avLst/>
          </a:prstGeom>
          <a:solidFill>
            <a:srgbClr val="FFC932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9CF98F2-AE93-6F6D-B5F5-C2F74E0787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67600" y="250521"/>
            <a:ext cx="4538091" cy="632807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DD06AF2-2141-CEFD-4797-A6E50CC267FE}"/>
              </a:ext>
            </a:extLst>
          </p:cNvPr>
          <p:cNvSpPr/>
          <p:nvPr userDrawn="1"/>
        </p:nvSpPr>
        <p:spPr bwMode="gray">
          <a:xfrm>
            <a:off x="1" y="0"/>
            <a:ext cx="7226300" cy="6858000"/>
          </a:xfrm>
          <a:prstGeom prst="rect">
            <a:avLst/>
          </a:prstGeom>
          <a:solidFill>
            <a:schemeClr val="accent1"/>
          </a:solidFill>
          <a:ln w="1342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288000" y="2706317"/>
            <a:ext cx="6633305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72 Brand Medium" panose="020B0504030603020204" pitchFamily="34" charset="0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547097306" name="LogoWhite-Dynamic" descr="{&quot;templafy&quot;:{&quot;id&quot;:&quot;88ccaa5d-1dee-4448-8279-ebece6f8cb4a&quot;}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  <p:sp>
        <p:nvSpPr>
          <p:cNvPr id="8" name="Classification-Dynamic" descr="{&quot;templafy&quot;:{&quot;id&quot;:&quot;4d8ae1c3-ef33-4ad5-a402-2c402c040e62&quot;}}">
            <a:extLst>
              <a:ext uri="{FF2B5EF4-FFF2-40B4-BE49-F238E27FC236}">
                <a16:creationId xmlns:a16="http://schemas.microsoft.com/office/drawing/2014/main" id="{F1333C1B-AD40-D53A-5A1E-EFB8C6390D49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bg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277845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1" userDrawn="1">
          <p15:clr>
            <a:srgbClr val="FBAE40"/>
          </p15:clr>
        </p15:guide>
        <p15:guide id="2" orient="horz" pos="1704" userDrawn="1">
          <p15:clr>
            <a:srgbClr val="FBAE40"/>
          </p15:clr>
        </p15:guide>
        <p15:guide id="3" orient="horz" pos="2688" userDrawn="1">
          <p15:clr>
            <a:srgbClr val="FBAE40"/>
          </p15:clr>
        </p15:guide>
        <p15:guide id="4" orient="horz" pos="2341" userDrawn="1">
          <p15:clr>
            <a:srgbClr val="FBAE40"/>
          </p15:clr>
        </p15:guide>
        <p15:guide id="5" orient="horz" pos="2960" userDrawn="1">
          <p15:clr>
            <a:srgbClr val="FBAE40"/>
          </p15:clr>
        </p15:guide>
        <p15:guide id="7" orient="horz" pos="4144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cover with image in anvil shape">
    <p:bg>
      <p:bgPr>
        <a:solidFill>
          <a:srgbClr val="97D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CF15634C-E3A9-CDE6-5F8E-35B41DFE2B5D}"/>
              </a:ext>
            </a:extLst>
          </p:cNvPr>
          <p:cNvSpPr/>
          <p:nvPr userDrawn="1"/>
        </p:nvSpPr>
        <p:spPr bwMode="gray">
          <a:xfrm>
            <a:off x="0" y="0"/>
            <a:ext cx="12195175" cy="6858000"/>
          </a:xfrm>
          <a:prstGeom prst="rect">
            <a:avLst/>
          </a:prstGeom>
          <a:solidFill>
            <a:srgbClr val="97DD40"/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29E6C33-847C-5792-E2BD-5963C662E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01" y="2706317"/>
            <a:ext cx="5529704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D2BFABF1-DD81-F2D4-FD65-DBCD6636029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69496" y="2029240"/>
            <a:ext cx="5711687" cy="2828844"/>
          </a:xfrm>
          <a:custGeom>
            <a:avLst/>
            <a:gdLst>
              <a:gd name="connsiteX0" fmla="*/ 0 w 5453062"/>
              <a:gd name="connsiteY0" fmla="*/ 0 h 2700337"/>
              <a:gd name="connsiteX1" fmla="*/ 5453062 w 5453062"/>
              <a:gd name="connsiteY1" fmla="*/ 0 h 2700337"/>
              <a:gd name="connsiteX2" fmla="*/ 5453062 w 5453062"/>
              <a:gd name="connsiteY2" fmla="*/ 2700337 h 2700337"/>
              <a:gd name="connsiteX3" fmla="*/ 0 w 5453062"/>
              <a:gd name="connsiteY3" fmla="*/ 2700337 h 2700337"/>
              <a:gd name="connsiteX4" fmla="*/ 0 w 5453062"/>
              <a:gd name="connsiteY4" fmla="*/ 0 h 2700337"/>
              <a:gd name="connsiteX0" fmla="*/ 0 w 5453062"/>
              <a:gd name="connsiteY0" fmla="*/ 0 h 2758526"/>
              <a:gd name="connsiteX1" fmla="*/ 5453062 w 5453062"/>
              <a:gd name="connsiteY1" fmla="*/ 0 h 2758526"/>
              <a:gd name="connsiteX2" fmla="*/ 2751426 w 5453062"/>
              <a:gd name="connsiteY2" fmla="*/ 2758526 h 2758526"/>
              <a:gd name="connsiteX3" fmla="*/ 0 w 5453062"/>
              <a:gd name="connsiteY3" fmla="*/ 2700337 h 2758526"/>
              <a:gd name="connsiteX4" fmla="*/ 0 w 5453062"/>
              <a:gd name="connsiteY4" fmla="*/ 0 h 2758526"/>
              <a:gd name="connsiteX0" fmla="*/ 0 w 5453062"/>
              <a:gd name="connsiteY0" fmla="*/ 0 h 2700337"/>
              <a:gd name="connsiteX1" fmla="*/ 5453062 w 5453062"/>
              <a:gd name="connsiteY1" fmla="*/ 0 h 2700337"/>
              <a:gd name="connsiteX2" fmla="*/ 2726487 w 5453062"/>
              <a:gd name="connsiteY2" fmla="*/ 2700336 h 2700337"/>
              <a:gd name="connsiteX3" fmla="*/ 0 w 5453062"/>
              <a:gd name="connsiteY3" fmla="*/ 2700337 h 2700337"/>
              <a:gd name="connsiteX4" fmla="*/ 0 w 5453062"/>
              <a:gd name="connsiteY4" fmla="*/ 0 h 2700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53062" h="2700337">
                <a:moveTo>
                  <a:pt x="0" y="0"/>
                </a:moveTo>
                <a:lnTo>
                  <a:pt x="5453062" y="0"/>
                </a:lnTo>
                <a:lnTo>
                  <a:pt x="2726487" y="2700336"/>
                </a:lnTo>
                <a:lnTo>
                  <a:pt x="0" y="2700337"/>
                </a:lnTo>
                <a:lnTo>
                  <a:pt x="0" y="0"/>
                </a:lnTo>
                <a:close/>
              </a:path>
            </a:pathLst>
          </a:cu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        Click to add image</a:t>
            </a:r>
          </a:p>
        </p:txBody>
      </p:sp>
      <p:sp>
        <p:nvSpPr>
          <p:cNvPr id="4" name="Classification-Dynamic" descr="{&quot;templafy&quot;:{&quot;id&quot;:&quot;48c001c3-7b81-470d-8365-e72978b171b0&quot;}}">
            <a:extLst>
              <a:ext uri="{FF2B5EF4-FFF2-40B4-BE49-F238E27FC236}">
                <a16:creationId xmlns:a16="http://schemas.microsoft.com/office/drawing/2014/main" id="{13EDB9F6-FBDA-8ED8-A84B-244CC53CFF99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  <p:pic>
        <p:nvPicPr>
          <p:cNvPr id="1223611622" name="LogoBlack-Dynamic" descr="{&quot;templafy&quot;:{&quot;id&quot;:&quot;4f2d2bed-508b-4ab9-a586-095abcf8f25c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9978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4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60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with Image or Illustr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F6B4F408-95BC-730E-4114-45641ED46491}"/>
              </a:ext>
            </a:extLst>
          </p:cNvPr>
          <p:cNvSpPr/>
          <p:nvPr userDrawn="1"/>
        </p:nvSpPr>
        <p:spPr bwMode="gray">
          <a:xfrm>
            <a:off x="-1" y="0"/>
            <a:ext cx="12195175" cy="6858000"/>
          </a:xfrm>
          <a:prstGeom prst="rect">
            <a:avLst/>
          </a:prstGeom>
          <a:solidFill>
            <a:schemeClr val="bg1"/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288000" y="4024430"/>
            <a:ext cx="10899174" cy="997196"/>
          </a:xfrm>
        </p:spPr>
        <p:txBody>
          <a:bodyPr vert="horz" wrap="square" lIns="0" tIns="0" rIns="0" bIns="0" rtlCol="0">
            <a:noAutofit/>
          </a:bodyPr>
          <a:lstStyle>
            <a:lvl1pPr>
              <a:lnSpc>
                <a:spcPct val="90000"/>
              </a:lnSpc>
              <a:defRPr lang="de-DE" sz="3600" b="0" i="0" dirty="0">
                <a:latin typeface="72 Brand Medium" panose="020B05040306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FA78832-C268-4EC5-BB82-7F9D7F5B51B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12195175" cy="3430800"/>
          </a:xfrm>
        </p:spPr>
        <p:txBody>
          <a:bodyPr anchor="ctr" anchorCtr="0"/>
          <a:lstStyle>
            <a:lvl1pPr marL="0" marR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lvl1pPr>
          </a:lstStyle>
          <a:p>
            <a:pPr marL="0" marR="0" lvl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pic>
        <p:nvPicPr>
          <p:cNvPr id="48862707" name="LogoBlue-Dynamic" descr="{&quot;templafy&quot;:{&quot;id&quot;:&quot;8b55870c-384d-411d-a4a3-93918e5e90a6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6" y="6218600"/>
            <a:ext cx="727192" cy="360000"/>
          </a:xfrm>
          <a:prstGeom prst="rect">
            <a:avLst/>
          </a:prstGeom>
        </p:spPr>
      </p:pic>
      <p:sp>
        <p:nvSpPr>
          <p:cNvPr id="9" name="Classification-Dynamic" descr="{&quot;templafy&quot;:{&quot;id&quot;:&quot;66d6c1c6-6d4a-46ba-a3b7-a16559825194&quot;}}">
            <a:extLst>
              <a:ext uri="{FF2B5EF4-FFF2-40B4-BE49-F238E27FC236}">
                <a16:creationId xmlns:a16="http://schemas.microsoft.com/office/drawing/2014/main" id="{CE0C2033-6FDF-7DD6-E25C-C03296FDAD00}"/>
              </a:ext>
            </a:extLst>
          </p:cNvPr>
          <p:cNvSpPr txBox="1"/>
          <p:nvPr userDrawn="1"/>
        </p:nvSpPr>
        <p:spPr>
          <a:xfrm>
            <a:off x="282575" y="5724000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21838505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505">
          <p15:clr>
            <a:srgbClr val="FBAE40"/>
          </p15:clr>
        </p15:guide>
        <p15:guide id="2" orient="horz" pos="4144">
          <p15:clr>
            <a:srgbClr val="FBAE40"/>
          </p15:clr>
        </p15:guide>
        <p15:guide id="3" orient="horz" pos="2162">
          <p15:clr>
            <a:srgbClr val="FBAE40"/>
          </p15:clr>
        </p15:guide>
        <p15:guide id="4" pos="181">
          <p15:clr>
            <a:srgbClr val="FBAE40"/>
          </p15:clr>
        </p15:guide>
        <p15:guide id="5" orient="horz" pos="2534">
          <p15:clr>
            <a:srgbClr val="FBAE40"/>
          </p15:clr>
        </p15:guide>
        <p15:guide id="6" orient="horz" pos="3164">
          <p15:clr>
            <a:srgbClr val="FBAE40"/>
          </p15:clr>
        </p15:guide>
        <p15:guide id="7" orient="horz" pos="3232">
          <p15:clr>
            <a:srgbClr val="FBAE40"/>
          </p15:clr>
        </p15:guide>
        <p15:guide id="8" orient="horz" pos="350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cover with green anvi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615A14AB-7A75-B899-CDA1-E311E201A837}"/>
              </a:ext>
            </a:extLst>
          </p:cNvPr>
          <p:cNvSpPr/>
          <p:nvPr userDrawn="1"/>
        </p:nvSpPr>
        <p:spPr bwMode="gray">
          <a:xfrm>
            <a:off x="-1" y="0"/>
            <a:ext cx="12195175" cy="6858000"/>
          </a:xfrm>
          <a:prstGeom prst="rect">
            <a:avLst/>
          </a:prstGeom>
          <a:solidFill>
            <a:schemeClr val="bg1"/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" name="Anvil" descr="preencoded.png">
            <a:extLst>
              <a:ext uri="{FF2B5EF4-FFF2-40B4-BE49-F238E27FC236}">
                <a16:creationId xmlns:a16="http://schemas.microsoft.com/office/drawing/2014/main" id="{CAD3135A-95A0-606F-5A25-35CF890B232D}"/>
              </a:ext>
            </a:extLst>
          </p:cNvPr>
          <p:cNvSpPr/>
          <p:nvPr/>
        </p:nvSpPr>
        <p:spPr>
          <a:xfrm>
            <a:off x="5072441" y="1275473"/>
            <a:ext cx="6069341" cy="2991727"/>
          </a:xfrm>
          <a:custGeom>
            <a:avLst/>
            <a:gdLst>
              <a:gd name="connsiteX0" fmla="*/ 0 w 6069341"/>
              <a:gd name="connsiteY0" fmla="*/ 0 h 2991727"/>
              <a:gd name="connsiteX1" fmla="*/ 0 w 6069341"/>
              <a:gd name="connsiteY1" fmla="*/ 2991727 h 2991727"/>
              <a:gd name="connsiteX2" fmla="*/ 3084421 w 6069341"/>
              <a:gd name="connsiteY2" fmla="*/ 2991727 h 2991727"/>
              <a:gd name="connsiteX3" fmla="*/ 6069341 w 6069341"/>
              <a:gd name="connsiteY3" fmla="*/ 0 h 2991727"/>
              <a:gd name="connsiteX4" fmla="*/ 0 w 6069341"/>
              <a:gd name="connsiteY4" fmla="*/ 0 h 29917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69341" h="2991727">
                <a:moveTo>
                  <a:pt x="0" y="0"/>
                </a:moveTo>
                <a:lnTo>
                  <a:pt x="0" y="2991727"/>
                </a:lnTo>
                <a:lnTo>
                  <a:pt x="3084421" y="2991727"/>
                </a:lnTo>
                <a:lnTo>
                  <a:pt x="6069341" y="0"/>
                </a:lnTo>
                <a:lnTo>
                  <a:pt x="0" y="0"/>
                </a:lnTo>
                <a:close/>
              </a:path>
            </a:pathLst>
          </a:custGeom>
          <a:solidFill>
            <a:srgbClr val="97DD40"/>
          </a:solidFill>
          <a:ln w="7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72 Brand" panose="020B0504030603020204" pitchFamily="34" charset="0"/>
            </a:endParaRP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D8805AE3-41BC-E9DB-1A66-ADF41EDBC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00" y="2706317"/>
            <a:ext cx="6026739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latin typeface="72 Brand Medium" panose="020B0504030603020204" pitchFamily="34" charset="0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101496459" name="LogoBlue-Dynamic" descr="{&quot;templafy&quot;:{&quot;id&quot;:&quot;20735d1b-d3fe-4573-99ef-2a6dcfd8f4b4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  <p:sp>
        <p:nvSpPr>
          <p:cNvPr id="11" name="Classification-Dynamic" descr="{&quot;templafy&quot;:{&quot;id&quot;:&quot;93fa5ac1-a31b-4a95-b79d-e6c592d1d34b&quot;}}">
            <a:extLst>
              <a:ext uri="{FF2B5EF4-FFF2-40B4-BE49-F238E27FC236}">
                <a16:creationId xmlns:a16="http://schemas.microsoft.com/office/drawing/2014/main" id="{62D91ACB-BD14-46CB-4B61-F4B072D877C0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15547614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4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60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ght blue cover with anvi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ackground">
            <a:extLst>
              <a:ext uri="{FF2B5EF4-FFF2-40B4-BE49-F238E27FC236}">
                <a16:creationId xmlns:a16="http://schemas.microsoft.com/office/drawing/2014/main" id="{581FAEF7-1ACD-83AC-7B42-761E6A30387F}"/>
              </a:ext>
            </a:extLst>
          </p:cNvPr>
          <p:cNvSpPr/>
          <p:nvPr userDrawn="1"/>
        </p:nvSpPr>
        <p:spPr bwMode="gray">
          <a:xfrm>
            <a:off x="0" y="0"/>
            <a:ext cx="12195175" cy="6858000"/>
          </a:xfrm>
          <a:prstGeom prst="rect">
            <a:avLst/>
          </a:prstGeom>
          <a:solidFill>
            <a:srgbClr val="A6E0FF">
              <a:alpha val="42715"/>
            </a:srgbClr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2" name="Anvil" descr="preencoded.png">
            <a:extLst>
              <a:ext uri="{FF2B5EF4-FFF2-40B4-BE49-F238E27FC236}">
                <a16:creationId xmlns:a16="http://schemas.microsoft.com/office/drawing/2014/main" id="{94093846-CC07-3993-CA62-86004F1C03F9}"/>
              </a:ext>
            </a:extLst>
          </p:cNvPr>
          <p:cNvSpPr/>
          <p:nvPr/>
        </p:nvSpPr>
        <p:spPr>
          <a:xfrm>
            <a:off x="2289865" y="1275473"/>
            <a:ext cx="8851917" cy="4363327"/>
          </a:xfrm>
          <a:custGeom>
            <a:avLst/>
            <a:gdLst>
              <a:gd name="connsiteX0" fmla="*/ 0 w 8851917"/>
              <a:gd name="connsiteY0" fmla="*/ 0 h 4363327"/>
              <a:gd name="connsiteX1" fmla="*/ 0 w 8851917"/>
              <a:gd name="connsiteY1" fmla="*/ 4363327 h 4363327"/>
              <a:gd name="connsiteX2" fmla="*/ 4498517 w 8851917"/>
              <a:gd name="connsiteY2" fmla="*/ 4363327 h 4363327"/>
              <a:gd name="connsiteX3" fmla="*/ 8851917 w 8851917"/>
              <a:gd name="connsiteY3" fmla="*/ 0 h 4363327"/>
              <a:gd name="connsiteX4" fmla="*/ 0 w 8851917"/>
              <a:gd name="connsiteY4" fmla="*/ 0 h 436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51917" h="4363327">
                <a:moveTo>
                  <a:pt x="0" y="0"/>
                </a:moveTo>
                <a:lnTo>
                  <a:pt x="0" y="4363327"/>
                </a:lnTo>
                <a:lnTo>
                  <a:pt x="4498517" y="4363327"/>
                </a:lnTo>
                <a:lnTo>
                  <a:pt x="8851917" y="0"/>
                </a:lnTo>
                <a:lnTo>
                  <a:pt x="0" y="0"/>
                </a:lnTo>
                <a:close/>
              </a:path>
            </a:pathLst>
          </a:custGeom>
          <a:solidFill>
            <a:srgbClr val="A6E0FF"/>
          </a:solidFill>
          <a:ln w="1523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72 Brand" panose="020B0504030603020204" pitchFamily="34" charset="0"/>
            </a:endParaRP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098B98B-8FDE-5B19-2FC7-97058A6B53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00" y="2706317"/>
            <a:ext cx="5929920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latin typeface="72 Brand Medium" panose="020B0504030603020204" pitchFamily="34" charset="0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516919524" name="LogoBlack-Dynamic" descr="{&quot;templafy&quot;:{&quot;id&quot;:&quot;90423db4-1288-4e85-b39b-6a248287454f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  <p:sp>
        <p:nvSpPr>
          <p:cNvPr id="3" name="Classification-Dynamic" descr="{&quot;templafy&quot;:{&quot;id&quot;:&quot;75ebf09f-5e76-4149-aa2a-2bec4d9b8bf8&quot;}}">
            <a:extLst>
              <a:ext uri="{FF2B5EF4-FFF2-40B4-BE49-F238E27FC236}">
                <a16:creationId xmlns:a16="http://schemas.microsoft.com/office/drawing/2014/main" id="{D417CEF6-1FCD-75B6-FA13-C583ECCE7BE5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13159755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4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60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cover with anvi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 descr="preencoded.png">
            <a:extLst>
              <a:ext uri="{FF2B5EF4-FFF2-40B4-BE49-F238E27FC236}">
                <a16:creationId xmlns:a16="http://schemas.microsoft.com/office/drawing/2014/main" id="{5F3BB899-74C3-EBF7-C191-EC2863B8F536}"/>
              </a:ext>
            </a:extLst>
          </p:cNvPr>
          <p:cNvSpPr/>
          <p:nvPr/>
        </p:nvSpPr>
        <p:spPr>
          <a:xfrm>
            <a:off x="0" y="0"/>
            <a:ext cx="12195175" cy="6858000"/>
          </a:xfrm>
          <a:custGeom>
            <a:avLst/>
            <a:gdLst>
              <a:gd name="connsiteX0" fmla="*/ 0 w 12195175"/>
              <a:gd name="connsiteY0" fmla="*/ 0 h 6858000"/>
              <a:gd name="connsiteX1" fmla="*/ 12195175 w 12195175"/>
              <a:gd name="connsiteY1" fmla="*/ 0 h 6858000"/>
              <a:gd name="connsiteX2" fmla="*/ 12195175 w 12195175"/>
              <a:gd name="connsiteY2" fmla="*/ 6858000 h 6858000"/>
              <a:gd name="connsiteX3" fmla="*/ 0 w 121951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5175" h="6858000">
                <a:moveTo>
                  <a:pt x="0" y="0"/>
                </a:moveTo>
                <a:lnTo>
                  <a:pt x="12195175" y="0"/>
                </a:lnTo>
                <a:lnTo>
                  <a:pt x="1219517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1B90FF"/>
          </a:solidFill>
          <a:ln w="112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72 Brand" panose="020B0504030603020204" pitchFamily="34" charset="0"/>
            </a:endParaRPr>
          </a:p>
        </p:txBody>
      </p:sp>
      <p:sp>
        <p:nvSpPr>
          <p:cNvPr id="8" name="Anvil" descr="preencoded.png">
            <a:extLst>
              <a:ext uri="{FF2B5EF4-FFF2-40B4-BE49-F238E27FC236}">
                <a16:creationId xmlns:a16="http://schemas.microsoft.com/office/drawing/2014/main" id="{39A9B643-3B5A-F0D7-C3BF-3A81DE80FEB6}"/>
              </a:ext>
            </a:extLst>
          </p:cNvPr>
          <p:cNvSpPr/>
          <p:nvPr/>
        </p:nvSpPr>
        <p:spPr>
          <a:xfrm>
            <a:off x="287339" y="935666"/>
            <a:ext cx="6762048" cy="3333180"/>
          </a:xfrm>
          <a:custGeom>
            <a:avLst/>
            <a:gdLst>
              <a:gd name="connsiteX0" fmla="*/ 0 w 6762048"/>
              <a:gd name="connsiteY0" fmla="*/ 0 h 3333180"/>
              <a:gd name="connsiteX1" fmla="*/ 0 w 6762048"/>
              <a:gd name="connsiteY1" fmla="*/ 3333180 h 3333180"/>
              <a:gd name="connsiteX2" fmla="*/ 3436452 w 6762048"/>
              <a:gd name="connsiteY2" fmla="*/ 3333180 h 3333180"/>
              <a:gd name="connsiteX3" fmla="*/ 6762048 w 6762048"/>
              <a:gd name="connsiteY3" fmla="*/ 0 h 3333180"/>
              <a:gd name="connsiteX4" fmla="*/ 0 w 6762048"/>
              <a:gd name="connsiteY4" fmla="*/ 0 h 3333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62048" h="3333180">
                <a:moveTo>
                  <a:pt x="0" y="0"/>
                </a:moveTo>
                <a:lnTo>
                  <a:pt x="0" y="3333180"/>
                </a:lnTo>
                <a:lnTo>
                  <a:pt x="3436452" y="3333180"/>
                </a:lnTo>
                <a:lnTo>
                  <a:pt x="676204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2A86"/>
          </a:solidFill>
          <a:ln w="9264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72 Brand" panose="020B0504030603020204" pitchFamily="34" charset="0"/>
            </a:endParaRP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709C0759-3773-C728-D6A6-855D822107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00" y="2706317"/>
            <a:ext cx="6876593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72 Brand Medium" panose="020B0504030603020204" pitchFamily="34" charset="0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618850540" name="LogoWhite-Dynamic" descr="{&quot;templafy&quot;:{&quot;id&quot;:&quot;3997724c-f726-461c-a934-ed0eea3e805e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  <p:sp>
        <p:nvSpPr>
          <p:cNvPr id="3" name="Classification-Dynamic" descr="{&quot;templafy&quot;:{&quot;id&quot;:&quot;4b22af69-eaf6-4cf4-9157-8a7105c9b9c9&quot;}}">
            <a:extLst>
              <a:ext uri="{FF2B5EF4-FFF2-40B4-BE49-F238E27FC236}">
                <a16:creationId xmlns:a16="http://schemas.microsoft.com/office/drawing/2014/main" id="{D67AB148-356D-F356-4E6C-9664D9EB9DF3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bg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42932821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4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60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l cover with anvil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ckground" descr="preencoded.png">
            <a:extLst>
              <a:ext uri="{FF2B5EF4-FFF2-40B4-BE49-F238E27FC236}">
                <a16:creationId xmlns:a16="http://schemas.microsoft.com/office/drawing/2014/main" id="{5F3BB899-74C3-EBF7-C191-EC2863B8F536}"/>
              </a:ext>
            </a:extLst>
          </p:cNvPr>
          <p:cNvSpPr/>
          <p:nvPr/>
        </p:nvSpPr>
        <p:spPr>
          <a:xfrm>
            <a:off x="0" y="0"/>
            <a:ext cx="12195175" cy="6858000"/>
          </a:xfrm>
          <a:custGeom>
            <a:avLst/>
            <a:gdLst>
              <a:gd name="connsiteX0" fmla="*/ 0 w 12195175"/>
              <a:gd name="connsiteY0" fmla="*/ 0 h 6858000"/>
              <a:gd name="connsiteX1" fmla="*/ 12195175 w 12195175"/>
              <a:gd name="connsiteY1" fmla="*/ 0 h 6858000"/>
              <a:gd name="connsiteX2" fmla="*/ 12195175 w 12195175"/>
              <a:gd name="connsiteY2" fmla="*/ 6858000 h 6858000"/>
              <a:gd name="connsiteX3" fmla="*/ 0 w 121951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5175" h="6858000">
                <a:moveTo>
                  <a:pt x="0" y="0"/>
                </a:moveTo>
                <a:lnTo>
                  <a:pt x="12195175" y="0"/>
                </a:lnTo>
                <a:lnTo>
                  <a:pt x="1219517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CEAC"/>
          </a:solidFill>
          <a:ln w="112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72 Brand" panose="020B0504030603020204" pitchFamily="34" charset="0"/>
            </a:endParaRPr>
          </a:p>
        </p:txBody>
      </p:sp>
      <p:sp>
        <p:nvSpPr>
          <p:cNvPr id="6" name="Anvil" descr="preencoded.png">
            <a:extLst>
              <a:ext uri="{FF2B5EF4-FFF2-40B4-BE49-F238E27FC236}">
                <a16:creationId xmlns:a16="http://schemas.microsoft.com/office/drawing/2014/main" id="{F36DF1A0-33EF-D4BF-029F-2435A3EF8C01}"/>
              </a:ext>
            </a:extLst>
          </p:cNvPr>
          <p:cNvSpPr/>
          <p:nvPr/>
        </p:nvSpPr>
        <p:spPr>
          <a:xfrm>
            <a:off x="870433" y="989322"/>
            <a:ext cx="9187967" cy="4528975"/>
          </a:xfrm>
          <a:custGeom>
            <a:avLst/>
            <a:gdLst>
              <a:gd name="connsiteX0" fmla="*/ 0 w 9187967"/>
              <a:gd name="connsiteY0" fmla="*/ 0 h 4528975"/>
              <a:gd name="connsiteX1" fmla="*/ 0 w 9187967"/>
              <a:gd name="connsiteY1" fmla="*/ 4528975 h 4528975"/>
              <a:gd name="connsiteX2" fmla="*/ 4669297 w 9187967"/>
              <a:gd name="connsiteY2" fmla="*/ 4528975 h 4528975"/>
              <a:gd name="connsiteX3" fmla="*/ 9187967 w 9187967"/>
              <a:gd name="connsiteY3" fmla="*/ 0 h 4528975"/>
              <a:gd name="connsiteX4" fmla="*/ 0 w 9187967"/>
              <a:gd name="connsiteY4" fmla="*/ 0 h 4528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7967" h="4528975">
                <a:moveTo>
                  <a:pt x="0" y="0"/>
                </a:moveTo>
                <a:lnTo>
                  <a:pt x="0" y="4528975"/>
                </a:lnTo>
                <a:lnTo>
                  <a:pt x="4669297" y="4528975"/>
                </a:lnTo>
                <a:lnTo>
                  <a:pt x="9187967" y="0"/>
                </a:lnTo>
                <a:lnTo>
                  <a:pt x="0" y="0"/>
                </a:lnTo>
                <a:close/>
              </a:path>
            </a:pathLst>
          </a:custGeom>
          <a:solidFill>
            <a:srgbClr val="63EDD4"/>
          </a:solidFill>
          <a:ln w="1259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72 Brand" panose="020B0504030603020204" pitchFamily="34" charset="0"/>
            </a:endParaRPr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5515F5CA-E76C-CC3B-68A7-37E88873AB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00" y="2706317"/>
            <a:ext cx="5929920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latin typeface="72 Brand Medium" panose="020B0504030603020204" pitchFamily="34" charset="0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819696288" name="LogoBlack-Dynamic" descr="{&quot;templafy&quot;:{&quot;id&quot;:&quot;bb2106dc-07e4-4462-be96-d3555cd6537c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  <p:sp>
        <p:nvSpPr>
          <p:cNvPr id="3" name="Classification-Dynamic" descr="{&quot;templafy&quot;:{&quot;id&quot;:&quot;cc279341-5c69-402e-805a-5145e59dc73d&quot;}}">
            <a:extLst>
              <a:ext uri="{FF2B5EF4-FFF2-40B4-BE49-F238E27FC236}">
                <a16:creationId xmlns:a16="http://schemas.microsoft.com/office/drawing/2014/main" id="{BBFBBDC3-D031-6041-465D-9F7147F423CF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29102200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4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60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ith cover 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83FFCA81-9D1B-7BE9-9F97-BEDB3E67519A}"/>
              </a:ext>
            </a:extLst>
          </p:cNvPr>
          <p:cNvSpPr/>
          <p:nvPr userDrawn="1"/>
        </p:nvSpPr>
        <p:spPr bwMode="gray">
          <a:xfrm>
            <a:off x="-1" y="0"/>
            <a:ext cx="12195175" cy="6858000"/>
          </a:xfrm>
          <a:prstGeom prst="rect">
            <a:avLst/>
          </a:prstGeom>
          <a:solidFill>
            <a:schemeClr val="bg1"/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8860E7D-5DEB-5F1B-5AAF-4C41BD1A777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08700" y="0"/>
            <a:ext cx="6086475" cy="6858000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to insert picture</a:t>
            </a:r>
          </a:p>
        </p:txBody>
      </p:sp>
      <p:pic>
        <p:nvPicPr>
          <p:cNvPr id="28936725" name="Acquired Company Logo Placeholder" descr="{&quot;templafy&quot;:{&quot;id&quot;:&quot;e24a6e43-600a-4c6b-89de-bcf3787a4fa8&quot;}}" hidden="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2575" y="2141327"/>
            <a:ext cx="4125924" cy="26601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D8805AE3-41BC-E9DB-1A66-ADF41EDBC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00" y="2706317"/>
            <a:ext cx="6026739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latin typeface="72 Brand Medium" panose="020B0504030603020204" pitchFamily="34" charset="0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43776545" name="LogoBlue-Dynamic" descr="{&quot;templafy&quot;:{&quot;id&quot;:&quot;027292da-81b2-4ddf-95f0-efb45ec541b6&quot;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  <p:sp>
        <p:nvSpPr>
          <p:cNvPr id="3" name="Classification-Dynamic" descr="{&quot;templafy&quot;:{&quot;id&quot;:&quot;8ae77b9d-9796-46e2-8a7f-59bd7004b6fa&quot;}}">
            <a:extLst>
              <a:ext uri="{FF2B5EF4-FFF2-40B4-BE49-F238E27FC236}">
                <a16:creationId xmlns:a16="http://schemas.microsoft.com/office/drawing/2014/main" id="{4A078429-99DD-7555-B0F4-FEF46FD297B0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10436557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4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60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cover with anvil and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 descr="preencoded.png">
            <a:extLst>
              <a:ext uri="{FF2B5EF4-FFF2-40B4-BE49-F238E27FC236}">
                <a16:creationId xmlns:a16="http://schemas.microsoft.com/office/drawing/2014/main" id="{9DE307C8-D1C3-00E2-C5B0-2A7EBB981384}"/>
              </a:ext>
            </a:extLst>
          </p:cNvPr>
          <p:cNvSpPr/>
          <p:nvPr/>
        </p:nvSpPr>
        <p:spPr>
          <a:xfrm>
            <a:off x="0" y="0"/>
            <a:ext cx="12195175" cy="6861495"/>
          </a:xfrm>
          <a:custGeom>
            <a:avLst/>
            <a:gdLst>
              <a:gd name="connsiteX0" fmla="*/ 0 w 12195175"/>
              <a:gd name="connsiteY0" fmla="*/ 0 h 6861495"/>
              <a:gd name="connsiteX1" fmla="*/ 12195175 w 12195175"/>
              <a:gd name="connsiteY1" fmla="*/ 0 h 6861495"/>
              <a:gd name="connsiteX2" fmla="*/ 12195175 w 12195175"/>
              <a:gd name="connsiteY2" fmla="*/ 6861496 h 6861495"/>
              <a:gd name="connsiteX3" fmla="*/ 0 w 12195175"/>
              <a:gd name="connsiteY3" fmla="*/ 6861496 h 6861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5175" h="6861495">
                <a:moveTo>
                  <a:pt x="0" y="0"/>
                </a:moveTo>
                <a:lnTo>
                  <a:pt x="12195175" y="0"/>
                </a:lnTo>
                <a:lnTo>
                  <a:pt x="12195175" y="6861496"/>
                </a:lnTo>
                <a:lnTo>
                  <a:pt x="0" y="6861496"/>
                </a:lnTo>
                <a:close/>
              </a:path>
            </a:pathLst>
          </a:custGeom>
          <a:solidFill>
            <a:srgbClr val="0057D2"/>
          </a:solidFill>
          <a:ln w="1016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72 Brand" panose="020B0504030603020204" pitchFamily="34" charset="0"/>
            </a:endParaRPr>
          </a:p>
        </p:txBody>
      </p:sp>
      <p:sp>
        <p:nvSpPr>
          <p:cNvPr id="6" name="Anvil" descr="preencoded.png">
            <a:extLst>
              <a:ext uri="{FF2B5EF4-FFF2-40B4-BE49-F238E27FC236}">
                <a16:creationId xmlns:a16="http://schemas.microsoft.com/office/drawing/2014/main" id="{6C575B3E-49FD-8450-F2CB-84C6E7A1153D}"/>
              </a:ext>
            </a:extLst>
          </p:cNvPr>
          <p:cNvSpPr/>
          <p:nvPr/>
        </p:nvSpPr>
        <p:spPr>
          <a:xfrm>
            <a:off x="752355" y="1156532"/>
            <a:ext cx="5613722" cy="2756252"/>
          </a:xfrm>
          <a:custGeom>
            <a:avLst/>
            <a:gdLst>
              <a:gd name="connsiteX0" fmla="*/ 0 w 5613722"/>
              <a:gd name="connsiteY0" fmla="*/ 0 h 2756252"/>
              <a:gd name="connsiteX1" fmla="*/ 0 w 5613722"/>
              <a:gd name="connsiteY1" fmla="*/ 2756252 h 2756252"/>
              <a:gd name="connsiteX2" fmla="*/ 2852875 w 5613722"/>
              <a:gd name="connsiteY2" fmla="*/ 2756252 h 2756252"/>
              <a:gd name="connsiteX3" fmla="*/ 5613722 w 5613722"/>
              <a:gd name="connsiteY3" fmla="*/ 0 h 2756252"/>
              <a:gd name="connsiteX4" fmla="*/ 0 w 5613722"/>
              <a:gd name="connsiteY4" fmla="*/ 0 h 2756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13722" h="2756252">
                <a:moveTo>
                  <a:pt x="0" y="0"/>
                </a:moveTo>
                <a:lnTo>
                  <a:pt x="0" y="2756252"/>
                </a:lnTo>
                <a:lnTo>
                  <a:pt x="2852875" y="2756252"/>
                </a:lnTo>
                <a:lnTo>
                  <a:pt x="561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1B90FF"/>
          </a:solidFill>
          <a:ln w="927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72 Brand" panose="020B0504030603020204" pitchFamily="34" charset="0"/>
            </a:endParaRP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F6D8674-EA25-0C87-7F7A-4B6FFA7F1F1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836062" y="0"/>
            <a:ext cx="4359114" cy="6858000"/>
          </a:xfrm>
        </p:spPr>
        <p:txBody>
          <a:bodyPr anchor="ctr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A222ABC1-A03E-5EDE-02E2-6F3794850C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0401" y="2206502"/>
            <a:ext cx="5529704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465515398" name="LogoWhite-Dynamic" descr="{&quot;templafy&quot;:{&quot;id&quot;:&quot;b6283d4d-fd41-4f6f-82ba-43eeaadae4a0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  <p:sp>
        <p:nvSpPr>
          <p:cNvPr id="5" name="Classification-Dynamic" descr="{&quot;templafy&quot;:{&quot;id&quot;:&quot;0a0fd469-d7b1-471c-964f-0d62664a9222&quot;}}">
            <a:extLst>
              <a:ext uri="{FF2B5EF4-FFF2-40B4-BE49-F238E27FC236}">
                <a16:creationId xmlns:a16="http://schemas.microsoft.com/office/drawing/2014/main" id="{7A6CB977-D711-D436-9DC2-AAFCC56F9CAA}"/>
              </a:ext>
            </a:extLst>
          </p:cNvPr>
          <p:cNvSpPr txBox="1"/>
          <p:nvPr userDrawn="1"/>
        </p:nvSpPr>
        <p:spPr>
          <a:xfrm>
            <a:off x="440401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bg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19797496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4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60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genda items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11185200" cy="4787900"/>
          </a:xfrm>
        </p:spPr>
        <p:txBody>
          <a:bodyPr>
            <a:noAutofit/>
          </a:bodyPr>
          <a:lstStyle>
            <a:lvl1pPr marL="0" marR="0" indent="0" algn="l" defTabSz="1088558" rtl="0" eaLnBrk="1" fontAlgn="auto" latinLnBrk="0" hangingPunct="1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2000" b="0"/>
            </a:lvl1pPr>
            <a:lvl2pPr marL="179964" marR="0" indent="-179964" algn="l" defTabSz="108855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tabLst/>
              <a:defRPr sz="1800"/>
            </a:lvl2pPr>
            <a:lvl3pPr marL="359928" marR="0" indent="-179352" algn="l" defTabSz="1088558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itchFamily="34" charset="0"/>
              <a:buChar char="–"/>
              <a:tabLst/>
              <a:defRPr sz="1800" baseline="0"/>
            </a:lvl3pPr>
            <a:lvl4pPr marL="539892" marR="0" indent="-179964" algn="l" defTabSz="1088558" rtl="0" eaLnBrk="1" fontAlgn="auto" latinLnBrk="0" hangingPunct="1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Courier New" pitchFamily="49" charset="0"/>
              <a:buChar char="o"/>
              <a:tabLst/>
              <a:defRPr sz="1600"/>
            </a:lvl4pPr>
            <a:lvl5pPr>
              <a:buClr>
                <a:schemeClr val="accent2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Agenda Item/Divider Headline</a:t>
            </a:r>
          </a:p>
          <a:p>
            <a:pPr lvl="1"/>
            <a:r>
              <a:rPr lang="en-US"/>
              <a:t>Details</a:t>
            </a:r>
          </a:p>
        </p:txBody>
      </p:sp>
      <p:sp>
        <p:nvSpPr>
          <p:cNvPr id="3" name="Agenda title"/>
          <p:cNvSpPr>
            <a:spLocks noGrp="1"/>
          </p:cNvSpPr>
          <p:nvPr>
            <p:ph type="title" hasCustomPrompt="1"/>
          </p:nvPr>
        </p:nvSpPr>
        <p:spPr>
          <a:xfrm>
            <a:off x="504000" y="505381"/>
            <a:ext cx="11186476" cy="369332"/>
          </a:xfrm>
        </p:spPr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8593606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6" userDrawn="1">
          <p15:clr>
            <a:srgbClr val="FBAE40"/>
          </p15:clr>
        </p15:guide>
        <p15:guide id="2" orient="horz" pos="958" userDrawn="1">
          <p15:clr>
            <a:srgbClr val="FBAE40"/>
          </p15:clr>
        </p15:guide>
        <p15:guide id="3" pos="7364" userDrawn="1">
          <p15:clr>
            <a:srgbClr val="FBAE40"/>
          </p15:clr>
        </p15:guide>
        <p15:guide id="4" orient="horz" pos="316" userDrawn="1">
          <p15:clr>
            <a:srgbClr val="FBAE40"/>
          </p15:clr>
        </p15:guide>
        <p15:guide id="5" orient="horz" pos="551" userDrawn="1">
          <p15:clr>
            <a:srgbClr val="FBAE40"/>
          </p15:clr>
        </p15:guide>
        <p15:guide id="6" orient="horz" pos="3997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3090446"/>
            <a:ext cx="11185200" cy="677108"/>
          </a:xfrm>
        </p:spPr>
        <p:txBody>
          <a:bodyPr anchor="ctr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952787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03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pos="7364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Pag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vider image placeholder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1" y="3427200"/>
            <a:ext cx="12195175" cy="3430800"/>
          </a:xfrm>
          <a:noFill/>
        </p:spPr>
        <p:txBody>
          <a:bodyPr tIns="324000"/>
          <a:lstStyle>
            <a:lvl1pPr marL="0" marR="0" indent="0" algn="ctr" defTabSz="1088558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600">
                <a:solidFill>
                  <a:schemeClr val="tx1"/>
                </a:solidFill>
              </a:defRPr>
            </a:lvl1pPr>
          </a:lstStyle>
          <a:p>
            <a:pPr marL="0" marR="0" lvl="0" indent="0" algn="ctr" defTabSz="1088558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Placeholder for image and illustration</a:t>
            </a:r>
          </a:p>
        </p:txBody>
      </p:sp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1375046"/>
            <a:ext cx="11185200" cy="677108"/>
          </a:xfrm>
        </p:spPr>
        <p:txBody>
          <a:bodyPr anchor="t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898527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7364" userDrawn="1">
          <p15:clr>
            <a:srgbClr val="FBAE40"/>
          </p15:clr>
        </p15:guide>
        <p15:guide id="3" pos="303" userDrawn="1">
          <p15:clr>
            <a:srgbClr val="FBAE40"/>
          </p15:clr>
        </p15:guide>
        <p15:guide id="4" orient="horz" pos="865" userDrawn="1">
          <p15:clr>
            <a:srgbClr val="FBAE40"/>
          </p15:clr>
        </p15:guide>
        <p15:guide id="5" orient="horz" pos="1294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 Pag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1375046"/>
            <a:ext cx="11185200" cy="677108"/>
          </a:xfrm>
        </p:spPr>
        <p:txBody>
          <a:bodyPr anchor="t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453302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7364" userDrawn="1">
          <p15:clr>
            <a:srgbClr val="FBAE40"/>
          </p15:clr>
        </p15:guide>
        <p15:guide id="3" pos="303" userDrawn="1">
          <p15:clr>
            <a:srgbClr val="FBAE40"/>
          </p15:clr>
        </p15:guide>
        <p15:guide id="4" orient="horz" pos="865" userDrawn="1">
          <p15:clr>
            <a:srgbClr val="FBAE40"/>
          </p15:clr>
        </p15:guide>
        <p15:guide id="5" orient="horz" pos="1294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7436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3" userDrawn="1">
          <p15:clr>
            <a:srgbClr val="FBAE40"/>
          </p15:clr>
        </p15:guide>
        <p15:guide id="2" orient="horz" pos="317" userDrawn="1">
          <p15:clr>
            <a:srgbClr val="FBAE40"/>
          </p15:clr>
        </p15:guide>
        <p15:guide id="3" pos="7364" userDrawn="1">
          <p15:clr>
            <a:srgbClr val="FBAE40"/>
          </p15:clr>
        </p15:guide>
        <p15:guide id="4" orient="horz" pos="551" userDrawn="1">
          <p15:clr>
            <a:srgbClr val="FBAE40"/>
          </p15:clr>
        </p15:guide>
        <p15:guide id="5" orient="horz" pos="3992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11186477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Start typing to add text without a bullet point. To add a bullet point, place the cursor at the start of this line and press tab.</a:t>
            </a:r>
            <a:endParaRPr lang="en-US" noProof="0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>
            <a:lvl1pPr>
              <a:defRPr b="0"/>
            </a:lvl1pPr>
          </a:lstStyle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3322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3" userDrawn="1">
          <p15:clr>
            <a:srgbClr val="FBAE40"/>
          </p15:clr>
        </p15:guide>
        <p15:guide id="2" orient="horz" pos="3997" userDrawn="1">
          <p15:clr>
            <a:srgbClr val="FBAE40"/>
          </p15:clr>
        </p15:guide>
        <p15:guide id="3" pos="7364" userDrawn="1">
          <p15:clr>
            <a:srgbClr val="FBAE40"/>
          </p15:clr>
        </p15:guide>
        <p15:guide id="4" orient="horz" pos="318" userDrawn="1">
          <p15:clr>
            <a:srgbClr val="FBAE40"/>
          </p15:clr>
        </p15:guide>
        <p15:guide id="5" orient="horz" pos="552" userDrawn="1">
          <p15:clr>
            <a:srgbClr val="FBAE40"/>
          </p15:clr>
        </p15:guide>
        <p15:guide id="6" orient="horz" pos="95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- column 2"/>
          <p:cNvSpPr>
            <a:spLocks noGrp="1"/>
          </p:cNvSpPr>
          <p:nvPr>
            <p:ph type="body" sz="quarter" idx="11" hasCustomPrompt="1"/>
          </p:nvPr>
        </p:nvSpPr>
        <p:spPr>
          <a:xfrm>
            <a:off x="6362477" y="1548000"/>
            <a:ext cx="5328000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5328000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481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6" userDrawn="1">
          <p15:clr>
            <a:srgbClr val="FBAE40"/>
          </p15:clr>
        </p15:guide>
        <p15:guide id="2" orient="horz" pos="3997" userDrawn="1">
          <p15:clr>
            <a:srgbClr val="FBAE40"/>
          </p15:clr>
        </p15:guide>
        <p15:guide id="3" pos="7364" userDrawn="1">
          <p15:clr>
            <a:srgbClr val="FBAE40"/>
          </p15:clr>
        </p15:guide>
        <p15:guide id="4" pos="3674" userDrawn="1">
          <p15:clr>
            <a:srgbClr val="FBAE40"/>
          </p15:clr>
        </p15:guide>
        <p15:guide id="5" pos="4007" userDrawn="1">
          <p15:clr>
            <a:srgbClr val="FBAE40"/>
          </p15:clr>
        </p15:guide>
        <p15:guide id="6" orient="horz" pos="317" userDrawn="1">
          <p15:clr>
            <a:srgbClr val="FBAE40"/>
          </p15:clr>
        </p15:guide>
        <p15:guide id="7" orient="horz" pos="551" userDrawn="1">
          <p15:clr>
            <a:srgbClr val="FBAE40"/>
          </p15:clr>
        </p15:guide>
        <p15:guide id="8" orient="horz" pos="958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- column 3"/>
          <p:cNvSpPr>
            <a:spLocks noGrp="1"/>
          </p:cNvSpPr>
          <p:nvPr>
            <p:ph type="body" sz="quarter" idx="13" hasCustomPrompt="1"/>
          </p:nvPr>
        </p:nvSpPr>
        <p:spPr>
          <a:xfrm>
            <a:off x="8126477" y="1548000"/>
            <a:ext cx="3564000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- column 2"/>
          <p:cNvSpPr>
            <a:spLocks noGrp="1"/>
          </p:cNvSpPr>
          <p:nvPr>
            <p:ph type="body" sz="quarter" idx="12" hasCustomPrompt="1"/>
          </p:nvPr>
        </p:nvSpPr>
        <p:spPr>
          <a:xfrm>
            <a:off x="4315238" y="1548000"/>
            <a:ext cx="3564000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3564000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416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 userDrawn="1">
          <p15:clr>
            <a:srgbClr val="FBAE40"/>
          </p15:clr>
        </p15:guide>
        <p15:guide id="2" orient="horz" pos="317" userDrawn="1">
          <p15:clr>
            <a:srgbClr val="FBAE40"/>
          </p15:clr>
        </p15:guide>
        <p15:guide id="3" pos="2563" userDrawn="1">
          <p15:clr>
            <a:srgbClr val="FBAE40"/>
          </p15:clr>
        </p15:guide>
        <p15:guide id="4" pos="2717" userDrawn="1">
          <p15:clr>
            <a:srgbClr val="FBAE40"/>
          </p15:clr>
        </p15:guide>
        <p15:guide id="5" pos="4964" userDrawn="1">
          <p15:clr>
            <a:srgbClr val="FBAE40"/>
          </p15:clr>
        </p15:guide>
        <p15:guide id="6" pos="5119" userDrawn="1">
          <p15:clr>
            <a:srgbClr val="FBAE40"/>
          </p15:clr>
        </p15:guide>
        <p15:guide id="7" pos="7364" userDrawn="1">
          <p15:clr>
            <a:srgbClr val="FBAE40"/>
          </p15:clr>
        </p15:guide>
        <p15:guide id="8" orient="horz" pos="551" userDrawn="1">
          <p15:clr>
            <a:srgbClr val="FBAE40"/>
          </p15:clr>
        </p15:guide>
        <p15:guide id="9" orient="horz" pos="958" userDrawn="1">
          <p15:clr>
            <a:srgbClr val="FBAE40"/>
          </p15:clr>
        </p15:guide>
        <p15:guide id="10" orient="horz" pos="3997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362477" y="4770000"/>
            <a:ext cx="5328000" cy="1575238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362477" y="1548000"/>
            <a:ext cx="5328000" cy="279259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4770000"/>
            <a:ext cx="5328000" cy="1575238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548000"/>
            <a:ext cx="5328000" cy="279259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941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 userDrawn="1">
          <p15:clr>
            <a:srgbClr val="FBAE40"/>
          </p15:clr>
        </p15:guide>
        <p15:guide id="2" orient="horz" pos="317" userDrawn="1">
          <p15:clr>
            <a:srgbClr val="FBAE40"/>
          </p15:clr>
        </p15:guide>
        <p15:guide id="3" orient="horz" pos="551" userDrawn="1">
          <p15:clr>
            <a:srgbClr val="FBAE40"/>
          </p15:clr>
        </p15:guide>
        <p15:guide id="4" orient="horz" pos="958" userDrawn="1">
          <p15:clr>
            <a:srgbClr val="FBAE40"/>
          </p15:clr>
        </p15:guide>
        <p15:guide id="5" orient="horz" pos="2750" userDrawn="1">
          <p15:clr>
            <a:srgbClr val="FBAE40"/>
          </p15:clr>
        </p15:guide>
        <p15:guide id="6" orient="horz" pos="3004" userDrawn="1">
          <p15:clr>
            <a:srgbClr val="FBAE40"/>
          </p15:clr>
        </p15:guide>
        <p15:guide id="7" orient="horz" pos="3997" userDrawn="1">
          <p15:clr>
            <a:srgbClr val="FBAE40"/>
          </p15:clr>
        </p15:guide>
        <p15:guide id="8" pos="3682" userDrawn="1">
          <p15:clr>
            <a:srgbClr val="FBAE40"/>
          </p15:clr>
        </p15:guide>
        <p15:guide id="9" pos="4000" userDrawn="1">
          <p15:clr>
            <a:srgbClr val="FBAE40"/>
          </p15:clr>
        </p15:guide>
        <p15:guide id="10" pos="7364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8299277" y="4354921"/>
            <a:ext cx="3391200" cy="198107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299277" y="1548000"/>
            <a:ext cx="3391200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4401639" y="4354921"/>
            <a:ext cx="3391200" cy="198107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401639" y="1548000"/>
            <a:ext cx="3391200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4354921"/>
            <a:ext cx="3391200" cy="198107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548000"/>
            <a:ext cx="3391200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6675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 userDrawn="1">
          <p15:clr>
            <a:srgbClr val="FBAE40"/>
          </p15:clr>
        </p15:guide>
        <p15:guide id="2" orient="horz" pos="317" userDrawn="1">
          <p15:clr>
            <a:srgbClr val="FBAE40"/>
          </p15:clr>
        </p15:guide>
        <p15:guide id="3" pos="2455" userDrawn="1">
          <p15:clr>
            <a:srgbClr val="FBAE40"/>
          </p15:clr>
        </p15:guide>
        <p15:guide id="4" pos="2773" userDrawn="1">
          <p15:clr>
            <a:srgbClr val="FBAE40"/>
          </p15:clr>
        </p15:guide>
        <p15:guide id="5" pos="4910" userDrawn="1">
          <p15:clr>
            <a:srgbClr val="FBAE40"/>
          </p15:clr>
        </p15:guide>
        <p15:guide id="6" pos="5227" userDrawn="1">
          <p15:clr>
            <a:srgbClr val="FBAE40"/>
          </p15:clr>
        </p15:guide>
        <p15:guide id="7" pos="7364" userDrawn="1">
          <p15:clr>
            <a:srgbClr val="FBAE40"/>
          </p15:clr>
        </p15:guide>
        <p15:guide id="8" orient="horz" pos="551" userDrawn="1">
          <p15:clr>
            <a:srgbClr val="FBAE40"/>
          </p15:clr>
        </p15:guide>
        <p15:guide id="9" orient="horz" pos="958" userDrawn="1">
          <p15:clr>
            <a:srgbClr val="FBAE40"/>
          </p15:clr>
        </p15:guide>
        <p15:guide id="10" orient="horz" pos="2428" userDrawn="1">
          <p15:clr>
            <a:srgbClr val="FBAE40"/>
          </p15:clr>
        </p15:guide>
        <p15:guide id="11" orient="horz" pos="2743" userDrawn="1">
          <p15:clr>
            <a:srgbClr val="FBAE40"/>
          </p15:clr>
        </p15:guide>
        <p15:guide id="12" orient="horz" pos="3997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- column 2"/>
          <p:cNvSpPr>
            <a:spLocks noGrp="1"/>
          </p:cNvSpPr>
          <p:nvPr>
            <p:ph type="body" sz="quarter" idx="13" hasCustomPrompt="1"/>
          </p:nvPr>
        </p:nvSpPr>
        <p:spPr>
          <a:xfrm>
            <a:off x="9274877" y="3878221"/>
            <a:ext cx="2415600" cy="245778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4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9274877" y="1548000"/>
            <a:ext cx="2415600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13" name="Text placeholder - column 2"/>
          <p:cNvSpPr>
            <a:spLocks noGrp="1"/>
          </p:cNvSpPr>
          <p:nvPr>
            <p:ph type="body" sz="quarter" idx="17" hasCustomPrompt="1"/>
          </p:nvPr>
        </p:nvSpPr>
        <p:spPr>
          <a:xfrm>
            <a:off x="6351252" y="3878221"/>
            <a:ext cx="2415600" cy="245778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351252" y="1548000"/>
            <a:ext cx="2415600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9" name="Text placeholder - column 2"/>
          <p:cNvSpPr>
            <a:spLocks noGrp="1"/>
          </p:cNvSpPr>
          <p:nvPr>
            <p:ph type="body" sz="quarter" idx="15" hasCustomPrompt="1"/>
          </p:nvPr>
        </p:nvSpPr>
        <p:spPr>
          <a:xfrm>
            <a:off x="3427626" y="3878221"/>
            <a:ext cx="2415600" cy="245778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427626" y="1548000"/>
            <a:ext cx="2415600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- column 2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3878220"/>
            <a:ext cx="2415600" cy="245778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548000"/>
            <a:ext cx="2415600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594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 userDrawn="1">
          <p15:clr>
            <a:srgbClr val="FBAE40"/>
          </p15:clr>
        </p15:guide>
        <p15:guide id="2" orient="horz" pos="317" userDrawn="1">
          <p15:clr>
            <a:srgbClr val="FBAE40"/>
          </p15:clr>
        </p15:guide>
        <p15:guide id="3" orient="horz" pos="551" userDrawn="1">
          <p15:clr>
            <a:srgbClr val="FBAE40"/>
          </p15:clr>
        </p15:guide>
        <p15:guide id="4" orient="horz" pos="958" userDrawn="1">
          <p15:clr>
            <a:srgbClr val="FBAE40"/>
          </p15:clr>
        </p15:guide>
        <p15:guide id="5" orient="horz" pos="2160" userDrawn="1">
          <p15:clr>
            <a:srgbClr val="FBAE40"/>
          </p15:clr>
        </p15:guide>
        <p15:guide id="6" orient="horz" pos="2442" userDrawn="1">
          <p15:clr>
            <a:srgbClr val="FBAE40"/>
          </p15:clr>
        </p15:guide>
        <p15:guide id="7" orient="horz" pos="3990" userDrawn="1">
          <p15:clr>
            <a:srgbClr val="FBAE40"/>
          </p15:clr>
        </p15:guide>
        <p15:guide id="8" pos="1840" userDrawn="1">
          <p15:clr>
            <a:srgbClr val="FBAE40"/>
          </p15:clr>
        </p15:guide>
        <p15:guide id="9" pos="2159" userDrawn="1">
          <p15:clr>
            <a:srgbClr val="FBAE40"/>
          </p15:clr>
        </p15:guide>
        <p15:guide id="10" pos="3683" userDrawn="1">
          <p15:clr>
            <a:srgbClr val="FBAE40"/>
          </p15:clr>
        </p15:guide>
        <p15:guide id="11" pos="4000" userDrawn="1">
          <p15:clr>
            <a:srgbClr val="FBAE40"/>
          </p15:clr>
        </p15:guide>
        <p15:guide id="12" pos="5525" userDrawn="1">
          <p15:clr>
            <a:srgbClr val="FBAE40"/>
          </p15:clr>
        </p15:guide>
        <p15:guide id="13" pos="5842" userDrawn="1">
          <p15:clr>
            <a:srgbClr val="FBAE40"/>
          </p15:clr>
        </p15:guide>
        <p15:guide id="14" pos="7364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Quote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800000"/>
            <a:ext cx="11185200" cy="3285032"/>
          </a:xfrm>
        </p:spPr>
        <p:txBody>
          <a:bodyPr/>
          <a:lstStyle>
            <a:lvl1pPr marL="395921" indent="-395921">
              <a:lnSpc>
                <a:spcPct val="90000"/>
              </a:lnSpc>
              <a:spcBef>
                <a:spcPts val="600"/>
              </a:spcBef>
              <a:defRPr sz="5999" b="0" i="0">
                <a:latin typeface="72 Brand Medium" panose="020B0504030603020204" pitchFamily="34" charset="0"/>
              </a:defRPr>
            </a:lvl1pPr>
            <a:lvl2pPr marL="395921" indent="0">
              <a:buNone/>
              <a:defRPr sz="1600"/>
            </a:lvl2pPr>
          </a:lstStyle>
          <a:p>
            <a:pPr lvl="0"/>
            <a:r>
              <a:rPr lang="en-US" noProof="0"/>
              <a:t>“Quote goes here </a:t>
            </a:r>
            <a:br>
              <a:rPr lang="en-US" noProof="0"/>
            </a:br>
            <a:r>
              <a:rPr lang="en-US" noProof="0"/>
              <a:t>and here.”</a:t>
            </a:r>
          </a:p>
          <a:p>
            <a:pPr lvl="1"/>
            <a:r>
              <a:rPr lang="en-US" noProof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9327859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 userDrawn="1">
          <p15:clr>
            <a:srgbClr val="FBAE40"/>
          </p15:clr>
        </p15:guide>
        <p15:guide id="4" orient="horz" pos="1133" userDrawn="1">
          <p15:clr>
            <a:srgbClr val="FBAE40"/>
          </p15:clr>
        </p15:guide>
        <p15:guide id="5" orient="horz" pos="3204" userDrawn="1">
          <p15:clr>
            <a:srgbClr val="FBAE40"/>
          </p15:clr>
        </p15:guide>
        <p15:guide id="6" pos="7363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with Image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/3 righ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8127175" y="0"/>
            <a:ext cx="4068000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</a:t>
            </a:r>
            <a:endParaRPr lang="de-DE"/>
          </a:p>
        </p:txBody>
      </p:sp>
      <p:sp>
        <p:nvSpPr>
          <p:cNvPr id="7" name="Text Placeholder"/>
          <p:cNvSpPr>
            <a:spLocks noGrp="1"/>
          </p:cNvSpPr>
          <p:nvPr>
            <p:ph type="body" sz="quarter" idx="11" hasCustomPrompt="1"/>
          </p:nvPr>
        </p:nvSpPr>
        <p:spPr bwMode="black">
          <a:xfrm>
            <a:off x="503999" y="1548000"/>
            <a:ext cx="7092000" cy="4788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7092000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0202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 userDrawn="1">
          <p15:clr>
            <a:srgbClr val="FBAE40"/>
          </p15:clr>
        </p15:guide>
        <p15:guide id="2" orient="horz" pos="3991" userDrawn="1">
          <p15:clr>
            <a:srgbClr val="FBAE40"/>
          </p15:clr>
        </p15:guide>
        <p15:guide id="3" pos="4786" userDrawn="1">
          <p15:clr>
            <a:srgbClr val="FBAE40"/>
          </p15:clr>
        </p15:guide>
        <p15:guide id="4" pos="5111" userDrawn="1">
          <p15:clr>
            <a:srgbClr val="FBAE40"/>
          </p15:clr>
        </p15:guide>
        <p15:guide id="5" orient="horz" pos="317" userDrawn="1">
          <p15:clr>
            <a:srgbClr val="FBAE40"/>
          </p15:clr>
        </p15:guide>
        <p15:guide id="6" orient="horz" pos="551" userDrawn="1">
          <p15:clr>
            <a:srgbClr val="FBAE40"/>
          </p15:clr>
        </p15:guide>
        <p15:guide id="7" orient="horz" pos="958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" y="0"/>
            <a:ext cx="12195175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97911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creen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362477" y="1557338"/>
            <a:ext cx="5328000" cy="4788000"/>
          </a:xfrm>
          <a:noFill/>
        </p:spPr>
        <p:txBody>
          <a:bodyPr vert="horz" lIns="0" tIns="1512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screenshot</a:t>
            </a:r>
            <a:endParaRPr lang="de-DE"/>
          </a:p>
        </p:txBody>
      </p:sp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5328000" cy="4788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2272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 userDrawn="1">
          <p15:clr>
            <a:srgbClr val="FBAE40"/>
          </p15:clr>
        </p15:guide>
        <p15:guide id="2" orient="horz" pos="981" userDrawn="1">
          <p15:clr>
            <a:srgbClr val="FBAE40"/>
          </p15:clr>
        </p15:guide>
        <p15:guide id="3" pos="3674" userDrawn="1">
          <p15:clr>
            <a:srgbClr val="FBAE40"/>
          </p15:clr>
        </p15:guide>
        <p15:guide id="4" pos="4008" userDrawn="1">
          <p15:clr>
            <a:srgbClr val="FBAE40"/>
          </p15:clr>
        </p15:guide>
        <p15:guide id="5" pos="7364" userDrawn="1">
          <p15:clr>
            <a:srgbClr val="FBAE40"/>
          </p15:clr>
        </p15:guide>
        <p15:guide id="6" orient="horz" pos="317" userDrawn="1">
          <p15:clr>
            <a:srgbClr val="FBAE40"/>
          </p15:clr>
        </p15:guide>
        <p15:guide id="7" orient="horz" pos="551" userDrawn="1">
          <p15:clr>
            <a:srgbClr val="FBAE40"/>
          </p15:clr>
        </p15:guide>
        <p15:guide id="8" orient="horz" pos="3991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"/>
          <p:cNvSpPr>
            <a:spLocks noGrp="1"/>
          </p:cNvSpPr>
          <p:nvPr>
            <p:ph idx="1" hasCustomPrompt="1"/>
          </p:nvPr>
        </p:nvSpPr>
        <p:spPr bwMode="gray">
          <a:xfrm>
            <a:off x="504000" y="1548000"/>
            <a:ext cx="11185200" cy="4788000"/>
          </a:xfrm>
          <a:noFill/>
        </p:spPr>
        <p:txBody>
          <a:bodyPr tIns="1368000"/>
          <a:lstStyle>
            <a:lvl1pPr algn="ctr">
              <a:defRPr sz="1400" b="0"/>
            </a:lvl1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0987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 userDrawn="1">
          <p15:clr>
            <a:srgbClr val="FBAE40"/>
          </p15:clr>
        </p15:guide>
        <p15:guide id="2" orient="horz" pos="317" userDrawn="1">
          <p15:clr>
            <a:srgbClr val="FBAE40"/>
          </p15:clr>
        </p15:guide>
        <p15:guide id="3" orient="horz" pos="551" userDrawn="1">
          <p15:clr>
            <a:srgbClr val="FBAE40"/>
          </p15:clr>
        </p15:guide>
        <p15:guide id="4" orient="horz" pos="981" userDrawn="1">
          <p15:clr>
            <a:srgbClr val="FBAE40"/>
          </p15:clr>
        </p15:guide>
        <p15:guide id="5" orient="horz" pos="3991" userDrawn="1">
          <p15:clr>
            <a:srgbClr val="FBAE40"/>
          </p15:clr>
        </p15:guide>
        <p15:guide id="6" pos="7364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42181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1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, Contact and Copy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pyright - Dynamic" descr="{&quot;templafy&quot;:{&quot;id&quot;:&quot;aaba257b-f786-4533-a1e6-6425df7871fe&quot;}}">
            <a:extLst>
              <a:ext uri="{FF2B5EF4-FFF2-40B4-BE49-F238E27FC236}">
                <a16:creationId xmlns:a16="http://schemas.microsoft.com/office/drawing/2014/main" id="{EDAF1AF5-D568-20CC-6052-F655D86F5486}"/>
              </a:ext>
            </a:extLst>
          </p:cNvPr>
          <p:cNvSpPr txBox="1">
            <a:spLocks/>
          </p:cNvSpPr>
          <p:nvPr userDrawn="1"/>
        </p:nvSpPr>
        <p:spPr>
          <a:xfrm>
            <a:off x="504001" y="6536751"/>
            <a:ext cx="10155600" cy="138498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>
                <a:schemeClr val="accent1"/>
              </a:buClr>
              <a:buSzPct val="80000"/>
              <a:buFontTx/>
              <a:buNone/>
              <a:defRPr sz="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20000"/>
              <a:buFont typeface="Arial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892" indent="0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sz="600" b="0" i="0">
                <a:latin typeface="+mn-lt"/>
              </a:rPr>
              <a:t>© 2024 SAP SE or an SAP affiliate company. All rights reserved. See Legal Notice on www.sap.com/legal-notice for use terms, disclaimers, disclosures, or restrictions related to this material.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692DE12-4084-77D2-FD2A-8E63F6FBE7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1543050"/>
            <a:ext cx="5413477" cy="846386"/>
          </a:xfrm>
        </p:spPr>
        <p:txBody>
          <a:bodyPr/>
          <a:lstStyle>
            <a:lvl1pPr>
              <a:defRPr sz="5500" b="0" i="0">
                <a:latin typeface="72 Brand Medium" panose="020B0504030603020204" pitchFamily="34" charset="0"/>
              </a:defRPr>
            </a:lvl1pPr>
          </a:lstStyle>
          <a:p>
            <a:r>
              <a:rPr lang="en-GB"/>
              <a:t>Thank you.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A23274F-1EBD-A73A-AC54-963A234E9EB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63291" y="5990000"/>
            <a:ext cx="727059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09031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7364" userDrawn="1">
          <p15:clr>
            <a:srgbClr val="FBAE40"/>
          </p15:clr>
        </p15:guide>
        <p15:guide id="2" orient="horz" pos="958" userDrawn="1">
          <p15:clr>
            <a:srgbClr val="FBAE40"/>
          </p15:clr>
        </p15:guide>
        <p15:guide id="4" orient="horz" pos="1830" userDrawn="1">
          <p15:clr>
            <a:srgbClr val="FBAE40"/>
          </p15:clr>
        </p15:guide>
        <p15:guide id="5" orient="horz" pos="4000" userDrawn="1">
          <p15:clr>
            <a:srgbClr val="FBAE40"/>
          </p15:clr>
        </p15:guide>
        <p15:guide id="6" pos="317" userDrawn="1">
          <p15:clr>
            <a:srgbClr val="FBAE40"/>
          </p15:clr>
        </p15:guide>
        <p15:guide id="8" pos="3841" userDrawn="1">
          <p15:clr>
            <a:srgbClr val="FBAE40"/>
          </p15:clr>
        </p15:guide>
        <p15:guide id="9" orient="horz" pos="318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cover with blue patter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369E6551-269A-D225-4CF8-EC6D532E4902}"/>
              </a:ext>
            </a:extLst>
          </p:cNvPr>
          <p:cNvSpPr/>
          <p:nvPr userDrawn="1"/>
        </p:nvSpPr>
        <p:spPr bwMode="gray">
          <a:xfrm>
            <a:off x="-1" y="0"/>
            <a:ext cx="12195175" cy="6858000"/>
          </a:xfrm>
          <a:prstGeom prst="rect">
            <a:avLst/>
          </a:prstGeom>
          <a:solidFill>
            <a:schemeClr val="bg1"/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288000" y="2706317"/>
            <a:ext cx="5441288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latin typeface="+mj-lt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73D104-EF7E-A0AB-2243-882D65E686E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75363" y="0"/>
            <a:ext cx="6119812" cy="6858000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to insert picture</a:t>
            </a:r>
          </a:p>
        </p:txBody>
      </p:sp>
      <p:pic>
        <p:nvPicPr>
          <p:cNvPr id="1575865229" name="LogoBlue-Dynamic" descr="{&quot;templafy&quot;:{&quot;id&quot;:&quot;cc4b7fa6-778f-4833-8456-b2959f62c8b4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  <p:sp>
        <p:nvSpPr>
          <p:cNvPr id="6" name="Classification-Dynamic" descr="{&quot;templafy&quot;:{&quot;id&quot;:&quot;7d0313a9-572b-4b1a-be2e-2387ea1b4290&quot;}}">
            <a:extLst>
              <a:ext uri="{FF2B5EF4-FFF2-40B4-BE49-F238E27FC236}">
                <a16:creationId xmlns:a16="http://schemas.microsoft.com/office/drawing/2014/main" id="{870EB466-B92B-9D4D-974E-A49C0F424152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6101352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4">
          <p15:clr>
            <a:srgbClr val="FBAE40"/>
          </p15:clr>
        </p15:guide>
        <p15:guide id="3" orient="horz" pos="2704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60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nk cover with anvil">
    <p:bg>
      <p:bgPr>
        <a:solidFill>
          <a:srgbClr val="2800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>
            <a:extLst>
              <a:ext uri="{FF2B5EF4-FFF2-40B4-BE49-F238E27FC236}">
                <a16:creationId xmlns:a16="http://schemas.microsoft.com/office/drawing/2014/main" id="{37E79459-E5C5-5E87-E38B-80855D38E462}"/>
              </a:ext>
            </a:extLst>
          </p:cNvPr>
          <p:cNvSpPr/>
          <p:nvPr userDrawn="1"/>
        </p:nvSpPr>
        <p:spPr bwMode="gray">
          <a:xfrm>
            <a:off x="-1" y="0"/>
            <a:ext cx="12195175" cy="6858000"/>
          </a:xfrm>
          <a:prstGeom prst="rect">
            <a:avLst/>
          </a:prstGeom>
          <a:solidFill>
            <a:srgbClr val="28004A"/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846E736-979F-0D4B-6D59-D0EA5D367E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99111" y="1216759"/>
            <a:ext cx="8887864" cy="4424483"/>
          </a:xfrm>
          <a:prstGeom prst="rect">
            <a:avLst/>
          </a:prstGeom>
        </p:spPr>
      </p:pic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288000" y="2706317"/>
            <a:ext cx="10900800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+mj-lt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809493927" name="LogoWhite-Dynamic" descr="{&quot;templafy&quot;:{&quot;id&quot;:&quot;40da3c9f-4850-4427-a5ba-272827ff0842&quot;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  <p:sp>
        <p:nvSpPr>
          <p:cNvPr id="7" name="Classification-Dynamic" descr="{&quot;templafy&quot;:{&quot;id&quot;:&quot;c46f0580-691a-4125-9f84-7dd37cac5f86&quot;}}">
            <a:extLst>
              <a:ext uri="{FF2B5EF4-FFF2-40B4-BE49-F238E27FC236}">
                <a16:creationId xmlns:a16="http://schemas.microsoft.com/office/drawing/2014/main" id="{1D05DC80-84C9-9ECA-3B84-3577D8D81659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bg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23127679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4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60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ngo cover with anvil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Rectangle 148">
            <a:extLst>
              <a:ext uri="{FF2B5EF4-FFF2-40B4-BE49-F238E27FC236}">
                <a16:creationId xmlns:a16="http://schemas.microsoft.com/office/drawing/2014/main" id="{3F9D113E-DB39-0CF2-578D-9B5D35C92F55}"/>
              </a:ext>
            </a:extLst>
          </p:cNvPr>
          <p:cNvSpPr/>
          <p:nvPr userDrawn="1"/>
        </p:nvSpPr>
        <p:spPr bwMode="gray">
          <a:xfrm>
            <a:off x="7102258" y="0"/>
            <a:ext cx="5092917" cy="6858000"/>
          </a:xfrm>
          <a:prstGeom prst="rect">
            <a:avLst/>
          </a:prstGeom>
          <a:solidFill>
            <a:srgbClr val="FFC932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9CF98F2-AE93-6F6D-B5F5-C2F74E0787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67600" y="250521"/>
            <a:ext cx="4538091" cy="632807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DD06AF2-2141-CEFD-4797-A6E50CC267FE}"/>
              </a:ext>
            </a:extLst>
          </p:cNvPr>
          <p:cNvSpPr/>
          <p:nvPr userDrawn="1"/>
        </p:nvSpPr>
        <p:spPr bwMode="gray">
          <a:xfrm>
            <a:off x="1" y="0"/>
            <a:ext cx="7226300" cy="6858000"/>
          </a:xfrm>
          <a:prstGeom prst="rect">
            <a:avLst/>
          </a:prstGeom>
          <a:solidFill>
            <a:schemeClr val="accent1"/>
          </a:solidFill>
          <a:ln w="1342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288000" y="2706317"/>
            <a:ext cx="6633305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72 Brand Medium" panose="020B0504030603020204" pitchFamily="34" charset="0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547097306" name="LogoWhite-Dynamic" descr="{&quot;templafy&quot;:{&quot;id&quot;:&quot;88ccaa5d-1dee-4448-8279-ebece6f8cb4a&quot;}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  <p:sp>
        <p:nvSpPr>
          <p:cNvPr id="8" name="Classification-Dynamic" descr="{&quot;templafy&quot;:{&quot;id&quot;:&quot;4d8ae1c3-ef33-4ad5-a402-2c402c040e62&quot;}}">
            <a:extLst>
              <a:ext uri="{FF2B5EF4-FFF2-40B4-BE49-F238E27FC236}">
                <a16:creationId xmlns:a16="http://schemas.microsoft.com/office/drawing/2014/main" id="{F1333C1B-AD40-D53A-5A1E-EFB8C6390D49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bg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2095468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4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60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cover with image in anvil shape">
    <p:bg>
      <p:bgPr>
        <a:solidFill>
          <a:srgbClr val="97D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CF15634C-E3A9-CDE6-5F8E-35B41DFE2B5D}"/>
              </a:ext>
            </a:extLst>
          </p:cNvPr>
          <p:cNvSpPr/>
          <p:nvPr userDrawn="1"/>
        </p:nvSpPr>
        <p:spPr bwMode="gray">
          <a:xfrm>
            <a:off x="0" y="0"/>
            <a:ext cx="12195175" cy="6858000"/>
          </a:xfrm>
          <a:prstGeom prst="rect">
            <a:avLst/>
          </a:prstGeom>
          <a:solidFill>
            <a:srgbClr val="97DD40"/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29E6C33-847C-5792-E2BD-5963C662E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01" y="2706317"/>
            <a:ext cx="5529704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D2BFABF1-DD81-F2D4-FD65-DBCD6636029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69496" y="2029240"/>
            <a:ext cx="5711687" cy="2828844"/>
          </a:xfrm>
          <a:custGeom>
            <a:avLst/>
            <a:gdLst>
              <a:gd name="connsiteX0" fmla="*/ 0 w 5453062"/>
              <a:gd name="connsiteY0" fmla="*/ 0 h 2700337"/>
              <a:gd name="connsiteX1" fmla="*/ 5453062 w 5453062"/>
              <a:gd name="connsiteY1" fmla="*/ 0 h 2700337"/>
              <a:gd name="connsiteX2" fmla="*/ 5453062 w 5453062"/>
              <a:gd name="connsiteY2" fmla="*/ 2700337 h 2700337"/>
              <a:gd name="connsiteX3" fmla="*/ 0 w 5453062"/>
              <a:gd name="connsiteY3" fmla="*/ 2700337 h 2700337"/>
              <a:gd name="connsiteX4" fmla="*/ 0 w 5453062"/>
              <a:gd name="connsiteY4" fmla="*/ 0 h 2700337"/>
              <a:gd name="connsiteX0" fmla="*/ 0 w 5453062"/>
              <a:gd name="connsiteY0" fmla="*/ 0 h 2758526"/>
              <a:gd name="connsiteX1" fmla="*/ 5453062 w 5453062"/>
              <a:gd name="connsiteY1" fmla="*/ 0 h 2758526"/>
              <a:gd name="connsiteX2" fmla="*/ 2751426 w 5453062"/>
              <a:gd name="connsiteY2" fmla="*/ 2758526 h 2758526"/>
              <a:gd name="connsiteX3" fmla="*/ 0 w 5453062"/>
              <a:gd name="connsiteY3" fmla="*/ 2700337 h 2758526"/>
              <a:gd name="connsiteX4" fmla="*/ 0 w 5453062"/>
              <a:gd name="connsiteY4" fmla="*/ 0 h 2758526"/>
              <a:gd name="connsiteX0" fmla="*/ 0 w 5453062"/>
              <a:gd name="connsiteY0" fmla="*/ 0 h 2700337"/>
              <a:gd name="connsiteX1" fmla="*/ 5453062 w 5453062"/>
              <a:gd name="connsiteY1" fmla="*/ 0 h 2700337"/>
              <a:gd name="connsiteX2" fmla="*/ 2726487 w 5453062"/>
              <a:gd name="connsiteY2" fmla="*/ 2700336 h 2700337"/>
              <a:gd name="connsiteX3" fmla="*/ 0 w 5453062"/>
              <a:gd name="connsiteY3" fmla="*/ 2700337 h 2700337"/>
              <a:gd name="connsiteX4" fmla="*/ 0 w 5453062"/>
              <a:gd name="connsiteY4" fmla="*/ 0 h 2700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53062" h="2700337">
                <a:moveTo>
                  <a:pt x="0" y="0"/>
                </a:moveTo>
                <a:lnTo>
                  <a:pt x="5453062" y="0"/>
                </a:lnTo>
                <a:lnTo>
                  <a:pt x="2726487" y="2700336"/>
                </a:lnTo>
                <a:lnTo>
                  <a:pt x="0" y="2700337"/>
                </a:lnTo>
                <a:lnTo>
                  <a:pt x="0" y="0"/>
                </a:lnTo>
                <a:close/>
              </a:path>
            </a:pathLst>
          </a:cu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        Click to add image</a:t>
            </a:r>
          </a:p>
        </p:txBody>
      </p:sp>
      <p:sp>
        <p:nvSpPr>
          <p:cNvPr id="4" name="Classification-Dynamic" descr="{&quot;templafy&quot;:{&quot;id&quot;:&quot;48c001c3-7b81-470d-8365-e72978b171b0&quot;}}">
            <a:extLst>
              <a:ext uri="{FF2B5EF4-FFF2-40B4-BE49-F238E27FC236}">
                <a16:creationId xmlns:a16="http://schemas.microsoft.com/office/drawing/2014/main" id="{13EDB9F6-FBDA-8ED8-A84B-244CC53CFF99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  <p:pic>
        <p:nvPicPr>
          <p:cNvPr id="1223611622" name="LogoBlack-Dynamic" descr="{&quot;templafy&quot;:{&quot;id&quot;:&quot;4f2d2bed-508b-4ab9-a586-095abcf8f25c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5955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4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60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with Image or Illustr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F6B4F408-95BC-730E-4114-45641ED46491}"/>
              </a:ext>
            </a:extLst>
          </p:cNvPr>
          <p:cNvSpPr/>
          <p:nvPr userDrawn="1"/>
        </p:nvSpPr>
        <p:spPr bwMode="gray">
          <a:xfrm>
            <a:off x="-1" y="0"/>
            <a:ext cx="12195175" cy="6858000"/>
          </a:xfrm>
          <a:prstGeom prst="rect">
            <a:avLst/>
          </a:prstGeom>
          <a:solidFill>
            <a:schemeClr val="bg1"/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288000" y="4024430"/>
            <a:ext cx="10899174" cy="997196"/>
          </a:xfrm>
        </p:spPr>
        <p:txBody>
          <a:bodyPr vert="horz" wrap="square" lIns="0" tIns="0" rIns="0" bIns="0" rtlCol="0">
            <a:noAutofit/>
          </a:bodyPr>
          <a:lstStyle>
            <a:lvl1pPr>
              <a:lnSpc>
                <a:spcPct val="90000"/>
              </a:lnSpc>
              <a:defRPr lang="de-DE" sz="3600" b="0" i="0" dirty="0">
                <a:latin typeface="72 Brand Medium" panose="020B05040306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FA78832-C268-4EC5-BB82-7F9D7F5B51B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12195175" cy="3430800"/>
          </a:xfrm>
        </p:spPr>
        <p:txBody>
          <a:bodyPr anchor="ctr" anchorCtr="0"/>
          <a:lstStyle>
            <a:lvl1pPr marL="0" marR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lvl1pPr>
          </a:lstStyle>
          <a:p>
            <a:pPr marL="0" marR="0" lvl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pic>
        <p:nvPicPr>
          <p:cNvPr id="48862707" name="LogoBlue-Dynamic" descr="{&quot;templafy&quot;:{&quot;id&quot;:&quot;8b55870c-384d-411d-a4a3-93918e5e90a6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6" y="6218600"/>
            <a:ext cx="727192" cy="360000"/>
          </a:xfrm>
          <a:prstGeom prst="rect">
            <a:avLst/>
          </a:prstGeom>
        </p:spPr>
      </p:pic>
      <p:sp>
        <p:nvSpPr>
          <p:cNvPr id="9" name="Classification-Dynamic" descr="{&quot;templafy&quot;:{&quot;id&quot;:&quot;66d6c1c6-6d4a-46ba-a3b7-a16559825194&quot;}}">
            <a:extLst>
              <a:ext uri="{FF2B5EF4-FFF2-40B4-BE49-F238E27FC236}">
                <a16:creationId xmlns:a16="http://schemas.microsoft.com/office/drawing/2014/main" id="{CE0C2033-6FDF-7DD6-E25C-C03296FDAD00}"/>
              </a:ext>
            </a:extLst>
          </p:cNvPr>
          <p:cNvSpPr txBox="1"/>
          <p:nvPr userDrawn="1"/>
        </p:nvSpPr>
        <p:spPr>
          <a:xfrm>
            <a:off x="282575" y="5724000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14064231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505">
          <p15:clr>
            <a:srgbClr val="FBAE40"/>
          </p15:clr>
        </p15:guide>
        <p15:guide id="2" orient="horz" pos="4144">
          <p15:clr>
            <a:srgbClr val="FBAE40"/>
          </p15:clr>
        </p15:guide>
        <p15:guide id="3" orient="horz" pos="2162">
          <p15:clr>
            <a:srgbClr val="FBAE40"/>
          </p15:clr>
        </p15:guide>
        <p15:guide id="4" pos="181">
          <p15:clr>
            <a:srgbClr val="FBAE40"/>
          </p15:clr>
        </p15:guide>
        <p15:guide id="5" orient="horz" pos="2534">
          <p15:clr>
            <a:srgbClr val="FBAE40"/>
          </p15:clr>
        </p15:guide>
        <p15:guide id="6" orient="horz" pos="3164">
          <p15:clr>
            <a:srgbClr val="FBAE40"/>
          </p15:clr>
        </p15:guide>
        <p15:guide id="7" orient="horz" pos="3232">
          <p15:clr>
            <a:srgbClr val="FBAE40"/>
          </p15:clr>
        </p15:guide>
        <p15:guide id="8" orient="horz" pos="3504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cover with green anvi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615A14AB-7A75-B899-CDA1-E311E201A837}"/>
              </a:ext>
            </a:extLst>
          </p:cNvPr>
          <p:cNvSpPr/>
          <p:nvPr userDrawn="1"/>
        </p:nvSpPr>
        <p:spPr bwMode="gray">
          <a:xfrm>
            <a:off x="-1" y="0"/>
            <a:ext cx="12195175" cy="6858000"/>
          </a:xfrm>
          <a:prstGeom prst="rect">
            <a:avLst/>
          </a:prstGeom>
          <a:solidFill>
            <a:schemeClr val="bg1"/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" name="Anvil" descr="preencoded.png">
            <a:extLst>
              <a:ext uri="{FF2B5EF4-FFF2-40B4-BE49-F238E27FC236}">
                <a16:creationId xmlns:a16="http://schemas.microsoft.com/office/drawing/2014/main" id="{CAD3135A-95A0-606F-5A25-35CF890B232D}"/>
              </a:ext>
            </a:extLst>
          </p:cNvPr>
          <p:cNvSpPr/>
          <p:nvPr/>
        </p:nvSpPr>
        <p:spPr>
          <a:xfrm>
            <a:off x="5072441" y="1275473"/>
            <a:ext cx="6069341" cy="2991727"/>
          </a:xfrm>
          <a:custGeom>
            <a:avLst/>
            <a:gdLst>
              <a:gd name="connsiteX0" fmla="*/ 0 w 6069341"/>
              <a:gd name="connsiteY0" fmla="*/ 0 h 2991727"/>
              <a:gd name="connsiteX1" fmla="*/ 0 w 6069341"/>
              <a:gd name="connsiteY1" fmla="*/ 2991727 h 2991727"/>
              <a:gd name="connsiteX2" fmla="*/ 3084421 w 6069341"/>
              <a:gd name="connsiteY2" fmla="*/ 2991727 h 2991727"/>
              <a:gd name="connsiteX3" fmla="*/ 6069341 w 6069341"/>
              <a:gd name="connsiteY3" fmla="*/ 0 h 2991727"/>
              <a:gd name="connsiteX4" fmla="*/ 0 w 6069341"/>
              <a:gd name="connsiteY4" fmla="*/ 0 h 29917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69341" h="2991727">
                <a:moveTo>
                  <a:pt x="0" y="0"/>
                </a:moveTo>
                <a:lnTo>
                  <a:pt x="0" y="2991727"/>
                </a:lnTo>
                <a:lnTo>
                  <a:pt x="3084421" y="2991727"/>
                </a:lnTo>
                <a:lnTo>
                  <a:pt x="6069341" y="0"/>
                </a:lnTo>
                <a:lnTo>
                  <a:pt x="0" y="0"/>
                </a:lnTo>
                <a:close/>
              </a:path>
            </a:pathLst>
          </a:custGeom>
          <a:solidFill>
            <a:srgbClr val="97DD40"/>
          </a:solidFill>
          <a:ln w="7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72 Brand" panose="020B0504030603020204" pitchFamily="34" charset="0"/>
            </a:endParaRP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D8805AE3-41BC-E9DB-1A66-ADF41EDBC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00" y="2706317"/>
            <a:ext cx="6026739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latin typeface="72 Brand Medium" panose="020B0504030603020204" pitchFamily="34" charset="0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101496459" name="LogoBlue-Dynamic" descr="{&quot;templafy&quot;:{&quot;id&quot;:&quot;20735d1b-d3fe-4573-99ef-2a6dcfd8f4b4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  <p:sp>
        <p:nvSpPr>
          <p:cNvPr id="11" name="Classification-Dynamic" descr="{&quot;templafy&quot;:{&quot;id&quot;:&quot;93fa5ac1-a31b-4a95-b79d-e6c592d1d34b&quot;}}">
            <a:extLst>
              <a:ext uri="{FF2B5EF4-FFF2-40B4-BE49-F238E27FC236}">
                <a16:creationId xmlns:a16="http://schemas.microsoft.com/office/drawing/2014/main" id="{62D91ACB-BD14-46CB-4B61-F4B072D877C0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1151494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4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60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ght blue cover with anvi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ackground">
            <a:extLst>
              <a:ext uri="{FF2B5EF4-FFF2-40B4-BE49-F238E27FC236}">
                <a16:creationId xmlns:a16="http://schemas.microsoft.com/office/drawing/2014/main" id="{581FAEF7-1ACD-83AC-7B42-761E6A30387F}"/>
              </a:ext>
            </a:extLst>
          </p:cNvPr>
          <p:cNvSpPr/>
          <p:nvPr userDrawn="1"/>
        </p:nvSpPr>
        <p:spPr bwMode="gray">
          <a:xfrm>
            <a:off x="0" y="0"/>
            <a:ext cx="12195175" cy="6858000"/>
          </a:xfrm>
          <a:prstGeom prst="rect">
            <a:avLst/>
          </a:prstGeom>
          <a:solidFill>
            <a:srgbClr val="A6E0FF">
              <a:alpha val="42715"/>
            </a:srgbClr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2" name="Anvil" descr="preencoded.png">
            <a:extLst>
              <a:ext uri="{FF2B5EF4-FFF2-40B4-BE49-F238E27FC236}">
                <a16:creationId xmlns:a16="http://schemas.microsoft.com/office/drawing/2014/main" id="{94093846-CC07-3993-CA62-86004F1C03F9}"/>
              </a:ext>
            </a:extLst>
          </p:cNvPr>
          <p:cNvSpPr/>
          <p:nvPr/>
        </p:nvSpPr>
        <p:spPr>
          <a:xfrm>
            <a:off x="2289865" y="1275473"/>
            <a:ext cx="8851917" cy="4363327"/>
          </a:xfrm>
          <a:custGeom>
            <a:avLst/>
            <a:gdLst>
              <a:gd name="connsiteX0" fmla="*/ 0 w 8851917"/>
              <a:gd name="connsiteY0" fmla="*/ 0 h 4363327"/>
              <a:gd name="connsiteX1" fmla="*/ 0 w 8851917"/>
              <a:gd name="connsiteY1" fmla="*/ 4363327 h 4363327"/>
              <a:gd name="connsiteX2" fmla="*/ 4498517 w 8851917"/>
              <a:gd name="connsiteY2" fmla="*/ 4363327 h 4363327"/>
              <a:gd name="connsiteX3" fmla="*/ 8851917 w 8851917"/>
              <a:gd name="connsiteY3" fmla="*/ 0 h 4363327"/>
              <a:gd name="connsiteX4" fmla="*/ 0 w 8851917"/>
              <a:gd name="connsiteY4" fmla="*/ 0 h 436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51917" h="4363327">
                <a:moveTo>
                  <a:pt x="0" y="0"/>
                </a:moveTo>
                <a:lnTo>
                  <a:pt x="0" y="4363327"/>
                </a:lnTo>
                <a:lnTo>
                  <a:pt x="4498517" y="4363327"/>
                </a:lnTo>
                <a:lnTo>
                  <a:pt x="8851917" y="0"/>
                </a:lnTo>
                <a:lnTo>
                  <a:pt x="0" y="0"/>
                </a:lnTo>
                <a:close/>
              </a:path>
            </a:pathLst>
          </a:custGeom>
          <a:solidFill>
            <a:srgbClr val="A6E0FF"/>
          </a:solidFill>
          <a:ln w="1523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72 Brand" panose="020B0504030603020204" pitchFamily="34" charset="0"/>
            </a:endParaRP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098B98B-8FDE-5B19-2FC7-97058A6B53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00" y="2706317"/>
            <a:ext cx="5929920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latin typeface="72 Brand Medium" panose="020B0504030603020204" pitchFamily="34" charset="0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516919524" name="LogoBlack-Dynamic" descr="{&quot;templafy&quot;:{&quot;id&quot;:&quot;90423db4-1288-4e85-b39b-6a248287454f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  <p:sp>
        <p:nvSpPr>
          <p:cNvPr id="3" name="Classification-Dynamic" descr="{&quot;templafy&quot;:{&quot;id&quot;:&quot;75ebf09f-5e76-4149-aa2a-2bec4d9b8bf8&quot;}}">
            <a:extLst>
              <a:ext uri="{FF2B5EF4-FFF2-40B4-BE49-F238E27FC236}">
                <a16:creationId xmlns:a16="http://schemas.microsoft.com/office/drawing/2014/main" id="{D417CEF6-1FCD-75B6-FA13-C583ECCE7BE5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10977811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4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60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cover with anvi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 descr="preencoded.png">
            <a:extLst>
              <a:ext uri="{FF2B5EF4-FFF2-40B4-BE49-F238E27FC236}">
                <a16:creationId xmlns:a16="http://schemas.microsoft.com/office/drawing/2014/main" id="{5F3BB899-74C3-EBF7-C191-EC2863B8F536}"/>
              </a:ext>
            </a:extLst>
          </p:cNvPr>
          <p:cNvSpPr/>
          <p:nvPr/>
        </p:nvSpPr>
        <p:spPr>
          <a:xfrm>
            <a:off x="0" y="0"/>
            <a:ext cx="12195175" cy="6858000"/>
          </a:xfrm>
          <a:custGeom>
            <a:avLst/>
            <a:gdLst>
              <a:gd name="connsiteX0" fmla="*/ 0 w 12195175"/>
              <a:gd name="connsiteY0" fmla="*/ 0 h 6858000"/>
              <a:gd name="connsiteX1" fmla="*/ 12195175 w 12195175"/>
              <a:gd name="connsiteY1" fmla="*/ 0 h 6858000"/>
              <a:gd name="connsiteX2" fmla="*/ 12195175 w 12195175"/>
              <a:gd name="connsiteY2" fmla="*/ 6858000 h 6858000"/>
              <a:gd name="connsiteX3" fmla="*/ 0 w 121951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5175" h="6858000">
                <a:moveTo>
                  <a:pt x="0" y="0"/>
                </a:moveTo>
                <a:lnTo>
                  <a:pt x="12195175" y="0"/>
                </a:lnTo>
                <a:lnTo>
                  <a:pt x="1219517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1B90FF"/>
          </a:solidFill>
          <a:ln w="112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72 Brand" panose="020B0504030603020204" pitchFamily="34" charset="0"/>
            </a:endParaRPr>
          </a:p>
        </p:txBody>
      </p:sp>
      <p:sp>
        <p:nvSpPr>
          <p:cNvPr id="8" name="Anvil" descr="preencoded.png">
            <a:extLst>
              <a:ext uri="{FF2B5EF4-FFF2-40B4-BE49-F238E27FC236}">
                <a16:creationId xmlns:a16="http://schemas.microsoft.com/office/drawing/2014/main" id="{39A9B643-3B5A-F0D7-C3BF-3A81DE80FEB6}"/>
              </a:ext>
            </a:extLst>
          </p:cNvPr>
          <p:cNvSpPr/>
          <p:nvPr/>
        </p:nvSpPr>
        <p:spPr>
          <a:xfrm>
            <a:off x="287339" y="935666"/>
            <a:ext cx="6762048" cy="3333180"/>
          </a:xfrm>
          <a:custGeom>
            <a:avLst/>
            <a:gdLst>
              <a:gd name="connsiteX0" fmla="*/ 0 w 6762048"/>
              <a:gd name="connsiteY0" fmla="*/ 0 h 3333180"/>
              <a:gd name="connsiteX1" fmla="*/ 0 w 6762048"/>
              <a:gd name="connsiteY1" fmla="*/ 3333180 h 3333180"/>
              <a:gd name="connsiteX2" fmla="*/ 3436452 w 6762048"/>
              <a:gd name="connsiteY2" fmla="*/ 3333180 h 3333180"/>
              <a:gd name="connsiteX3" fmla="*/ 6762048 w 6762048"/>
              <a:gd name="connsiteY3" fmla="*/ 0 h 3333180"/>
              <a:gd name="connsiteX4" fmla="*/ 0 w 6762048"/>
              <a:gd name="connsiteY4" fmla="*/ 0 h 3333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62048" h="3333180">
                <a:moveTo>
                  <a:pt x="0" y="0"/>
                </a:moveTo>
                <a:lnTo>
                  <a:pt x="0" y="3333180"/>
                </a:lnTo>
                <a:lnTo>
                  <a:pt x="3436452" y="3333180"/>
                </a:lnTo>
                <a:lnTo>
                  <a:pt x="676204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2A86"/>
          </a:solidFill>
          <a:ln w="9264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72 Brand" panose="020B0504030603020204" pitchFamily="34" charset="0"/>
            </a:endParaRP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709C0759-3773-C728-D6A6-855D822107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00" y="2706317"/>
            <a:ext cx="6876593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72 Brand Medium" panose="020B0504030603020204" pitchFamily="34" charset="0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618850540" name="LogoWhite-Dynamic" descr="{&quot;templafy&quot;:{&quot;id&quot;:&quot;3997724c-f726-461c-a934-ed0eea3e805e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  <p:sp>
        <p:nvSpPr>
          <p:cNvPr id="3" name="Classification-Dynamic" descr="{&quot;templafy&quot;:{&quot;id&quot;:&quot;4b22af69-eaf6-4cf4-9157-8a7105c9b9c9&quot;}}">
            <a:extLst>
              <a:ext uri="{FF2B5EF4-FFF2-40B4-BE49-F238E27FC236}">
                <a16:creationId xmlns:a16="http://schemas.microsoft.com/office/drawing/2014/main" id="{D67AB148-356D-F356-4E6C-9664D9EB9DF3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bg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18634659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4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60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l cover with anvil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ckground" descr="preencoded.png">
            <a:extLst>
              <a:ext uri="{FF2B5EF4-FFF2-40B4-BE49-F238E27FC236}">
                <a16:creationId xmlns:a16="http://schemas.microsoft.com/office/drawing/2014/main" id="{5F3BB899-74C3-EBF7-C191-EC2863B8F536}"/>
              </a:ext>
            </a:extLst>
          </p:cNvPr>
          <p:cNvSpPr/>
          <p:nvPr/>
        </p:nvSpPr>
        <p:spPr>
          <a:xfrm>
            <a:off x="0" y="0"/>
            <a:ext cx="12195175" cy="6858000"/>
          </a:xfrm>
          <a:custGeom>
            <a:avLst/>
            <a:gdLst>
              <a:gd name="connsiteX0" fmla="*/ 0 w 12195175"/>
              <a:gd name="connsiteY0" fmla="*/ 0 h 6858000"/>
              <a:gd name="connsiteX1" fmla="*/ 12195175 w 12195175"/>
              <a:gd name="connsiteY1" fmla="*/ 0 h 6858000"/>
              <a:gd name="connsiteX2" fmla="*/ 12195175 w 12195175"/>
              <a:gd name="connsiteY2" fmla="*/ 6858000 h 6858000"/>
              <a:gd name="connsiteX3" fmla="*/ 0 w 121951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5175" h="6858000">
                <a:moveTo>
                  <a:pt x="0" y="0"/>
                </a:moveTo>
                <a:lnTo>
                  <a:pt x="12195175" y="0"/>
                </a:lnTo>
                <a:lnTo>
                  <a:pt x="1219517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CEAC"/>
          </a:solidFill>
          <a:ln w="112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72 Brand" panose="020B0504030603020204" pitchFamily="34" charset="0"/>
            </a:endParaRPr>
          </a:p>
        </p:txBody>
      </p:sp>
      <p:sp>
        <p:nvSpPr>
          <p:cNvPr id="6" name="Anvil" descr="preencoded.png">
            <a:extLst>
              <a:ext uri="{FF2B5EF4-FFF2-40B4-BE49-F238E27FC236}">
                <a16:creationId xmlns:a16="http://schemas.microsoft.com/office/drawing/2014/main" id="{F36DF1A0-33EF-D4BF-029F-2435A3EF8C01}"/>
              </a:ext>
            </a:extLst>
          </p:cNvPr>
          <p:cNvSpPr/>
          <p:nvPr/>
        </p:nvSpPr>
        <p:spPr>
          <a:xfrm>
            <a:off x="870433" y="989322"/>
            <a:ext cx="9187967" cy="4528975"/>
          </a:xfrm>
          <a:custGeom>
            <a:avLst/>
            <a:gdLst>
              <a:gd name="connsiteX0" fmla="*/ 0 w 9187967"/>
              <a:gd name="connsiteY0" fmla="*/ 0 h 4528975"/>
              <a:gd name="connsiteX1" fmla="*/ 0 w 9187967"/>
              <a:gd name="connsiteY1" fmla="*/ 4528975 h 4528975"/>
              <a:gd name="connsiteX2" fmla="*/ 4669297 w 9187967"/>
              <a:gd name="connsiteY2" fmla="*/ 4528975 h 4528975"/>
              <a:gd name="connsiteX3" fmla="*/ 9187967 w 9187967"/>
              <a:gd name="connsiteY3" fmla="*/ 0 h 4528975"/>
              <a:gd name="connsiteX4" fmla="*/ 0 w 9187967"/>
              <a:gd name="connsiteY4" fmla="*/ 0 h 4528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7967" h="4528975">
                <a:moveTo>
                  <a:pt x="0" y="0"/>
                </a:moveTo>
                <a:lnTo>
                  <a:pt x="0" y="4528975"/>
                </a:lnTo>
                <a:lnTo>
                  <a:pt x="4669297" y="4528975"/>
                </a:lnTo>
                <a:lnTo>
                  <a:pt x="9187967" y="0"/>
                </a:lnTo>
                <a:lnTo>
                  <a:pt x="0" y="0"/>
                </a:lnTo>
                <a:close/>
              </a:path>
            </a:pathLst>
          </a:custGeom>
          <a:solidFill>
            <a:srgbClr val="63EDD4"/>
          </a:solidFill>
          <a:ln w="1259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72 Brand" panose="020B0504030603020204" pitchFamily="34" charset="0"/>
            </a:endParaRPr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5515F5CA-E76C-CC3B-68A7-37E88873AB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00" y="2706317"/>
            <a:ext cx="5929920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latin typeface="72 Brand Medium" panose="020B0504030603020204" pitchFamily="34" charset="0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819696288" name="LogoBlack-Dynamic" descr="{&quot;templafy&quot;:{&quot;id&quot;:&quot;bb2106dc-07e4-4462-be96-d3555cd6537c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  <p:sp>
        <p:nvSpPr>
          <p:cNvPr id="3" name="Classification-Dynamic" descr="{&quot;templafy&quot;:{&quot;id&quot;:&quot;cc279341-5c69-402e-805a-5145e59dc73d&quot;}}">
            <a:extLst>
              <a:ext uri="{FF2B5EF4-FFF2-40B4-BE49-F238E27FC236}">
                <a16:creationId xmlns:a16="http://schemas.microsoft.com/office/drawing/2014/main" id="{BBFBBDC3-D031-6041-465D-9F7147F423CF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24778275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4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60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ith cover 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83FFCA81-9D1B-7BE9-9F97-BEDB3E67519A}"/>
              </a:ext>
            </a:extLst>
          </p:cNvPr>
          <p:cNvSpPr/>
          <p:nvPr userDrawn="1"/>
        </p:nvSpPr>
        <p:spPr bwMode="gray">
          <a:xfrm>
            <a:off x="-1" y="0"/>
            <a:ext cx="12195175" cy="6858000"/>
          </a:xfrm>
          <a:prstGeom prst="rect">
            <a:avLst/>
          </a:prstGeom>
          <a:solidFill>
            <a:schemeClr val="bg1"/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8860E7D-5DEB-5F1B-5AAF-4C41BD1A777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08700" y="0"/>
            <a:ext cx="6086475" cy="6858000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to insert picture</a:t>
            </a:r>
          </a:p>
        </p:txBody>
      </p:sp>
      <p:pic>
        <p:nvPicPr>
          <p:cNvPr id="28936725" name="Acquired Company Logo Placeholder" descr="{&quot;templafy&quot;:{&quot;id&quot;:&quot;e24a6e43-600a-4c6b-89de-bcf3787a4fa8&quot;}}" hidden="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2575" y="2141327"/>
            <a:ext cx="4125924" cy="26601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D8805AE3-41BC-E9DB-1A66-ADF41EDBC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00" y="2706317"/>
            <a:ext cx="6026739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latin typeface="72 Brand Medium" panose="020B0504030603020204" pitchFamily="34" charset="0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43776545" name="LogoBlue-Dynamic" descr="{&quot;templafy&quot;:{&quot;id&quot;:&quot;027292da-81b2-4ddf-95f0-efb45ec541b6&quot;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  <p:sp>
        <p:nvSpPr>
          <p:cNvPr id="3" name="Classification-Dynamic" descr="{&quot;templafy&quot;:{&quot;id&quot;:&quot;8ae77b9d-9796-46e2-8a7f-59bd7004b6fa&quot;}}">
            <a:extLst>
              <a:ext uri="{FF2B5EF4-FFF2-40B4-BE49-F238E27FC236}">
                <a16:creationId xmlns:a16="http://schemas.microsoft.com/office/drawing/2014/main" id="{4A078429-99DD-7555-B0F4-FEF46FD297B0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25417083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4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60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cover with anvil and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 descr="preencoded.png">
            <a:extLst>
              <a:ext uri="{FF2B5EF4-FFF2-40B4-BE49-F238E27FC236}">
                <a16:creationId xmlns:a16="http://schemas.microsoft.com/office/drawing/2014/main" id="{9DE307C8-D1C3-00E2-C5B0-2A7EBB981384}"/>
              </a:ext>
            </a:extLst>
          </p:cNvPr>
          <p:cNvSpPr/>
          <p:nvPr/>
        </p:nvSpPr>
        <p:spPr>
          <a:xfrm>
            <a:off x="0" y="0"/>
            <a:ext cx="12195175" cy="6861495"/>
          </a:xfrm>
          <a:custGeom>
            <a:avLst/>
            <a:gdLst>
              <a:gd name="connsiteX0" fmla="*/ 0 w 12195175"/>
              <a:gd name="connsiteY0" fmla="*/ 0 h 6861495"/>
              <a:gd name="connsiteX1" fmla="*/ 12195175 w 12195175"/>
              <a:gd name="connsiteY1" fmla="*/ 0 h 6861495"/>
              <a:gd name="connsiteX2" fmla="*/ 12195175 w 12195175"/>
              <a:gd name="connsiteY2" fmla="*/ 6861496 h 6861495"/>
              <a:gd name="connsiteX3" fmla="*/ 0 w 12195175"/>
              <a:gd name="connsiteY3" fmla="*/ 6861496 h 6861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5175" h="6861495">
                <a:moveTo>
                  <a:pt x="0" y="0"/>
                </a:moveTo>
                <a:lnTo>
                  <a:pt x="12195175" y="0"/>
                </a:lnTo>
                <a:lnTo>
                  <a:pt x="12195175" y="6861496"/>
                </a:lnTo>
                <a:lnTo>
                  <a:pt x="0" y="6861496"/>
                </a:lnTo>
                <a:close/>
              </a:path>
            </a:pathLst>
          </a:custGeom>
          <a:solidFill>
            <a:srgbClr val="0057D2"/>
          </a:solidFill>
          <a:ln w="1016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72 Brand" panose="020B0504030603020204" pitchFamily="34" charset="0"/>
            </a:endParaRPr>
          </a:p>
        </p:txBody>
      </p:sp>
      <p:sp>
        <p:nvSpPr>
          <p:cNvPr id="6" name="Anvil" descr="preencoded.png">
            <a:extLst>
              <a:ext uri="{FF2B5EF4-FFF2-40B4-BE49-F238E27FC236}">
                <a16:creationId xmlns:a16="http://schemas.microsoft.com/office/drawing/2014/main" id="{6C575B3E-49FD-8450-F2CB-84C6E7A1153D}"/>
              </a:ext>
            </a:extLst>
          </p:cNvPr>
          <p:cNvSpPr/>
          <p:nvPr/>
        </p:nvSpPr>
        <p:spPr>
          <a:xfrm>
            <a:off x="752355" y="1156532"/>
            <a:ext cx="5613722" cy="2756252"/>
          </a:xfrm>
          <a:custGeom>
            <a:avLst/>
            <a:gdLst>
              <a:gd name="connsiteX0" fmla="*/ 0 w 5613722"/>
              <a:gd name="connsiteY0" fmla="*/ 0 h 2756252"/>
              <a:gd name="connsiteX1" fmla="*/ 0 w 5613722"/>
              <a:gd name="connsiteY1" fmla="*/ 2756252 h 2756252"/>
              <a:gd name="connsiteX2" fmla="*/ 2852875 w 5613722"/>
              <a:gd name="connsiteY2" fmla="*/ 2756252 h 2756252"/>
              <a:gd name="connsiteX3" fmla="*/ 5613722 w 5613722"/>
              <a:gd name="connsiteY3" fmla="*/ 0 h 2756252"/>
              <a:gd name="connsiteX4" fmla="*/ 0 w 5613722"/>
              <a:gd name="connsiteY4" fmla="*/ 0 h 2756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13722" h="2756252">
                <a:moveTo>
                  <a:pt x="0" y="0"/>
                </a:moveTo>
                <a:lnTo>
                  <a:pt x="0" y="2756252"/>
                </a:lnTo>
                <a:lnTo>
                  <a:pt x="2852875" y="2756252"/>
                </a:lnTo>
                <a:lnTo>
                  <a:pt x="561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1B90FF"/>
          </a:solidFill>
          <a:ln w="927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72 Brand" panose="020B0504030603020204" pitchFamily="34" charset="0"/>
            </a:endParaRP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F6D8674-EA25-0C87-7F7A-4B6FFA7F1F1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836062" y="0"/>
            <a:ext cx="4359114" cy="6858000"/>
          </a:xfrm>
        </p:spPr>
        <p:txBody>
          <a:bodyPr anchor="ctr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A222ABC1-A03E-5EDE-02E2-6F3794850C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0401" y="2206502"/>
            <a:ext cx="5529704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465515398" name="LogoWhite-Dynamic" descr="{&quot;templafy&quot;:{&quot;id&quot;:&quot;b6283d4d-fd41-4f6f-82ba-43eeaadae4a0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  <p:sp>
        <p:nvSpPr>
          <p:cNvPr id="5" name="Classification-Dynamic" descr="{&quot;templafy&quot;:{&quot;id&quot;:&quot;0a0fd469-d7b1-471c-964f-0d62664a9222&quot;}}">
            <a:extLst>
              <a:ext uri="{FF2B5EF4-FFF2-40B4-BE49-F238E27FC236}">
                <a16:creationId xmlns:a16="http://schemas.microsoft.com/office/drawing/2014/main" id="{7A6CB977-D711-D436-9DC2-AAFCC56F9CAA}"/>
              </a:ext>
            </a:extLst>
          </p:cNvPr>
          <p:cNvSpPr txBox="1"/>
          <p:nvPr userDrawn="1"/>
        </p:nvSpPr>
        <p:spPr>
          <a:xfrm>
            <a:off x="440401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bg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1080627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4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60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genda items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11185200" cy="4787900"/>
          </a:xfrm>
        </p:spPr>
        <p:txBody>
          <a:bodyPr>
            <a:noAutofit/>
          </a:bodyPr>
          <a:lstStyle>
            <a:lvl1pPr marL="0" marR="0" indent="0" algn="l" defTabSz="1088558" rtl="0" eaLnBrk="1" fontAlgn="auto" latinLnBrk="0" hangingPunct="1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2000" b="0"/>
            </a:lvl1pPr>
            <a:lvl2pPr marL="179964" marR="0" indent="-179964" algn="l" defTabSz="108855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tabLst/>
              <a:defRPr sz="1800"/>
            </a:lvl2pPr>
            <a:lvl3pPr marL="359928" marR="0" indent="-179352" algn="l" defTabSz="1088558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itchFamily="34" charset="0"/>
              <a:buChar char="–"/>
              <a:tabLst/>
              <a:defRPr sz="1800" baseline="0"/>
            </a:lvl3pPr>
            <a:lvl4pPr marL="539892" marR="0" indent="-179964" algn="l" defTabSz="1088558" rtl="0" eaLnBrk="1" fontAlgn="auto" latinLnBrk="0" hangingPunct="1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Courier New" pitchFamily="49" charset="0"/>
              <a:buChar char="o"/>
              <a:tabLst/>
              <a:defRPr sz="1600"/>
            </a:lvl4pPr>
            <a:lvl5pPr>
              <a:buClr>
                <a:schemeClr val="accent2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Agenda Item/Divider Headline</a:t>
            </a:r>
          </a:p>
          <a:p>
            <a:pPr lvl="1"/>
            <a:r>
              <a:rPr lang="en-US"/>
              <a:t>Details</a:t>
            </a:r>
          </a:p>
        </p:txBody>
      </p:sp>
      <p:sp>
        <p:nvSpPr>
          <p:cNvPr id="3" name="Agenda title"/>
          <p:cNvSpPr>
            <a:spLocks noGrp="1"/>
          </p:cNvSpPr>
          <p:nvPr>
            <p:ph type="title" hasCustomPrompt="1"/>
          </p:nvPr>
        </p:nvSpPr>
        <p:spPr>
          <a:xfrm>
            <a:off x="504000" y="505381"/>
            <a:ext cx="11186476" cy="369332"/>
          </a:xfrm>
        </p:spPr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9145981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6">
          <p15:clr>
            <a:srgbClr val="FBAE40"/>
          </p15:clr>
        </p15:guide>
        <p15:guide id="2" orient="horz" pos="958">
          <p15:clr>
            <a:srgbClr val="FBAE40"/>
          </p15:clr>
        </p15:guide>
        <p15:guide id="3" pos="7364">
          <p15:clr>
            <a:srgbClr val="FBAE40"/>
          </p15:clr>
        </p15:guide>
        <p15:guide id="4" orient="horz" pos="316">
          <p15:clr>
            <a:srgbClr val="FBAE40"/>
          </p15:clr>
        </p15:guide>
        <p15:guide id="5" orient="horz" pos="551">
          <p15:clr>
            <a:srgbClr val="FBAE40"/>
          </p15:clr>
        </p15:guide>
        <p15:guide id="6" orient="horz" pos="3997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3090446"/>
            <a:ext cx="11185200" cy="677108"/>
          </a:xfrm>
        </p:spPr>
        <p:txBody>
          <a:bodyPr anchor="ctr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457966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03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7364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Pag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vider image placeholder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1" y="3427200"/>
            <a:ext cx="12195175" cy="3430800"/>
          </a:xfrm>
          <a:noFill/>
        </p:spPr>
        <p:txBody>
          <a:bodyPr tIns="324000"/>
          <a:lstStyle>
            <a:lvl1pPr marL="0" marR="0" indent="0" algn="ctr" defTabSz="1088558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600">
                <a:solidFill>
                  <a:schemeClr val="tx1"/>
                </a:solidFill>
              </a:defRPr>
            </a:lvl1pPr>
          </a:lstStyle>
          <a:p>
            <a:pPr marL="0" marR="0" lvl="0" indent="0" algn="ctr" defTabSz="1088558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Placeholder for image and illustration</a:t>
            </a:r>
          </a:p>
        </p:txBody>
      </p:sp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1375046"/>
            <a:ext cx="11185200" cy="677108"/>
          </a:xfrm>
        </p:spPr>
        <p:txBody>
          <a:bodyPr anchor="t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9642941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364">
          <p15:clr>
            <a:srgbClr val="FBAE40"/>
          </p15:clr>
        </p15:guide>
        <p15:guide id="3" pos="303">
          <p15:clr>
            <a:srgbClr val="FBAE40"/>
          </p15:clr>
        </p15:guide>
        <p15:guide id="4" orient="horz" pos="865">
          <p15:clr>
            <a:srgbClr val="FBAE40"/>
          </p15:clr>
        </p15:guide>
        <p15:guide id="5" orient="horz" pos="1294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 Pag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1375046"/>
            <a:ext cx="11185200" cy="677108"/>
          </a:xfrm>
        </p:spPr>
        <p:txBody>
          <a:bodyPr anchor="t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535157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364">
          <p15:clr>
            <a:srgbClr val="FBAE40"/>
          </p15:clr>
        </p15:guide>
        <p15:guide id="3" pos="303">
          <p15:clr>
            <a:srgbClr val="FBAE40"/>
          </p15:clr>
        </p15:guide>
        <p15:guide id="4" orient="horz" pos="865">
          <p15:clr>
            <a:srgbClr val="FBAE40"/>
          </p15:clr>
        </p15:guide>
        <p15:guide id="5" orient="horz" pos="1294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584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3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pos="7364">
          <p15:clr>
            <a:srgbClr val="FBAE40"/>
          </p15:clr>
        </p15:guide>
        <p15:guide id="4" orient="horz" pos="551">
          <p15:clr>
            <a:srgbClr val="FBAE40"/>
          </p15:clr>
        </p15:guide>
        <p15:guide id="5" orient="horz" pos="3992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11186477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Start typing to add text without a bullet point. To add a bullet point, place the cursor at the start of this line and press tab.</a:t>
            </a:r>
            <a:endParaRPr lang="en-US" noProof="0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>
            <a:lvl1pPr>
              <a:defRPr b="0"/>
            </a:lvl1pPr>
          </a:lstStyle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8286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3">
          <p15:clr>
            <a:srgbClr val="FBAE40"/>
          </p15:clr>
        </p15:guide>
        <p15:guide id="2" orient="horz" pos="3997">
          <p15:clr>
            <a:srgbClr val="FBAE40"/>
          </p15:clr>
        </p15:guide>
        <p15:guide id="3" pos="7364">
          <p15:clr>
            <a:srgbClr val="FBAE40"/>
          </p15:clr>
        </p15:guide>
        <p15:guide id="4" orient="horz" pos="318">
          <p15:clr>
            <a:srgbClr val="FBAE40"/>
          </p15:clr>
        </p15:guide>
        <p15:guide id="5" orient="horz" pos="552">
          <p15:clr>
            <a:srgbClr val="FBAE40"/>
          </p15:clr>
        </p15:guide>
        <p15:guide id="6" orient="horz" pos="958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- column 2"/>
          <p:cNvSpPr>
            <a:spLocks noGrp="1"/>
          </p:cNvSpPr>
          <p:nvPr>
            <p:ph type="body" sz="quarter" idx="11" hasCustomPrompt="1"/>
          </p:nvPr>
        </p:nvSpPr>
        <p:spPr>
          <a:xfrm>
            <a:off x="6362477" y="1548000"/>
            <a:ext cx="5328000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5328000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9888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6">
          <p15:clr>
            <a:srgbClr val="FBAE40"/>
          </p15:clr>
        </p15:guide>
        <p15:guide id="2" orient="horz" pos="3997">
          <p15:clr>
            <a:srgbClr val="FBAE40"/>
          </p15:clr>
        </p15:guide>
        <p15:guide id="3" pos="7364">
          <p15:clr>
            <a:srgbClr val="FBAE40"/>
          </p15:clr>
        </p15:guide>
        <p15:guide id="4" pos="3674">
          <p15:clr>
            <a:srgbClr val="FBAE40"/>
          </p15:clr>
        </p15:guide>
        <p15:guide id="5" pos="4007">
          <p15:clr>
            <a:srgbClr val="FBAE40"/>
          </p15:clr>
        </p15:guide>
        <p15:guide id="6" orient="horz" pos="317">
          <p15:clr>
            <a:srgbClr val="FBAE40"/>
          </p15:clr>
        </p15:guide>
        <p15:guide id="7" orient="horz" pos="551">
          <p15:clr>
            <a:srgbClr val="FBAE40"/>
          </p15:clr>
        </p15:guide>
        <p15:guide id="8" orient="horz" pos="958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- column 3"/>
          <p:cNvSpPr>
            <a:spLocks noGrp="1"/>
          </p:cNvSpPr>
          <p:nvPr>
            <p:ph type="body" sz="quarter" idx="13" hasCustomPrompt="1"/>
          </p:nvPr>
        </p:nvSpPr>
        <p:spPr>
          <a:xfrm>
            <a:off x="8126477" y="1548000"/>
            <a:ext cx="3564000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- column 2"/>
          <p:cNvSpPr>
            <a:spLocks noGrp="1"/>
          </p:cNvSpPr>
          <p:nvPr>
            <p:ph type="body" sz="quarter" idx="12" hasCustomPrompt="1"/>
          </p:nvPr>
        </p:nvSpPr>
        <p:spPr>
          <a:xfrm>
            <a:off x="4315238" y="1548000"/>
            <a:ext cx="3564000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3564000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0883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pos="2563">
          <p15:clr>
            <a:srgbClr val="FBAE40"/>
          </p15:clr>
        </p15:guide>
        <p15:guide id="4" pos="2717">
          <p15:clr>
            <a:srgbClr val="FBAE40"/>
          </p15:clr>
        </p15:guide>
        <p15:guide id="5" pos="4964">
          <p15:clr>
            <a:srgbClr val="FBAE40"/>
          </p15:clr>
        </p15:guide>
        <p15:guide id="6" pos="5119">
          <p15:clr>
            <a:srgbClr val="FBAE40"/>
          </p15:clr>
        </p15:guide>
        <p15:guide id="7" pos="7364">
          <p15:clr>
            <a:srgbClr val="FBAE40"/>
          </p15:clr>
        </p15:guide>
        <p15:guide id="8" orient="horz" pos="551">
          <p15:clr>
            <a:srgbClr val="FBAE40"/>
          </p15:clr>
        </p15:guide>
        <p15:guide id="9" orient="horz" pos="958">
          <p15:clr>
            <a:srgbClr val="FBAE40"/>
          </p15:clr>
        </p15:guide>
        <p15:guide id="10" orient="horz" pos="3997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362477" y="4770000"/>
            <a:ext cx="5328000" cy="1575238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362477" y="1548000"/>
            <a:ext cx="5328000" cy="279259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4770000"/>
            <a:ext cx="5328000" cy="1575238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548000"/>
            <a:ext cx="5328000" cy="279259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4532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orient="horz" pos="551">
          <p15:clr>
            <a:srgbClr val="FBAE40"/>
          </p15:clr>
        </p15:guide>
        <p15:guide id="4" orient="horz" pos="958">
          <p15:clr>
            <a:srgbClr val="FBAE40"/>
          </p15:clr>
        </p15:guide>
        <p15:guide id="5" orient="horz" pos="2750">
          <p15:clr>
            <a:srgbClr val="FBAE40"/>
          </p15:clr>
        </p15:guide>
        <p15:guide id="6" orient="horz" pos="3004">
          <p15:clr>
            <a:srgbClr val="FBAE40"/>
          </p15:clr>
        </p15:guide>
        <p15:guide id="7" orient="horz" pos="3997">
          <p15:clr>
            <a:srgbClr val="FBAE40"/>
          </p15:clr>
        </p15:guide>
        <p15:guide id="8" pos="3682">
          <p15:clr>
            <a:srgbClr val="FBAE40"/>
          </p15:clr>
        </p15:guide>
        <p15:guide id="9" pos="4000">
          <p15:clr>
            <a:srgbClr val="FBAE40"/>
          </p15:clr>
        </p15:guide>
        <p15:guide id="10" pos="7364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8299277" y="4354921"/>
            <a:ext cx="3391200" cy="198107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299277" y="1548000"/>
            <a:ext cx="3391200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4401639" y="4354921"/>
            <a:ext cx="3391200" cy="198107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401639" y="1548000"/>
            <a:ext cx="3391200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4354921"/>
            <a:ext cx="3391200" cy="198107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548000"/>
            <a:ext cx="3391200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4043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pos="2455">
          <p15:clr>
            <a:srgbClr val="FBAE40"/>
          </p15:clr>
        </p15:guide>
        <p15:guide id="4" pos="2773">
          <p15:clr>
            <a:srgbClr val="FBAE40"/>
          </p15:clr>
        </p15:guide>
        <p15:guide id="5" pos="4910">
          <p15:clr>
            <a:srgbClr val="FBAE40"/>
          </p15:clr>
        </p15:guide>
        <p15:guide id="6" pos="5227">
          <p15:clr>
            <a:srgbClr val="FBAE40"/>
          </p15:clr>
        </p15:guide>
        <p15:guide id="7" pos="7364">
          <p15:clr>
            <a:srgbClr val="FBAE40"/>
          </p15:clr>
        </p15:guide>
        <p15:guide id="8" orient="horz" pos="551">
          <p15:clr>
            <a:srgbClr val="FBAE40"/>
          </p15:clr>
        </p15:guide>
        <p15:guide id="9" orient="horz" pos="958">
          <p15:clr>
            <a:srgbClr val="FBAE40"/>
          </p15:clr>
        </p15:guide>
        <p15:guide id="10" orient="horz" pos="2428">
          <p15:clr>
            <a:srgbClr val="FBAE40"/>
          </p15:clr>
        </p15:guide>
        <p15:guide id="11" orient="horz" pos="2743">
          <p15:clr>
            <a:srgbClr val="FBAE40"/>
          </p15:clr>
        </p15:guide>
        <p15:guide id="12" orient="horz" pos="3997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- column 2"/>
          <p:cNvSpPr>
            <a:spLocks noGrp="1"/>
          </p:cNvSpPr>
          <p:nvPr>
            <p:ph type="body" sz="quarter" idx="13" hasCustomPrompt="1"/>
          </p:nvPr>
        </p:nvSpPr>
        <p:spPr>
          <a:xfrm>
            <a:off x="9274877" y="3878221"/>
            <a:ext cx="2415600" cy="245778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4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9274877" y="1548000"/>
            <a:ext cx="2415600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13" name="Text placeholder - column 2"/>
          <p:cNvSpPr>
            <a:spLocks noGrp="1"/>
          </p:cNvSpPr>
          <p:nvPr>
            <p:ph type="body" sz="quarter" idx="17" hasCustomPrompt="1"/>
          </p:nvPr>
        </p:nvSpPr>
        <p:spPr>
          <a:xfrm>
            <a:off x="6351252" y="3878221"/>
            <a:ext cx="2415600" cy="245778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351252" y="1548000"/>
            <a:ext cx="2415600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9" name="Text placeholder - column 2"/>
          <p:cNvSpPr>
            <a:spLocks noGrp="1"/>
          </p:cNvSpPr>
          <p:nvPr>
            <p:ph type="body" sz="quarter" idx="15" hasCustomPrompt="1"/>
          </p:nvPr>
        </p:nvSpPr>
        <p:spPr>
          <a:xfrm>
            <a:off x="3427626" y="3878221"/>
            <a:ext cx="2415600" cy="245778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427626" y="1548000"/>
            <a:ext cx="2415600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- column 2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3878220"/>
            <a:ext cx="2415600" cy="245778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548000"/>
            <a:ext cx="2415600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785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orient="horz" pos="551">
          <p15:clr>
            <a:srgbClr val="FBAE40"/>
          </p15:clr>
        </p15:guide>
        <p15:guide id="4" orient="horz" pos="958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2442">
          <p15:clr>
            <a:srgbClr val="FBAE40"/>
          </p15:clr>
        </p15:guide>
        <p15:guide id="7" orient="horz" pos="3990">
          <p15:clr>
            <a:srgbClr val="FBAE40"/>
          </p15:clr>
        </p15:guide>
        <p15:guide id="8" pos="1840">
          <p15:clr>
            <a:srgbClr val="FBAE40"/>
          </p15:clr>
        </p15:guide>
        <p15:guide id="9" pos="2159">
          <p15:clr>
            <a:srgbClr val="FBAE40"/>
          </p15:clr>
        </p15:guide>
        <p15:guide id="10" pos="3683">
          <p15:clr>
            <a:srgbClr val="FBAE40"/>
          </p15:clr>
        </p15:guide>
        <p15:guide id="11" pos="4000">
          <p15:clr>
            <a:srgbClr val="FBAE40"/>
          </p15:clr>
        </p15:guide>
        <p15:guide id="12" pos="5525">
          <p15:clr>
            <a:srgbClr val="FBAE40"/>
          </p15:clr>
        </p15:guide>
        <p15:guide id="13" pos="5842">
          <p15:clr>
            <a:srgbClr val="FBAE40"/>
          </p15:clr>
        </p15:guide>
        <p15:guide id="14" pos="7364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Quote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800000"/>
            <a:ext cx="11185200" cy="3285032"/>
          </a:xfrm>
        </p:spPr>
        <p:txBody>
          <a:bodyPr/>
          <a:lstStyle>
            <a:lvl1pPr marL="395921" indent="-395921">
              <a:lnSpc>
                <a:spcPct val="90000"/>
              </a:lnSpc>
              <a:spcBef>
                <a:spcPts val="600"/>
              </a:spcBef>
              <a:defRPr sz="5999" b="0" i="0">
                <a:latin typeface="72 Brand Medium" panose="020B0504030603020204" pitchFamily="34" charset="0"/>
              </a:defRPr>
            </a:lvl1pPr>
            <a:lvl2pPr marL="395921" indent="0">
              <a:buNone/>
              <a:defRPr sz="1600"/>
            </a:lvl2pPr>
          </a:lstStyle>
          <a:p>
            <a:pPr lvl="0"/>
            <a:r>
              <a:rPr lang="en-US" noProof="0"/>
              <a:t>“Quote goes here </a:t>
            </a:r>
            <a:br>
              <a:rPr lang="en-US" noProof="0"/>
            </a:br>
            <a:r>
              <a:rPr lang="en-US" noProof="0"/>
              <a:t>and here.”</a:t>
            </a:r>
          </a:p>
          <a:p>
            <a:pPr lvl="1"/>
            <a:r>
              <a:rPr lang="en-US" noProof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34374421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>
          <p15:clr>
            <a:srgbClr val="FBAE40"/>
          </p15:clr>
        </p15:guide>
        <p15:guide id="4" orient="horz" pos="1133">
          <p15:clr>
            <a:srgbClr val="FBAE40"/>
          </p15:clr>
        </p15:guide>
        <p15:guide id="5" orient="horz" pos="3204">
          <p15:clr>
            <a:srgbClr val="FBAE40"/>
          </p15:clr>
        </p15:guide>
        <p15:guide id="6" pos="7363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with Image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/3 righ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8127175" y="0"/>
            <a:ext cx="4068000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</a:t>
            </a:r>
            <a:endParaRPr lang="de-DE"/>
          </a:p>
        </p:txBody>
      </p:sp>
      <p:sp>
        <p:nvSpPr>
          <p:cNvPr id="7" name="Text Placeholder"/>
          <p:cNvSpPr>
            <a:spLocks noGrp="1"/>
          </p:cNvSpPr>
          <p:nvPr>
            <p:ph type="body" sz="quarter" idx="11" hasCustomPrompt="1"/>
          </p:nvPr>
        </p:nvSpPr>
        <p:spPr bwMode="black">
          <a:xfrm>
            <a:off x="503999" y="1548000"/>
            <a:ext cx="7092000" cy="4788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7092000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9535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>
          <p15:clr>
            <a:srgbClr val="FBAE40"/>
          </p15:clr>
        </p15:guide>
        <p15:guide id="2" orient="horz" pos="3991">
          <p15:clr>
            <a:srgbClr val="FBAE40"/>
          </p15:clr>
        </p15:guide>
        <p15:guide id="3" pos="4786">
          <p15:clr>
            <a:srgbClr val="FBAE40"/>
          </p15:clr>
        </p15:guide>
        <p15:guide id="4" pos="5111">
          <p15:clr>
            <a:srgbClr val="FBAE40"/>
          </p15:clr>
        </p15:guide>
        <p15:guide id="5" orient="horz" pos="317">
          <p15:clr>
            <a:srgbClr val="FBAE40"/>
          </p15:clr>
        </p15:guide>
        <p15:guide id="6" orient="horz" pos="551">
          <p15:clr>
            <a:srgbClr val="FBAE40"/>
          </p15:clr>
        </p15:guide>
        <p15:guide id="7" orient="horz" pos="958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" y="0"/>
            <a:ext cx="12195175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9715279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creen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362477" y="1557338"/>
            <a:ext cx="5328000" cy="4788000"/>
          </a:xfrm>
          <a:noFill/>
        </p:spPr>
        <p:txBody>
          <a:bodyPr vert="horz" lIns="0" tIns="1512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screenshot</a:t>
            </a:r>
            <a:endParaRPr lang="de-DE"/>
          </a:p>
        </p:txBody>
      </p:sp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5328000" cy="4788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2312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>
          <p15:clr>
            <a:srgbClr val="FBAE40"/>
          </p15:clr>
        </p15:guide>
        <p15:guide id="2" orient="horz" pos="981">
          <p15:clr>
            <a:srgbClr val="FBAE40"/>
          </p15:clr>
        </p15:guide>
        <p15:guide id="3" pos="3674">
          <p15:clr>
            <a:srgbClr val="FBAE40"/>
          </p15:clr>
        </p15:guide>
        <p15:guide id="4" pos="4008">
          <p15:clr>
            <a:srgbClr val="FBAE40"/>
          </p15:clr>
        </p15:guide>
        <p15:guide id="5" pos="7364">
          <p15:clr>
            <a:srgbClr val="FBAE40"/>
          </p15:clr>
        </p15:guide>
        <p15:guide id="6" orient="horz" pos="317">
          <p15:clr>
            <a:srgbClr val="FBAE40"/>
          </p15:clr>
        </p15:guide>
        <p15:guide id="7" orient="horz" pos="551">
          <p15:clr>
            <a:srgbClr val="FBAE40"/>
          </p15:clr>
        </p15:guide>
        <p15:guide id="8" orient="horz" pos="3991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"/>
          <p:cNvSpPr>
            <a:spLocks noGrp="1"/>
          </p:cNvSpPr>
          <p:nvPr>
            <p:ph idx="1" hasCustomPrompt="1"/>
          </p:nvPr>
        </p:nvSpPr>
        <p:spPr bwMode="gray">
          <a:xfrm>
            <a:off x="504000" y="1548000"/>
            <a:ext cx="11185200" cy="4788000"/>
          </a:xfrm>
          <a:noFill/>
        </p:spPr>
        <p:txBody>
          <a:bodyPr tIns="1368000"/>
          <a:lstStyle>
            <a:lvl1pPr algn="ctr">
              <a:defRPr sz="1400" b="0"/>
            </a:lvl1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4736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orient="horz" pos="551">
          <p15:clr>
            <a:srgbClr val="FBAE40"/>
          </p15:clr>
        </p15:guide>
        <p15:guide id="4" orient="horz" pos="981">
          <p15:clr>
            <a:srgbClr val="FBAE40"/>
          </p15:clr>
        </p15:guide>
        <p15:guide id="5" orient="horz" pos="3991">
          <p15:clr>
            <a:srgbClr val="FBAE40"/>
          </p15:clr>
        </p15:guide>
        <p15:guide id="6" pos="7364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482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1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, Contact and Copy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433C5639-DDA2-864A-9DC3-7FC80AC852D5}"/>
              </a:ext>
            </a:extLst>
          </p:cNvPr>
          <p:cNvSpPr txBox="1"/>
          <p:nvPr userDrawn="1"/>
        </p:nvSpPr>
        <p:spPr>
          <a:xfrm>
            <a:off x="503238" y="2905125"/>
            <a:ext cx="183704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1088776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lang="en-US" sz="1600" b="0" i="0">
                <a:latin typeface="+mn-lt"/>
              </a:rPr>
              <a:t>Contact information:</a:t>
            </a:r>
          </a:p>
        </p:txBody>
      </p:sp>
      <p:sp>
        <p:nvSpPr>
          <p:cNvPr id="9" name="Copyright - Dynamic" descr="{&quot;templafy&quot;:{&quot;id&quot;:&quot;aaba257b-f786-4533-a1e6-6425df7871fe&quot;}}">
            <a:extLst>
              <a:ext uri="{FF2B5EF4-FFF2-40B4-BE49-F238E27FC236}">
                <a16:creationId xmlns:a16="http://schemas.microsoft.com/office/drawing/2014/main" id="{EDAF1AF5-D568-20CC-6052-F655D86F5486}"/>
              </a:ext>
            </a:extLst>
          </p:cNvPr>
          <p:cNvSpPr txBox="1">
            <a:spLocks/>
          </p:cNvSpPr>
          <p:nvPr userDrawn="1"/>
        </p:nvSpPr>
        <p:spPr>
          <a:xfrm>
            <a:off x="504001" y="6536751"/>
            <a:ext cx="10155600" cy="138498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>
                <a:schemeClr val="accent1"/>
              </a:buClr>
              <a:buSzPct val="80000"/>
              <a:buFontTx/>
              <a:buNone/>
              <a:defRPr sz="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20000"/>
              <a:buFont typeface="Arial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892" indent="0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sz="600" b="0" i="0">
                <a:latin typeface="+mn-lt"/>
              </a:rPr>
              <a:t>© 2024 SAP SE or an SAP affiliate company. All rights reserved. See Legal Notice on www.sap.com/legal-notice for use terms, disclaimers, disclosures, or restrictions related to this material.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692DE12-4084-77D2-FD2A-8E63F6FBE7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1543050"/>
            <a:ext cx="5413477" cy="846386"/>
          </a:xfrm>
        </p:spPr>
        <p:txBody>
          <a:bodyPr/>
          <a:lstStyle>
            <a:lvl1pPr>
              <a:defRPr sz="5500" b="0" i="0">
                <a:latin typeface="72 Brand Medium" panose="020B0504030603020204" pitchFamily="34" charset="0"/>
              </a:defRPr>
            </a:lvl1pPr>
          </a:lstStyle>
          <a:p>
            <a:r>
              <a:rPr lang="en-GB"/>
              <a:t>Thank you.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A23274F-1EBD-A73A-AC54-963A234E9EB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63291" y="5990000"/>
            <a:ext cx="727059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13020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7364">
          <p15:clr>
            <a:srgbClr val="FBAE40"/>
          </p15:clr>
        </p15:guide>
        <p15:guide id="2" orient="horz" pos="958">
          <p15:clr>
            <a:srgbClr val="FBAE40"/>
          </p15:clr>
        </p15:guide>
        <p15:guide id="4" orient="horz" pos="1830">
          <p15:clr>
            <a:srgbClr val="FBAE40"/>
          </p15:clr>
        </p15:guide>
        <p15:guide id="5" orient="horz" pos="4000">
          <p15:clr>
            <a:srgbClr val="FBAE40"/>
          </p15:clr>
        </p15:guide>
        <p15:guide id="6" pos="317">
          <p15:clr>
            <a:srgbClr val="FBAE40"/>
          </p15:clr>
        </p15:guide>
        <p15:guide id="8" pos="3841">
          <p15:clr>
            <a:srgbClr val="FBAE40"/>
          </p15:clr>
        </p15:guide>
        <p15:guide id="9" orient="horz" pos="318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cover with blue patter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369E6551-269A-D225-4CF8-EC6D532E4902}"/>
              </a:ext>
            </a:extLst>
          </p:cNvPr>
          <p:cNvSpPr/>
          <p:nvPr userDrawn="1"/>
        </p:nvSpPr>
        <p:spPr bwMode="gray">
          <a:xfrm>
            <a:off x="-1" y="0"/>
            <a:ext cx="12195175" cy="6858000"/>
          </a:xfrm>
          <a:prstGeom prst="rect">
            <a:avLst/>
          </a:prstGeom>
          <a:solidFill>
            <a:schemeClr val="bg1"/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288000" y="2706317"/>
            <a:ext cx="5441288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latin typeface="+mj-lt"/>
                <a:cs typeface="72-Regular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73D104-EF7E-A0AB-2243-882D65E686E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75363" y="0"/>
            <a:ext cx="6119812" cy="6858000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to insert picture</a:t>
            </a:r>
          </a:p>
        </p:txBody>
      </p:sp>
      <p:pic>
        <p:nvPicPr>
          <p:cNvPr id="1575865229" name="LogoBlue-Dynamic" descr="{&quot;templafy&quot;:{&quot;id&quot;:&quot;cc4b7fa6-778f-4833-8456-b2959f62c8b4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  <p:sp>
        <p:nvSpPr>
          <p:cNvPr id="6" name="Classification-Dynamic" descr="{&quot;templafy&quot;:{&quot;id&quot;:&quot;7d0313a9-572b-4b1a-be2e-2387ea1b4290&quot;}}">
            <a:extLst>
              <a:ext uri="{FF2B5EF4-FFF2-40B4-BE49-F238E27FC236}">
                <a16:creationId xmlns:a16="http://schemas.microsoft.com/office/drawing/2014/main" id="{870EB466-B92B-9D4D-974E-A49C0F424152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41658104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4">
          <p15:clr>
            <a:srgbClr val="FBAE40"/>
          </p15:clr>
        </p15:guide>
        <p15:guide id="3" orient="horz" pos="2704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60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nk cover with anvil">
    <p:bg>
      <p:bgPr>
        <a:solidFill>
          <a:srgbClr val="2800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>
            <a:extLst>
              <a:ext uri="{FF2B5EF4-FFF2-40B4-BE49-F238E27FC236}">
                <a16:creationId xmlns:a16="http://schemas.microsoft.com/office/drawing/2014/main" id="{37E79459-E5C5-5E87-E38B-80855D38E462}"/>
              </a:ext>
            </a:extLst>
          </p:cNvPr>
          <p:cNvSpPr/>
          <p:nvPr userDrawn="1"/>
        </p:nvSpPr>
        <p:spPr bwMode="gray">
          <a:xfrm>
            <a:off x="-1" y="0"/>
            <a:ext cx="12195175" cy="6858000"/>
          </a:xfrm>
          <a:prstGeom prst="rect">
            <a:avLst/>
          </a:prstGeom>
          <a:solidFill>
            <a:srgbClr val="28004A"/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846E736-979F-0D4B-6D59-D0EA5D367E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99111" y="1216759"/>
            <a:ext cx="8887864" cy="4424483"/>
          </a:xfrm>
          <a:prstGeom prst="rect">
            <a:avLst/>
          </a:prstGeom>
        </p:spPr>
      </p:pic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288000" y="2706317"/>
            <a:ext cx="10900800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+mj-lt"/>
                <a:cs typeface="72-Regular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809493927" name="LogoWhite-Dynamic" descr="{&quot;templafy&quot;:{&quot;id&quot;:&quot;40da3c9f-4850-4427-a5ba-272827ff0842&quot;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  <p:sp>
        <p:nvSpPr>
          <p:cNvPr id="7" name="Classification-Dynamic" descr="{&quot;templafy&quot;:{&quot;id&quot;:&quot;c46f0580-691a-4125-9f84-7dd37cac5f86&quot;}}">
            <a:extLst>
              <a:ext uri="{FF2B5EF4-FFF2-40B4-BE49-F238E27FC236}">
                <a16:creationId xmlns:a16="http://schemas.microsoft.com/office/drawing/2014/main" id="{1D05DC80-84C9-9ECA-3B84-3577D8D81659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bg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4257524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4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60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ngo cover with anvil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Rectangle 148">
            <a:extLst>
              <a:ext uri="{FF2B5EF4-FFF2-40B4-BE49-F238E27FC236}">
                <a16:creationId xmlns:a16="http://schemas.microsoft.com/office/drawing/2014/main" id="{3F9D113E-DB39-0CF2-578D-9B5D35C92F55}"/>
              </a:ext>
            </a:extLst>
          </p:cNvPr>
          <p:cNvSpPr/>
          <p:nvPr userDrawn="1"/>
        </p:nvSpPr>
        <p:spPr bwMode="gray">
          <a:xfrm>
            <a:off x="7102258" y="0"/>
            <a:ext cx="5092917" cy="6858000"/>
          </a:xfrm>
          <a:prstGeom prst="rect">
            <a:avLst/>
          </a:prstGeom>
          <a:solidFill>
            <a:srgbClr val="FFC932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9CF98F2-AE93-6F6D-B5F5-C2F74E0787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67600" y="250521"/>
            <a:ext cx="4538091" cy="632807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DD06AF2-2141-CEFD-4797-A6E50CC267FE}"/>
              </a:ext>
            </a:extLst>
          </p:cNvPr>
          <p:cNvSpPr/>
          <p:nvPr userDrawn="1"/>
        </p:nvSpPr>
        <p:spPr bwMode="gray">
          <a:xfrm>
            <a:off x="1" y="0"/>
            <a:ext cx="7226300" cy="6858000"/>
          </a:xfrm>
          <a:prstGeom prst="rect">
            <a:avLst/>
          </a:prstGeom>
          <a:solidFill>
            <a:schemeClr val="accent1"/>
          </a:solidFill>
          <a:ln w="1342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288000" y="2706317"/>
            <a:ext cx="6633305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72 Brand Medium" panose="020B0504030603020204" pitchFamily="34" charset="0"/>
                <a:cs typeface="72-Regular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547097306" name="LogoWhite-Dynamic" descr="{&quot;templafy&quot;:{&quot;id&quot;:&quot;88ccaa5d-1dee-4448-8279-ebece6f8cb4a&quot;}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  <p:sp>
        <p:nvSpPr>
          <p:cNvPr id="8" name="Classification-Dynamic" descr="{&quot;templafy&quot;:{&quot;id&quot;:&quot;4d8ae1c3-ef33-4ad5-a402-2c402c040e62&quot;}}">
            <a:extLst>
              <a:ext uri="{FF2B5EF4-FFF2-40B4-BE49-F238E27FC236}">
                <a16:creationId xmlns:a16="http://schemas.microsoft.com/office/drawing/2014/main" id="{F1333C1B-AD40-D53A-5A1E-EFB8C6390D49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bg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16489870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4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60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cover with image in anvil shape">
    <p:bg>
      <p:bgPr>
        <a:solidFill>
          <a:srgbClr val="97D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CF15634C-E3A9-CDE6-5F8E-35B41DFE2B5D}"/>
              </a:ext>
            </a:extLst>
          </p:cNvPr>
          <p:cNvSpPr/>
          <p:nvPr userDrawn="1"/>
        </p:nvSpPr>
        <p:spPr bwMode="gray">
          <a:xfrm>
            <a:off x="0" y="0"/>
            <a:ext cx="12195175" cy="6858000"/>
          </a:xfrm>
          <a:prstGeom prst="rect">
            <a:avLst/>
          </a:prstGeom>
          <a:solidFill>
            <a:srgbClr val="97DD40"/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29E6C33-847C-5792-E2BD-5963C662E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01" y="2706317"/>
            <a:ext cx="5529704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D2BFABF1-DD81-F2D4-FD65-DBCD6636029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69496" y="2029240"/>
            <a:ext cx="5711687" cy="2828844"/>
          </a:xfrm>
          <a:custGeom>
            <a:avLst/>
            <a:gdLst>
              <a:gd name="connsiteX0" fmla="*/ 0 w 5453062"/>
              <a:gd name="connsiteY0" fmla="*/ 0 h 2700337"/>
              <a:gd name="connsiteX1" fmla="*/ 5453062 w 5453062"/>
              <a:gd name="connsiteY1" fmla="*/ 0 h 2700337"/>
              <a:gd name="connsiteX2" fmla="*/ 5453062 w 5453062"/>
              <a:gd name="connsiteY2" fmla="*/ 2700337 h 2700337"/>
              <a:gd name="connsiteX3" fmla="*/ 0 w 5453062"/>
              <a:gd name="connsiteY3" fmla="*/ 2700337 h 2700337"/>
              <a:gd name="connsiteX4" fmla="*/ 0 w 5453062"/>
              <a:gd name="connsiteY4" fmla="*/ 0 h 2700337"/>
              <a:gd name="connsiteX0" fmla="*/ 0 w 5453062"/>
              <a:gd name="connsiteY0" fmla="*/ 0 h 2758526"/>
              <a:gd name="connsiteX1" fmla="*/ 5453062 w 5453062"/>
              <a:gd name="connsiteY1" fmla="*/ 0 h 2758526"/>
              <a:gd name="connsiteX2" fmla="*/ 2751426 w 5453062"/>
              <a:gd name="connsiteY2" fmla="*/ 2758526 h 2758526"/>
              <a:gd name="connsiteX3" fmla="*/ 0 w 5453062"/>
              <a:gd name="connsiteY3" fmla="*/ 2700337 h 2758526"/>
              <a:gd name="connsiteX4" fmla="*/ 0 w 5453062"/>
              <a:gd name="connsiteY4" fmla="*/ 0 h 2758526"/>
              <a:gd name="connsiteX0" fmla="*/ 0 w 5453062"/>
              <a:gd name="connsiteY0" fmla="*/ 0 h 2700337"/>
              <a:gd name="connsiteX1" fmla="*/ 5453062 w 5453062"/>
              <a:gd name="connsiteY1" fmla="*/ 0 h 2700337"/>
              <a:gd name="connsiteX2" fmla="*/ 2726487 w 5453062"/>
              <a:gd name="connsiteY2" fmla="*/ 2700336 h 2700337"/>
              <a:gd name="connsiteX3" fmla="*/ 0 w 5453062"/>
              <a:gd name="connsiteY3" fmla="*/ 2700337 h 2700337"/>
              <a:gd name="connsiteX4" fmla="*/ 0 w 5453062"/>
              <a:gd name="connsiteY4" fmla="*/ 0 h 2700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53062" h="2700337">
                <a:moveTo>
                  <a:pt x="0" y="0"/>
                </a:moveTo>
                <a:lnTo>
                  <a:pt x="5453062" y="0"/>
                </a:lnTo>
                <a:lnTo>
                  <a:pt x="2726487" y="2700336"/>
                </a:lnTo>
                <a:lnTo>
                  <a:pt x="0" y="2700337"/>
                </a:lnTo>
                <a:lnTo>
                  <a:pt x="0" y="0"/>
                </a:lnTo>
                <a:close/>
              </a:path>
            </a:pathLst>
          </a:cu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        Click to add image</a:t>
            </a:r>
          </a:p>
        </p:txBody>
      </p:sp>
      <p:sp>
        <p:nvSpPr>
          <p:cNvPr id="4" name="Classification-Dynamic" descr="{&quot;templafy&quot;:{&quot;id&quot;:&quot;48c001c3-7b81-470d-8365-e72978b171b0&quot;}}">
            <a:extLst>
              <a:ext uri="{FF2B5EF4-FFF2-40B4-BE49-F238E27FC236}">
                <a16:creationId xmlns:a16="http://schemas.microsoft.com/office/drawing/2014/main" id="{13EDB9F6-FBDA-8ED8-A84B-244CC53CFF99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  <p:pic>
        <p:nvPicPr>
          <p:cNvPr id="1223611622" name="LogoBlack-Dynamic" descr="{&quot;templafy&quot;:{&quot;id&quot;:&quot;4f2d2bed-508b-4ab9-a586-095abcf8f25c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1772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4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60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with Image or Illustr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F6B4F408-95BC-730E-4114-45641ED46491}"/>
              </a:ext>
            </a:extLst>
          </p:cNvPr>
          <p:cNvSpPr/>
          <p:nvPr userDrawn="1"/>
        </p:nvSpPr>
        <p:spPr bwMode="gray">
          <a:xfrm>
            <a:off x="-1" y="0"/>
            <a:ext cx="12195175" cy="6858000"/>
          </a:xfrm>
          <a:prstGeom prst="rect">
            <a:avLst/>
          </a:prstGeom>
          <a:solidFill>
            <a:schemeClr val="bg1"/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288000" y="4024430"/>
            <a:ext cx="10899174" cy="997196"/>
          </a:xfrm>
        </p:spPr>
        <p:txBody>
          <a:bodyPr vert="horz" wrap="square" lIns="0" tIns="0" rIns="0" bIns="0" rtlCol="0">
            <a:noAutofit/>
          </a:bodyPr>
          <a:lstStyle>
            <a:lvl1pPr>
              <a:lnSpc>
                <a:spcPct val="90000"/>
              </a:lnSpc>
              <a:defRPr lang="de-DE" sz="3600" b="0" i="0" dirty="0">
                <a:latin typeface="72 Brand Medium" panose="020B05040306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FA78832-C268-4EC5-BB82-7F9D7F5B51B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12195175" cy="3430800"/>
          </a:xfrm>
        </p:spPr>
        <p:txBody>
          <a:bodyPr anchor="ctr" anchorCtr="0"/>
          <a:lstStyle>
            <a:lvl1pPr marL="0" marR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lvl1pPr>
          </a:lstStyle>
          <a:p>
            <a:pPr marL="0" marR="0" lvl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pic>
        <p:nvPicPr>
          <p:cNvPr id="48862707" name="LogoBlue-Dynamic" descr="{&quot;templafy&quot;:{&quot;id&quot;:&quot;8b55870c-384d-411d-a4a3-93918e5e90a6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6" y="6218600"/>
            <a:ext cx="727192" cy="360000"/>
          </a:xfrm>
          <a:prstGeom prst="rect">
            <a:avLst/>
          </a:prstGeom>
        </p:spPr>
      </p:pic>
      <p:sp>
        <p:nvSpPr>
          <p:cNvPr id="9" name="Classification-Dynamic" descr="{&quot;templafy&quot;:{&quot;id&quot;:&quot;66d6c1c6-6d4a-46ba-a3b7-a16559825194&quot;}}">
            <a:extLst>
              <a:ext uri="{FF2B5EF4-FFF2-40B4-BE49-F238E27FC236}">
                <a16:creationId xmlns:a16="http://schemas.microsoft.com/office/drawing/2014/main" id="{CE0C2033-6FDF-7DD6-E25C-C03296FDAD00}"/>
              </a:ext>
            </a:extLst>
          </p:cNvPr>
          <p:cNvSpPr txBox="1"/>
          <p:nvPr userDrawn="1"/>
        </p:nvSpPr>
        <p:spPr>
          <a:xfrm>
            <a:off x="282575" y="5724000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27036210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505">
          <p15:clr>
            <a:srgbClr val="FBAE40"/>
          </p15:clr>
        </p15:guide>
        <p15:guide id="2" orient="horz" pos="4144">
          <p15:clr>
            <a:srgbClr val="FBAE40"/>
          </p15:clr>
        </p15:guide>
        <p15:guide id="3" orient="horz" pos="2162">
          <p15:clr>
            <a:srgbClr val="FBAE40"/>
          </p15:clr>
        </p15:guide>
        <p15:guide id="4" pos="181">
          <p15:clr>
            <a:srgbClr val="FBAE40"/>
          </p15:clr>
        </p15:guide>
        <p15:guide id="5" orient="horz" pos="2534">
          <p15:clr>
            <a:srgbClr val="FBAE40"/>
          </p15:clr>
        </p15:guide>
        <p15:guide id="6" orient="horz" pos="3164">
          <p15:clr>
            <a:srgbClr val="FBAE40"/>
          </p15:clr>
        </p15:guide>
        <p15:guide id="7" orient="horz" pos="3232">
          <p15:clr>
            <a:srgbClr val="FBAE40"/>
          </p15:clr>
        </p15:guide>
        <p15:guide id="8" orient="horz" pos="3504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cover with green anvi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615A14AB-7A75-B899-CDA1-E311E201A837}"/>
              </a:ext>
            </a:extLst>
          </p:cNvPr>
          <p:cNvSpPr/>
          <p:nvPr userDrawn="1"/>
        </p:nvSpPr>
        <p:spPr bwMode="gray">
          <a:xfrm>
            <a:off x="-1" y="0"/>
            <a:ext cx="12195175" cy="6858000"/>
          </a:xfrm>
          <a:prstGeom prst="rect">
            <a:avLst/>
          </a:prstGeom>
          <a:solidFill>
            <a:schemeClr val="bg1"/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" name="Anvil" descr="preencoded.png">
            <a:extLst>
              <a:ext uri="{FF2B5EF4-FFF2-40B4-BE49-F238E27FC236}">
                <a16:creationId xmlns:a16="http://schemas.microsoft.com/office/drawing/2014/main" id="{CAD3135A-95A0-606F-5A25-35CF890B232D}"/>
              </a:ext>
            </a:extLst>
          </p:cNvPr>
          <p:cNvSpPr/>
          <p:nvPr/>
        </p:nvSpPr>
        <p:spPr>
          <a:xfrm>
            <a:off x="5072441" y="1275473"/>
            <a:ext cx="6069341" cy="2991727"/>
          </a:xfrm>
          <a:custGeom>
            <a:avLst/>
            <a:gdLst>
              <a:gd name="connsiteX0" fmla="*/ 0 w 6069341"/>
              <a:gd name="connsiteY0" fmla="*/ 0 h 2991727"/>
              <a:gd name="connsiteX1" fmla="*/ 0 w 6069341"/>
              <a:gd name="connsiteY1" fmla="*/ 2991727 h 2991727"/>
              <a:gd name="connsiteX2" fmla="*/ 3084421 w 6069341"/>
              <a:gd name="connsiteY2" fmla="*/ 2991727 h 2991727"/>
              <a:gd name="connsiteX3" fmla="*/ 6069341 w 6069341"/>
              <a:gd name="connsiteY3" fmla="*/ 0 h 2991727"/>
              <a:gd name="connsiteX4" fmla="*/ 0 w 6069341"/>
              <a:gd name="connsiteY4" fmla="*/ 0 h 29917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69341" h="2991727">
                <a:moveTo>
                  <a:pt x="0" y="0"/>
                </a:moveTo>
                <a:lnTo>
                  <a:pt x="0" y="2991727"/>
                </a:lnTo>
                <a:lnTo>
                  <a:pt x="3084421" y="2991727"/>
                </a:lnTo>
                <a:lnTo>
                  <a:pt x="6069341" y="0"/>
                </a:lnTo>
                <a:lnTo>
                  <a:pt x="0" y="0"/>
                </a:lnTo>
                <a:close/>
              </a:path>
            </a:pathLst>
          </a:custGeom>
          <a:solidFill>
            <a:srgbClr val="97DD40"/>
          </a:solidFill>
          <a:ln w="7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72 Brand" panose="020B0504030603020204" pitchFamily="34" charset="0"/>
            </a:endParaRP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D8805AE3-41BC-E9DB-1A66-ADF41EDBC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00" y="2706317"/>
            <a:ext cx="6026739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latin typeface="72 Brand Medium" panose="020B0504030603020204" pitchFamily="34" charset="0"/>
                <a:cs typeface="72-Regular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101496459" name="LogoBlue-Dynamic" descr="{&quot;templafy&quot;:{&quot;id&quot;:&quot;20735d1b-d3fe-4573-99ef-2a6dcfd8f4b4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  <p:sp>
        <p:nvSpPr>
          <p:cNvPr id="11" name="Classification-Dynamic" descr="{&quot;templafy&quot;:{&quot;id&quot;:&quot;93fa5ac1-a31b-4a95-b79d-e6c592d1d34b&quot;}}">
            <a:extLst>
              <a:ext uri="{FF2B5EF4-FFF2-40B4-BE49-F238E27FC236}">
                <a16:creationId xmlns:a16="http://schemas.microsoft.com/office/drawing/2014/main" id="{62D91ACB-BD14-46CB-4B61-F4B072D877C0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6983379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4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60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ght blue cover with anvi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ackground">
            <a:extLst>
              <a:ext uri="{FF2B5EF4-FFF2-40B4-BE49-F238E27FC236}">
                <a16:creationId xmlns:a16="http://schemas.microsoft.com/office/drawing/2014/main" id="{581FAEF7-1ACD-83AC-7B42-761E6A30387F}"/>
              </a:ext>
            </a:extLst>
          </p:cNvPr>
          <p:cNvSpPr/>
          <p:nvPr userDrawn="1"/>
        </p:nvSpPr>
        <p:spPr bwMode="gray">
          <a:xfrm>
            <a:off x="0" y="0"/>
            <a:ext cx="12195175" cy="6858000"/>
          </a:xfrm>
          <a:prstGeom prst="rect">
            <a:avLst/>
          </a:prstGeom>
          <a:solidFill>
            <a:srgbClr val="A6E0FF">
              <a:alpha val="42715"/>
            </a:srgbClr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2" name="Anvil" descr="preencoded.png">
            <a:extLst>
              <a:ext uri="{FF2B5EF4-FFF2-40B4-BE49-F238E27FC236}">
                <a16:creationId xmlns:a16="http://schemas.microsoft.com/office/drawing/2014/main" id="{94093846-CC07-3993-CA62-86004F1C03F9}"/>
              </a:ext>
            </a:extLst>
          </p:cNvPr>
          <p:cNvSpPr/>
          <p:nvPr/>
        </p:nvSpPr>
        <p:spPr>
          <a:xfrm>
            <a:off x="2289865" y="1275473"/>
            <a:ext cx="8851917" cy="4363327"/>
          </a:xfrm>
          <a:custGeom>
            <a:avLst/>
            <a:gdLst>
              <a:gd name="connsiteX0" fmla="*/ 0 w 8851917"/>
              <a:gd name="connsiteY0" fmla="*/ 0 h 4363327"/>
              <a:gd name="connsiteX1" fmla="*/ 0 w 8851917"/>
              <a:gd name="connsiteY1" fmla="*/ 4363327 h 4363327"/>
              <a:gd name="connsiteX2" fmla="*/ 4498517 w 8851917"/>
              <a:gd name="connsiteY2" fmla="*/ 4363327 h 4363327"/>
              <a:gd name="connsiteX3" fmla="*/ 8851917 w 8851917"/>
              <a:gd name="connsiteY3" fmla="*/ 0 h 4363327"/>
              <a:gd name="connsiteX4" fmla="*/ 0 w 8851917"/>
              <a:gd name="connsiteY4" fmla="*/ 0 h 436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51917" h="4363327">
                <a:moveTo>
                  <a:pt x="0" y="0"/>
                </a:moveTo>
                <a:lnTo>
                  <a:pt x="0" y="4363327"/>
                </a:lnTo>
                <a:lnTo>
                  <a:pt x="4498517" y="4363327"/>
                </a:lnTo>
                <a:lnTo>
                  <a:pt x="8851917" y="0"/>
                </a:lnTo>
                <a:lnTo>
                  <a:pt x="0" y="0"/>
                </a:lnTo>
                <a:close/>
              </a:path>
            </a:pathLst>
          </a:custGeom>
          <a:solidFill>
            <a:srgbClr val="A6E0FF"/>
          </a:solidFill>
          <a:ln w="1523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72 Brand" panose="020B0504030603020204" pitchFamily="34" charset="0"/>
            </a:endParaRP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098B98B-8FDE-5B19-2FC7-97058A6B53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00" y="2706317"/>
            <a:ext cx="5929920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latin typeface="72 Brand Medium" panose="020B0504030603020204" pitchFamily="34" charset="0"/>
                <a:cs typeface="72-Regular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516919524" name="LogoBlack-Dynamic" descr="{&quot;templafy&quot;:{&quot;id&quot;:&quot;90423db4-1288-4e85-b39b-6a248287454f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  <p:sp>
        <p:nvSpPr>
          <p:cNvPr id="3" name="Classification-Dynamic" descr="{&quot;templafy&quot;:{&quot;id&quot;:&quot;75ebf09f-5e76-4149-aa2a-2bec4d9b8bf8&quot;}}">
            <a:extLst>
              <a:ext uri="{FF2B5EF4-FFF2-40B4-BE49-F238E27FC236}">
                <a16:creationId xmlns:a16="http://schemas.microsoft.com/office/drawing/2014/main" id="{D417CEF6-1FCD-75B6-FA13-C583ECCE7BE5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20923829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4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60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cover with anvi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 descr="preencoded.png">
            <a:extLst>
              <a:ext uri="{FF2B5EF4-FFF2-40B4-BE49-F238E27FC236}">
                <a16:creationId xmlns:a16="http://schemas.microsoft.com/office/drawing/2014/main" id="{5F3BB899-74C3-EBF7-C191-EC2863B8F536}"/>
              </a:ext>
            </a:extLst>
          </p:cNvPr>
          <p:cNvSpPr/>
          <p:nvPr/>
        </p:nvSpPr>
        <p:spPr>
          <a:xfrm>
            <a:off x="0" y="0"/>
            <a:ext cx="12195175" cy="6858000"/>
          </a:xfrm>
          <a:custGeom>
            <a:avLst/>
            <a:gdLst>
              <a:gd name="connsiteX0" fmla="*/ 0 w 12195175"/>
              <a:gd name="connsiteY0" fmla="*/ 0 h 6858000"/>
              <a:gd name="connsiteX1" fmla="*/ 12195175 w 12195175"/>
              <a:gd name="connsiteY1" fmla="*/ 0 h 6858000"/>
              <a:gd name="connsiteX2" fmla="*/ 12195175 w 12195175"/>
              <a:gd name="connsiteY2" fmla="*/ 6858000 h 6858000"/>
              <a:gd name="connsiteX3" fmla="*/ 0 w 121951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5175" h="6858000">
                <a:moveTo>
                  <a:pt x="0" y="0"/>
                </a:moveTo>
                <a:lnTo>
                  <a:pt x="12195175" y="0"/>
                </a:lnTo>
                <a:lnTo>
                  <a:pt x="1219517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1B90FF"/>
          </a:solidFill>
          <a:ln w="112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72 Brand" panose="020B0504030603020204" pitchFamily="34" charset="0"/>
            </a:endParaRPr>
          </a:p>
        </p:txBody>
      </p:sp>
      <p:sp>
        <p:nvSpPr>
          <p:cNvPr id="8" name="Anvil" descr="preencoded.png">
            <a:extLst>
              <a:ext uri="{FF2B5EF4-FFF2-40B4-BE49-F238E27FC236}">
                <a16:creationId xmlns:a16="http://schemas.microsoft.com/office/drawing/2014/main" id="{39A9B643-3B5A-F0D7-C3BF-3A81DE80FEB6}"/>
              </a:ext>
            </a:extLst>
          </p:cNvPr>
          <p:cNvSpPr/>
          <p:nvPr/>
        </p:nvSpPr>
        <p:spPr>
          <a:xfrm>
            <a:off x="287339" y="935666"/>
            <a:ext cx="6762048" cy="3333180"/>
          </a:xfrm>
          <a:custGeom>
            <a:avLst/>
            <a:gdLst>
              <a:gd name="connsiteX0" fmla="*/ 0 w 6762048"/>
              <a:gd name="connsiteY0" fmla="*/ 0 h 3333180"/>
              <a:gd name="connsiteX1" fmla="*/ 0 w 6762048"/>
              <a:gd name="connsiteY1" fmla="*/ 3333180 h 3333180"/>
              <a:gd name="connsiteX2" fmla="*/ 3436452 w 6762048"/>
              <a:gd name="connsiteY2" fmla="*/ 3333180 h 3333180"/>
              <a:gd name="connsiteX3" fmla="*/ 6762048 w 6762048"/>
              <a:gd name="connsiteY3" fmla="*/ 0 h 3333180"/>
              <a:gd name="connsiteX4" fmla="*/ 0 w 6762048"/>
              <a:gd name="connsiteY4" fmla="*/ 0 h 3333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62048" h="3333180">
                <a:moveTo>
                  <a:pt x="0" y="0"/>
                </a:moveTo>
                <a:lnTo>
                  <a:pt x="0" y="3333180"/>
                </a:lnTo>
                <a:lnTo>
                  <a:pt x="3436452" y="3333180"/>
                </a:lnTo>
                <a:lnTo>
                  <a:pt x="676204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2A86"/>
          </a:solidFill>
          <a:ln w="9264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72 Brand" panose="020B0504030603020204" pitchFamily="34" charset="0"/>
            </a:endParaRP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709C0759-3773-C728-D6A6-855D822107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00" y="2706317"/>
            <a:ext cx="6876593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72 Brand Medium" panose="020B0504030603020204" pitchFamily="34" charset="0"/>
                <a:cs typeface="72-Regular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618850540" name="LogoWhite-Dynamic" descr="{&quot;templafy&quot;:{&quot;id&quot;:&quot;3997724c-f726-461c-a934-ed0eea3e805e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  <p:sp>
        <p:nvSpPr>
          <p:cNvPr id="3" name="Classification-Dynamic" descr="{&quot;templafy&quot;:{&quot;id&quot;:&quot;4b22af69-eaf6-4cf4-9157-8a7105c9b9c9&quot;}}">
            <a:extLst>
              <a:ext uri="{FF2B5EF4-FFF2-40B4-BE49-F238E27FC236}">
                <a16:creationId xmlns:a16="http://schemas.microsoft.com/office/drawing/2014/main" id="{D67AB148-356D-F356-4E6C-9664D9EB9DF3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bg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24289312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4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60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l cover with anvil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ckground" descr="preencoded.png">
            <a:extLst>
              <a:ext uri="{FF2B5EF4-FFF2-40B4-BE49-F238E27FC236}">
                <a16:creationId xmlns:a16="http://schemas.microsoft.com/office/drawing/2014/main" id="{5F3BB899-74C3-EBF7-C191-EC2863B8F536}"/>
              </a:ext>
            </a:extLst>
          </p:cNvPr>
          <p:cNvSpPr/>
          <p:nvPr/>
        </p:nvSpPr>
        <p:spPr>
          <a:xfrm>
            <a:off x="0" y="0"/>
            <a:ext cx="12195175" cy="6858000"/>
          </a:xfrm>
          <a:custGeom>
            <a:avLst/>
            <a:gdLst>
              <a:gd name="connsiteX0" fmla="*/ 0 w 12195175"/>
              <a:gd name="connsiteY0" fmla="*/ 0 h 6858000"/>
              <a:gd name="connsiteX1" fmla="*/ 12195175 w 12195175"/>
              <a:gd name="connsiteY1" fmla="*/ 0 h 6858000"/>
              <a:gd name="connsiteX2" fmla="*/ 12195175 w 12195175"/>
              <a:gd name="connsiteY2" fmla="*/ 6858000 h 6858000"/>
              <a:gd name="connsiteX3" fmla="*/ 0 w 121951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5175" h="6858000">
                <a:moveTo>
                  <a:pt x="0" y="0"/>
                </a:moveTo>
                <a:lnTo>
                  <a:pt x="12195175" y="0"/>
                </a:lnTo>
                <a:lnTo>
                  <a:pt x="1219517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CEAC"/>
          </a:solidFill>
          <a:ln w="112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72 Brand" panose="020B0504030603020204" pitchFamily="34" charset="0"/>
            </a:endParaRPr>
          </a:p>
        </p:txBody>
      </p:sp>
      <p:sp>
        <p:nvSpPr>
          <p:cNvPr id="6" name="Anvil" descr="preencoded.png">
            <a:extLst>
              <a:ext uri="{FF2B5EF4-FFF2-40B4-BE49-F238E27FC236}">
                <a16:creationId xmlns:a16="http://schemas.microsoft.com/office/drawing/2014/main" id="{F36DF1A0-33EF-D4BF-029F-2435A3EF8C01}"/>
              </a:ext>
            </a:extLst>
          </p:cNvPr>
          <p:cNvSpPr/>
          <p:nvPr/>
        </p:nvSpPr>
        <p:spPr>
          <a:xfrm>
            <a:off x="870433" y="989322"/>
            <a:ext cx="9187967" cy="4528975"/>
          </a:xfrm>
          <a:custGeom>
            <a:avLst/>
            <a:gdLst>
              <a:gd name="connsiteX0" fmla="*/ 0 w 9187967"/>
              <a:gd name="connsiteY0" fmla="*/ 0 h 4528975"/>
              <a:gd name="connsiteX1" fmla="*/ 0 w 9187967"/>
              <a:gd name="connsiteY1" fmla="*/ 4528975 h 4528975"/>
              <a:gd name="connsiteX2" fmla="*/ 4669297 w 9187967"/>
              <a:gd name="connsiteY2" fmla="*/ 4528975 h 4528975"/>
              <a:gd name="connsiteX3" fmla="*/ 9187967 w 9187967"/>
              <a:gd name="connsiteY3" fmla="*/ 0 h 4528975"/>
              <a:gd name="connsiteX4" fmla="*/ 0 w 9187967"/>
              <a:gd name="connsiteY4" fmla="*/ 0 h 4528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7967" h="4528975">
                <a:moveTo>
                  <a:pt x="0" y="0"/>
                </a:moveTo>
                <a:lnTo>
                  <a:pt x="0" y="4528975"/>
                </a:lnTo>
                <a:lnTo>
                  <a:pt x="4669297" y="4528975"/>
                </a:lnTo>
                <a:lnTo>
                  <a:pt x="9187967" y="0"/>
                </a:lnTo>
                <a:lnTo>
                  <a:pt x="0" y="0"/>
                </a:lnTo>
                <a:close/>
              </a:path>
            </a:pathLst>
          </a:custGeom>
          <a:solidFill>
            <a:srgbClr val="63EDD4"/>
          </a:solidFill>
          <a:ln w="1259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72 Brand" panose="020B0504030603020204" pitchFamily="34" charset="0"/>
            </a:endParaRPr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5515F5CA-E76C-CC3B-68A7-37E88873AB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00" y="2706317"/>
            <a:ext cx="5929920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latin typeface="72 Brand Medium" panose="020B0504030603020204" pitchFamily="34" charset="0"/>
                <a:cs typeface="72-Regular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819696288" name="LogoBlack-Dynamic" descr="{&quot;templafy&quot;:{&quot;id&quot;:&quot;bb2106dc-07e4-4462-be96-d3555cd6537c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  <p:sp>
        <p:nvSpPr>
          <p:cNvPr id="3" name="Classification-Dynamic" descr="{&quot;templafy&quot;:{&quot;id&quot;:&quot;cc279341-5c69-402e-805a-5145e59dc73d&quot;}}">
            <a:extLst>
              <a:ext uri="{FF2B5EF4-FFF2-40B4-BE49-F238E27FC236}">
                <a16:creationId xmlns:a16="http://schemas.microsoft.com/office/drawing/2014/main" id="{BBFBBDC3-D031-6041-465D-9F7147F423CF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21881196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4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60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ith cover 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83FFCA81-9D1B-7BE9-9F97-BEDB3E67519A}"/>
              </a:ext>
            </a:extLst>
          </p:cNvPr>
          <p:cNvSpPr/>
          <p:nvPr userDrawn="1"/>
        </p:nvSpPr>
        <p:spPr bwMode="gray">
          <a:xfrm>
            <a:off x="-1" y="0"/>
            <a:ext cx="12195175" cy="6858000"/>
          </a:xfrm>
          <a:prstGeom prst="rect">
            <a:avLst/>
          </a:prstGeom>
          <a:solidFill>
            <a:schemeClr val="bg1"/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8860E7D-5DEB-5F1B-5AAF-4C41BD1A777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08700" y="0"/>
            <a:ext cx="6086475" cy="6858000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to insert picture</a:t>
            </a:r>
          </a:p>
        </p:txBody>
      </p:sp>
      <p:pic>
        <p:nvPicPr>
          <p:cNvPr id="28936725" name="Acquired Company Logo Placeholder" descr="{&quot;templafy&quot;:{&quot;id&quot;:&quot;e24a6e43-600a-4c6b-89de-bcf3787a4fa8&quot;}}" hidden="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2575" y="2141327"/>
            <a:ext cx="4125924" cy="26601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D8805AE3-41BC-E9DB-1A66-ADF41EDBC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00" y="2706317"/>
            <a:ext cx="6026739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latin typeface="72 Brand Medium" panose="020B0504030603020204" pitchFamily="34" charset="0"/>
                <a:cs typeface="72-Regular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43776545" name="LogoBlue-Dynamic" descr="{&quot;templafy&quot;:{&quot;id&quot;:&quot;027292da-81b2-4ddf-95f0-efb45ec541b6&quot;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  <p:sp>
        <p:nvSpPr>
          <p:cNvPr id="3" name="Classification-Dynamic" descr="{&quot;templafy&quot;:{&quot;id&quot;:&quot;8ae77b9d-9796-46e2-8a7f-59bd7004b6fa&quot;}}">
            <a:extLst>
              <a:ext uri="{FF2B5EF4-FFF2-40B4-BE49-F238E27FC236}">
                <a16:creationId xmlns:a16="http://schemas.microsoft.com/office/drawing/2014/main" id="{4A078429-99DD-7555-B0F4-FEF46FD297B0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26506486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4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60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cover with anvil and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 descr="preencoded.png">
            <a:extLst>
              <a:ext uri="{FF2B5EF4-FFF2-40B4-BE49-F238E27FC236}">
                <a16:creationId xmlns:a16="http://schemas.microsoft.com/office/drawing/2014/main" id="{9DE307C8-D1C3-00E2-C5B0-2A7EBB981384}"/>
              </a:ext>
            </a:extLst>
          </p:cNvPr>
          <p:cNvSpPr/>
          <p:nvPr/>
        </p:nvSpPr>
        <p:spPr>
          <a:xfrm>
            <a:off x="0" y="0"/>
            <a:ext cx="12195175" cy="6861495"/>
          </a:xfrm>
          <a:custGeom>
            <a:avLst/>
            <a:gdLst>
              <a:gd name="connsiteX0" fmla="*/ 0 w 12195175"/>
              <a:gd name="connsiteY0" fmla="*/ 0 h 6861495"/>
              <a:gd name="connsiteX1" fmla="*/ 12195175 w 12195175"/>
              <a:gd name="connsiteY1" fmla="*/ 0 h 6861495"/>
              <a:gd name="connsiteX2" fmla="*/ 12195175 w 12195175"/>
              <a:gd name="connsiteY2" fmla="*/ 6861496 h 6861495"/>
              <a:gd name="connsiteX3" fmla="*/ 0 w 12195175"/>
              <a:gd name="connsiteY3" fmla="*/ 6861496 h 6861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5175" h="6861495">
                <a:moveTo>
                  <a:pt x="0" y="0"/>
                </a:moveTo>
                <a:lnTo>
                  <a:pt x="12195175" y="0"/>
                </a:lnTo>
                <a:lnTo>
                  <a:pt x="12195175" y="6861496"/>
                </a:lnTo>
                <a:lnTo>
                  <a:pt x="0" y="6861496"/>
                </a:lnTo>
                <a:close/>
              </a:path>
            </a:pathLst>
          </a:custGeom>
          <a:solidFill>
            <a:srgbClr val="0057D2"/>
          </a:solidFill>
          <a:ln w="1016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72 Brand" panose="020B0504030603020204" pitchFamily="34" charset="0"/>
            </a:endParaRPr>
          </a:p>
        </p:txBody>
      </p:sp>
      <p:sp>
        <p:nvSpPr>
          <p:cNvPr id="6" name="Anvil" descr="preencoded.png">
            <a:extLst>
              <a:ext uri="{FF2B5EF4-FFF2-40B4-BE49-F238E27FC236}">
                <a16:creationId xmlns:a16="http://schemas.microsoft.com/office/drawing/2014/main" id="{6C575B3E-49FD-8450-F2CB-84C6E7A1153D}"/>
              </a:ext>
            </a:extLst>
          </p:cNvPr>
          <p:cNvSpPr/>
          <p:nvPr/>
        </p:nvSpPr>
        <p:spPr>
          <a:xfrm>
            <a:off x="752355" y="1156532"/>
            <a:ext cx="5613722" cy="2756252"/>
          </a:xfrm>
          <a:custGeom>
            <a:avLst/>
            <a:gdLst>
              <a:gd name="connsiteX0" fmla="*/ 0 w 5613722"/>
              <a:gd name="connsiteY0" fmla="*/ 0 h 2756252"/>
              <a:gd name="connsiteX1" fmla="*/ 0 w 5613722"/>
              <a:gd name="connsiteY1" fmla="*/ 2756252 h 2756252"/>
              <a:gd name="connsiteX2" fmla="*/ 2852875 w 5613722"/>
              <a:gd name="connsiteY2" fmla="*/ 2756252 h 2756252"/>
              <a:gd name="connsiteX3" fmla="*/ 5613722 w 5613722"/>
              <a:gd name="connsiteY3" fmla="*/ 0 h 2756252"/>
              <a:gd name="connsiteX4" fmla="*/ 0 w 5613722"/>
              <a:gd name="connsiteY4" fmla="*/ 0 h 2756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13722" h="2756252">
                <a:moveTo>
                  <a:pt x="0" y="0"/>
                </a:moveTo>
                <a:lnTo>
                  <a:pt x="0" y="2756252"/>
                </a:lnTo>
                <a:lnTo>
                  <a:pt x="2852875" y="2756252"/>
                </a:lnTo>
                <a:lnTo>
                  <a:pt x="561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1B90FF"/>
          </a:solidFill>
          <a:ln w="927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72 Brand" panose="020B0504030603020204" pitchFamily="34" charset="0"/>
            </a:endParaRP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F6D8674-EA25-0C87-7F7A-4B6FFA7F1F1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836062" y="0"/>
            <a:ext cx="4359114" cy="6858000"/>
          </a:xfrm>
        </p:spPr>
        <p:txBody>
          <a:bodyPr anchor="ctr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A222ABC1-A03E-5EDE-02E2-6F3794850C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0401" y="2206502"/>
            <a:ext cx="5529704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465515398" name="LogoWhite-Dynamic" descr="{&quot;templafy&quot;:{&quot;id&quot;:&quot;b6283d4d-fd41-4f6f-82ba-43eeaadae4a0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  <p:sp>
        <p:nvSpPr>
          <p:cNvPr id="5" name="Classification-Dynamic" descr="{&quot;templafy&quot;:{&quot;id&quot;:&quot;0a0fd469-d7b1-471c-964f-0d62664a9222&quot;}}">
            <a:extLst>
              <a:ext uri="{FF2B5EF4-FFF2-40B4-BE49-F238E27FC236}">
                <a16:creationId xmlns:a16="http://schemas.microsoft.com/office/drawing/2014/main" id="{7A6CB977-D711-D436-9DC2-AAFCC56F9CAA}"/>
              </a:ext>
            </a:extLst>
          </p:cNvPr>
          <p:cNvSpPr txBox="1"/>
          <p:nvPr userDrawn="1"/>
        </p:nvSpPr>
        <p:spPr>
          <a:xfrm>
            <a:off x="440401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bg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30273078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4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60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genda items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11185200" cy="4787900"/>
          </a:xfrm>
        </p:spPr>
        <p:txBody>
          <a:bodyPr>
            <a:noAutofit/>
          </a:bodyPr>
          <a:lstStyle>
            <a:lvl1pPr marL="0" marR="0" indent="0" algn="l" defTabSz="1088558" rtl="0" eaLnBrk="1" fontAlgn="auto" latinLnBrk="0" hangingPunct="1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2000" b="0"/>
            </a:lvl1pPr>
            <a:lvl2pPr marL="179964" marR="0" indent="-179964" algn="l" defTabSz="108855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tabLst/>
              <a:defRPr sz="1800"/>
            </a:lvl2pPr>
            <a:lvl3pPr marL="359928" marR="0" indent="-179352" algn="l" defTabSz="1088558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itchFamily="34" charset="0"/>
              <a:buChar char="–"/>
              <a:tabLst/>
              <a:defRPr sz="1800" baseline="0"/>
            </a:lvl3pPr>
            <a:lvl4pPr marL="539892" marR="0" indent="-179964" algn="l" defTabSz="1088558" rtl="0" eaLnBrk="1" fontAlgn="auto" latinLnBrk="0" hangingPunct="1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Courier New" pitchFamily="49" charset="0"/>
              <a:buChar char="o"/>
              <a:tabLst/>
              <a:defRPr sz="1600"/>
            </a:lvl4pPr>
            <a:lvl5pPr>
              <a:buClr>
                <a:schemeClr val="accent2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Agenda Item/Divider Headline</a:t>
            </a:r>
          </a:p>
          <a:p>
            <a:pPr lvl="1"/>
            <a:r>
              <a:rPr lang="en-US"/>
              <a:t>Details</a:t>
            </a:r>
          </a:p>
        </p:txBody>
      </p:sp>
      <p:sp>
        <p:nvSpPr>
          <p:cNvPr id="3" name="Agenda title"/>
          <p:cNvSpPr>
            <a:spLocks noGrp="1"/>
          </p:cNvSpPr>
          <p:nvPr>
            <p:ph type="title" hasCustomPrompt="1"/>
          </p:nvPr>
        </p:nvSpPr>
        <p:spPr>
          <a:xfrm>
            <a:off x="504000" y="505381"/>
            <a:ext cx="11186476" cy="369332"/>
          </a:xfrm>
        </p:spPr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5811895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6">
          <p15:clr>
            <a:srgbClr val="FBAE40"/>
          </p15:clr>
        </p15:guide>
        <p15:guide id="2" orient="horz" pos="958">
          <p15:clr>
            <a:srgbClr val="FBAE40"/>
          </p15:clr>
        </p15:guide>
        <p15:guide id="3" pos="7364">
          <p15:clr>
            <a:srgbClr val="FBAE40"/>
          </p15:clr>
        </p15:guide>
        <p15:guide id="4" orient="horz" pos="316">
          <p15:clr>
            <a:srgbClr val="FBAE40"/>
          </p15:clr>
        </p15:guide>
        <p15:guide id="5" orient="horz" pos="551">
          <p15:clr>
            <a:srgbClr val="FBAE40"/>
          </p15:clr>
        </p15:guide>
        <p15:guide id="6" orient="horz" pos="3997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3090446"/>
            <a:ext cx="11185200" cy="677108"/>
          </a:xfrm>
        </p:spPr>
        <p:txBody>
          <a:bodyPr anchor="ctr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379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03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7364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Pag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vider image placeholder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1" y="3427200"/>
            <a:ext cx="12195175" cy="3430800"/>
          </a:xfrm>
          <a:noFill/>
        </p:spPr>
        <p:txBody>
          <a:bodyPr tIns="324000"/>
          <a:lstStyle>
            <a:lvl1pPr marL="0" marR="0" indent="0" algn="ctr" defTabSz="1088558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600">
                <a:solidFill>
                  <a:schemeClr val="tx1"/>
                </a:solidFill>
              </a:defRPr>
            </a:lvl1pPr>
          </a:lstStyle>
          <a:p>
            <a:pPr marL="0" marR="0" lvl="0" indent="0" algn="ctr" defTabSz="1088558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Placeholder for image and illustration</a:t>
            </a:r>
          </a:p>
        </p:txBody>
      </p:sp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1375046"/>
            <a:ext cx="11185200" cy="677108"/>
          </a:xfrm>
        </p:spPr>
        <p:txBody>
          <a:bodyPr anchor="t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151268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364">
          <p15:clr>
            <a:srgbClr val="FBAE40"/>
          </p15:clr>
        </p15:guide>
        <p15:guide id="3" pos="303">
          <p15:clr>
            <a:srgbClr val="FBAE40"/>
          </p15:clr>
        </p15:guide>
        <p15:guide id="4" orient="horz" pos="865">
          <p15:clr>
            <a:srgbClr val="FBAE40"/>
          </p15:clr>
        </p15:guide>
        <p15:guide id="5" orient="horz" pos="1294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 Pag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1375046"/>
            <a:ext cx="11185200" cy="677108"/>
          </a:xfrm>
        </p:spPr>
        <p:txBody>
          <a:bodyPr anchor="t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614508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364">
          <p15:clr>
            <a:srgbClr val="FBAE40"/>
          </p15:clr>
        </p15:guide>
        <p15:guide id="3" pos="303">
          <p15:clr>
            <a:srgbClr val="FBAE40"/>
          </p15:clr>
        </p15:guide>
        <p15:guide id="4" orient="horz" pos="865">
          <p15:clr>
            <a:srgbClr val="FBAE40"/>
          </p15:clr>
        </p15:guide>
        <p15:guide id="5" orient="horz" pos="1294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7917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3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pos="7364">
          <p15:clr>
            <a:srgbClr val="FBAE40"/>
          </p15:clr>
        </p15:guide>
        <p15:guide id="4" orient="horz" pos="551">
          <p15:clr>
            <a:srgbClr val="FBAE40"/>
          </p15:clr>
        </p15:guide>
        <p15:guide id="5" orient="horz" pos="3992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11186477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Start typing to add text without a bullet point. To add a bullet point, place the cursor at the start of this line and press tab.</a:t>
            </a:r>
            <a:endParaRPr lang="en-US" noProof="0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>
            <a:lvl1pPr>
              <a:defRPr b="0"/>
            </a:lvl1pPr>
          </a:lstStyle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1174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3">
          <p15:clr>
            <a:srgbClr val="FBAE40"/>
          </p15:clr>
        </p15:guide>
        <p15:guide id="2" orient="horz" pos="3997">
          <p15:clr>
            <a:srgbClr val="FBAE40"/>
          </p15:clr>
        </p15:guide>
        <p15:guide id="3" pos="7364">
          <p15:clr>
            <a:srgbClr val="FBAE40"/>
          </p15:clr>
        </p15:guide>
        <p15:guide id="4" orient="horz" pos="318">
          <p15:clr>
            <a:srgbClr val="FBAE40"/>
          </p15:clr>
        </p15:guide>
        <p15:guide id="5" orient="horz" pos="552">
          <p15:clr>
            <a:srgbClr val="FBAE40"/>
          </p15:clr>
        </p15:guide>
        <p15:guide id="6" orient="horz" pos="958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- column 2"/>
          <p:cNvSpPr>
            <a:spLocks noGrp="1"/>
          </p:cNvSpPr>
          <p:nvPr>
            <p:ph type="body" sz="quarter" idx="11" hasCustomPrompt="1"/>
          </p:nvPr>
        </p:nvSpPr>
        <p:spPr>
          <a:xfrm>
            <a:off x="6362477" y="1548000"/>
            <a:ext cx="5328000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5328000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8207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6">
          <p15:clr>
            <a:srgbClr val="FBAE40"/>
          </p15:clr>
        </p15:guide>
        <p15:guide id="2" orient="horz" pos="3997">
          <p15:clr>
            <a:srgbClr val="FBAE40"/>
          </p15:clr>
        </p15:guide>
        <p15:guide id="3" pos="7364">
          <p15:clr>
            <a:srgbClr val="FBAE40"/>
          </p15:clr>
        </p15:guide>
        <p15:guide id="4" pos="3674">
          <p15:clr>
            <a:srgbClr val="FBAE40"/>
          </p15:clr>
        </p15:guide>
        <p15:guide id="5" pos="4007">
          <p15:clr>
            <a:srgbClr val="FBAE40"/>
          </p15:clr>
        </p15:guide>
        <p15:guide id="6" orient="horz" pos="317">
          <p15:clr>
            <a:srgbClr val="FBAE40"/>
          </p15:clr>
        </p15:guide>
        <p15:guide id="7" orient="horz" pos="551">
          <p15:clr>
            <a:srgbClr val="FBAE40"/>
          </p15:clr>
        </p15:guide>
        <p15:guide id="8" orient="horz" pos="958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- column 3"/>
          <p:cNvSpPr>
            <a:spLocks noGrp="1"/>
          </p:cNvSpPr>
          <p:nvPr>
            <p:ph type="body" sz="quarter" idx="13" hasCustomPrompt="1"/>
          </p:nvPr>
        </p:nvSpPr>
        <p:spPr>
          <a:xfrm>
            <a:off x="8126477" y="1548000"/>
            <a:ext cx="3564000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- column 2"/>
          <p:cNvSpPr>
            <a:spLocks noGrp="1"/>
          </p:cNvSpPr>
          <p:nvPr>
            <p:ph type="body" sz="quarter" idx="12" hasCustomPrompt="1"/>
          </p:nvPr>
        </p:nvSpPr>
        <p:spPr>
          <a:xfrm>
            <a:off x="4315238" y="1548000"/>
            <a:ext cx="3564000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3564000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2308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pos="2563">
          <p15:clr>
            <a:srgbClr val="FBAE40"/>
          </p15:clr>
        </p15:guide>
        <p15:guide id="4" pos="2717">
          <p15:clr>
            <a:srgbClr val="FBAE40"/>
          </p15:clr>
        </p15:guide>
        <p15:guide id="5" pos="4964">
          <p15:clr>
            <a:srgbClr val="FBAE40"/>
          </p15:clr>
        </p15:guide>
        <p15:guide id="6" pos="5119">
          <p15:clr>
            <a:srgbClr val="FBAE40"/>
          </p15:clr>
        </p15:guide>
        <p15:guide id="7" pos="7364">
          <p15:clr>
            <a:srgbClr val="FBAE40"/>
          </p15:clr>
        </p15:guide>
        <p15:guide id="8" orient="horz" pos="551">
          <p15:clr>
            <a:srgbClr val="FBAE40"/>
          </p15:clr>
        </p15:guide>
        <p15:guide id="9" orient="horz" pos="958">
          <p15:clr>
            <a:srgbClr val="FBAE40"/>
          </p15:clr>
        </p15:guide>
        <p15:guide id="10" orient="horz" pos="3997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362477" y="4770000"/>
            <a:ext cx="5328000" cy="1575238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362477" y="1548000"/>
            <a:ext cx="5328000" cy="279259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4770000"/>
            <a:ext cx="5328000" cy="1575238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548000"/>
            <a:ext cx="5328000" cy="279259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40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orient="horz" pos="551">
          <p15:clr>
            <a:srgbClr val="FBAE40"/>
          </p15:clr>
        </p15:guide>
        <p15:guide id="4" orient="horz" pos="958">
          <p15:clr>
            <a:srgbClr val="FBAE40"/>
          </p15:clr>
        </p15:guide>
        <p15:guide id="5" orient="horz" pos="2750">
          <p15:clr>
            <a:srgbClr val="FBAE40"/>
          </p15:clr>
        </p15:guide>
        <p15:guide id="6" orient="horz" pos="3004">
          <p15:clr>
            <a:srgbClr val="FBAE40"/>
          </p15:clr>
        </p15:guide>
        <p15:guide id="7" orient="horz" pos="3997">
          <p15:clr>
            <a:srgbClr val="FBAE40"/>
          </p15:clr>
        </p15:guide>
        <p15:guide id="8" pos="3682">
          <p15:clr>
            <a:srgbClr val="FBAE40"/>
          </p15:clr>
        </p15:guide>
        <p15:guide id="9" pos="4000">
          <p15:clr>
            <a:srgbClr val="FBAE40"/>
          </p15:clr>
        </p15:guide>
        <p15:guide id="10" pos="7364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8299277" y="4354921"/>
            <a:ext cx="3391200" cy="198107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299277" y="1548000"/>
            <a:ext cx="3391200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4401639" y="4354921"/>
            <a:ext cx="3391200" cy="198107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401639" y="1548000"/>
            <a:ext cx="3391200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4354921"/>
            <a:ext cx="3391200" cy="198107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548000"/>
            <a:ext cx="3391200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5599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pos="2455">
          <p15:clr>
            <a:srgbClr val="FBAE40"/>
          </p15:clr>
        </p15:guide>
        <p15:guide id="4" pos="2773">
          <p15:clr>
            <a:srgbClr val="FBAE40"/>
          </p15:clr>
        </p15:guide>
        <p15:guide id="5" pos="4910">
          <p15:clr>
            <a:srgbClr val="FBAE40"/>
          </p15:clr>
        </p15:guide>
        <p15:guide id="6" pos="5227">
          <p15:clr>
            <a:srgbClr val="FBAE40"/>
          </p15:clr>
        </p15:guide>
        <p15:guide id="7" pos="7364">
          <p15:clr>
            <a:srgbClr val="FBAE40"/>
          </p15:clr>
        </p15:guide>
        <p15:guide id="8" orient="horz" pos="551">
          <p15:clr>
            <a:srgbClr val="FBAE40"/>
          </p15:clr>
        </p15:guide>
        <p15:guide id="9" orient="horz" pos="958">
          <p15:clr>
            <a:srgbClr val="FBAE40"/>
          </p15:clr>
        </p15:guide>
        <p15:guide id="10" orient="horz" pos="2428">
          <p15:clr>
            <a:srgbClr val="FBAE40"/>
          </p15:clr>
        </p15:guide>
        <p15:guide id="11" orient="horz" pos="2743">
          <p15:clr>
            <a:srgbClr val="FBAE40"/>
          </p15:clr>
        </p15:guide>
        <p15:guide id="12" orient="horz" pos="3997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- column 2"/>
          <p:cNvSpPr>
            <a:spLocks noGrp="1"/>
          </p:cNvSpPr>
          <p:nvPr>
            <p:ph type="body" sz="quarter" idx="13" hasCustomPrompt="1"/>
          </p:nvPr>
        </p:nvSpPr>
        <p:spPr>
          <a:xfrm>
            <a:off x="9274877" y="3878221"/>
            <a:ext cx="2415600" cy="245778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4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9274877" y="1548000"/>
            <a:ext cx="2415600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13" name="Text placeholder - column 2"/>
          <p:cNvSpPr>
            <a:spLocks noGrp="1"/>
          </p:cNvSpPr>
          <p:nvPr>
            <p:ph type="body" sz="quarter" idx="17" hasCustomPrompt="1"/>
          </p:nvPr>
        </p:nvSpPr>
        <p:spPr>
          <a:xfrm>
            <a:off x="6351252" y="3878221"/>
            <a:ext cx="2415600" cy="245778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351252" y="1548000"/>
            <a:ext cx="2415600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9" name="Text placeholder - column 2"/>
          <p:cNvSpPr>
            <a:spLocks noGrp="1"/>
          </p:cNvSpPr>
          <p:nvPr>
            <p:ph type="body" sz="quarter" idx="15" hasCustomPrompt="1"/>
          </p:nvPr>
        </p:nvSpPr>
        <p:spPr>
          <a:xfrm>
            <a:off x="3427626" y="3878221"/>
            <a:ext cx="2415600" cy="245778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427626" y="1548000"/>
            <a:ext cx="2415600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- column 2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3878220"/>
            <a:ext cx="2415600" cy="245778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548000"/>
            <a:ext cx="2415600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3268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orient="horz" pos="551">
          <p15:clr>
            <a:srgbClr val="FBAE40"/>
          </p15:clr>
        </p15:guide>
        <p15:guide id="4" orient="horz" pos="958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2442">
          <p15:clr>
            <a:srgbClr val="FBAE40"/>
          </p15:clr>
        </p15:guide>
        <p15:guide id="7" orient="horz" pos="3990">
          <p15:clr>
            <a:srgbClr val="FBAE40"/>
          </p15:clr>
        </p15:guide>
        <p15:guide id="8" pos="1840">
          <p15:clr>
            <a:srgbClr val="FBAE40"/>
          </p15:clr>
        </p15:guide>
        <p15:guide id="9" pos="2159">
          <p15:clr>
            <a:srgbClr val="FBAE40"/>
          </p15:clr>
        </p15:guide>
        <p15:guide id="10" pos="3683">
          <p15:clr>
            <a:srgbClr val="FBAE40"/>
          </p15:clr>
        </p15:guide>
        <p15:guide id="11" pos="4000">
          <p15:clr>
            <a:srgbClr val="FBAE40"/>
          </p15:clr>
        </p15:guide>
        <p15:guide id="12" pos="5525">
          <p15:clr>
            <a:srgbClr val="FBAE40"/>
          </p15:clr>
        </p15:guide>
        <p15:guide id="13" pos="5842">
          <p15:clr>
            <a:srgbClr val="FBAE40"/>
          </p15:clr>
        </p15:guide>
        <p15:guide id="14" pos="7364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Quote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800000"/>
            <a:ext cx="11185200" cy="3285032"/>
          </a:xfrm>
        </p:spPr>
        <p:txBody>
          <a:bodyPr/>
          <a:lstStyle>
            <a:lvl1pPr marL="395921" indent="-395921">
              <a:lnSpc>
                <a:spcPct val="90000"/>
              </a:lnSpc>
              <a:spcBef>
                <a:spcPts val="600"/>
              </a:spcBef>
              <a:defRPr sz="5999" b="0" i="0">
                <a:latin typeface="72 Brand Medium" panose="020B0504030603020204" pitchFamily="34" charset="0"/>
              </a:defRPr>
            </a:lvl1pPr>
            <a:lvl2pPr marL="395921" indent="0">
              <a:buNone/>
              <a:defRPr sz="1600"/>
            </a:lvl2pPr>
          </a:lstStyle>
          <a:p>
            <a:pPr lvl="0"/>
            <a:r>
              <a:rPr lang="en-US" noProof="0"/>
              <a:t>“Quote goes here </a:t>
            </a:r>
            <a:br>
              <a:rPr lang="en-US" noProof="0"/>
            </a:br>
            <a:r>
              <a:rPr lang="en-US" noProof="0"/>
              <a:t>and here.”</a:t>
            </a:r>
          </a:p>
          <a:p>
            <a:pPr lvl="1"/>
            <a:r>
              <a:rPr lang="en-US" noProof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40313697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>
          <p15:clr>
            <a:srgbClr val="FBAE40"/>
          </p15:clr>
        </p15:guide>
        <p15:guide id="4" orient="horz" pos="1133">
          <p15:clr>
            <a:srgbClr val="FBAE40"/>
          </p15:clr>
        </p15:guide>
        <p15:guide id="5" orient="horz" pos="3204">
          <p15:clr>
            <a:srgbClr val="FBAE40"/>
          </p15:clr>
        </p15:guide>
        <p15:guide id="6" pos="7363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with Image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/3 righ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8127175" y="0"/>
            <a:ext cx="4068000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</a:t>
            </a:r>
            <a:endParaRPr lang="de-DE"/>
          </a:p>
        </p:txBody>
      </p:sp>
      <p:sp>
        <p:nvSpPr>
          <p:cNvPr id="7" name="Text Placeholder"/>
          <p:cNvSpPr>
            <a:spLocks noGrp="1"/>
          </p:cNvSpPr>
          <p:nvPr>
            <p:ph type="body" sz="quarter" idx="11" hasCustomPrompt="1"/>
          </p:nvPr>
        </p:nvSpPr>
        <p:spPr bwMode="black">
          <a:xfrm>
            <a:off x="503999" y="1548000"/>
            <a:ext cx="7092000" cy="4788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7092000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2004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>
          <p15:clr>
            <a:srgbClr val="FBAE40"/>
          </p15:clr>
        </p15:guide>
        <p15:guide id="2" orient="horz" pos="3991">
          <p15:clr>
            <a:srgbClr val="FBAE40"/>
          </p15:clr>
        </p15:guide>
        <p15:guide id="3" pos="4786">
          <p15:clr>
            <a:srgbClr val="FBAE40"/>
          </p15:clr>
        </p15:guide>
        <p15:guide id="4" pos="5111">
          <p15:clr>
            <a:srgbClr val="FBAE40"/>
          </p15:clr>
        </p15:guide>
        <p15:guide id="5" orient="horz" pos="317">
          <p15:clr>
            <a:srgbClr val="FBAE40"/>
          </p15:clr>
        </p15:guide>
        <p15:guide id="6" orient="horz" pos="551">
          <p15:clr>
            <a:srgbClr val="FBAE40"/>
          </p15:clr>
        </p15:guide>
        <p15:guide id="7" orient="horz" pos="958">
          <p15:clr>
            <a:srgbClr val="FBAE4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" y="0"/>
            <a:ext cx="12195175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7412653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creen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362477" y="1557338"/>
            <a:ext cx="5328000" cy="4788000"/>
          </a:xfrm>
          <a:noFill/>
        </p:spPr>
        <p:txBody>
          <a:bodyPr vert="horz" lIns="0" tIns="1512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screenshot</a:t>
            </a:r>
            <a:endParaRPr lang="de-DE"/>
          </a:p>
        </p:txBody>
      </p:sp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5328000" cy="4788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883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>
          <p15:clr>
            <a:srgbClr val="FBAE40"/>
          </p15:clr>
        </p15:guide>
        <p15:guide id="2" orient="horz" pos="981">
          <p15:clr>
            <a:srgbClr val="FBAE40"/>
          </p15:clr>
        </p15:guide>
        <p15:guide id="3" pos="3674">
          <p15:clr>
            <a:srgbClr val="FBAE40"/>
          </p15:clr>
        </p15:guide>
        <p15:guide id="4" pos="4008">
          <p15:clr>
            <a:srgbClr val="FBAE40"/>
          </p15:clr>
        </p15:guide>
        <p15:guide id="5" pos="7364">
          <p15:clr>
            <a:srgbClr val="FBAE40"/>
          </p15:clr>
        </p15:guide>
        <p15:guide id="6" orient="horz" pos="317">
          <p15:clr>
            <a:srgbClr val="FBAE40"/>
          </p15:clr>
        </p15:guide>
        <p15:guide id="7" orient="horz" pos="551">
          <p15:clr>
            <a:srgbClr val="FBAE40"/>
          </p15:clr>
        </p15:guide>
        <p15:guide id="8" orient="horz" pos="3991">
          <p15:clr>
            <a:srgbClr val="FBAE4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"/>
          <p:cNvSpPr>
            <a:spLocks noGrp="1"/>
          </p:cNvSpPr>
          <p:nvPr>
            <p:ph idx="1" hasCustomPrompt="1"/>
          </p:nvPr>
        </p:nvSpPr>
        <p:spPr bwMode="gray">
          <a:xfrm>
            <a:off x="504000" y="1548000"/>
            <a:ext cx="11185200" cy="4788000"/>
          </a:xfrm>
          <a:noFill/>
        </p:spPr>
        <p:txBody>
          <a:bodyPr tIns="1368000"/>
          <a:lstStyle>
            <a:lvl1pPr algn="ctr">
              <a:defRPr sz="1400" b="0"/>
            </a:lvl1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3927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orient="horz" pos="551">
          <p15:clr>
            <a:srgbClr val="FBAE40"/>
          </p15:clr>
        </p15:guide>
        <p15:guide id="4" orient="horz" pos="981">
          <p15:clr>
            <a:srgbClr val="FBAE40"/>
          </p15:clr>
        </p15:guide>
        <p15:guide id="5" orient="horz" pos="3991">
          <p15:clr>
            <a:srgbClr val="FBAE40"/>
          </p15:clr>
        </p15:guide>
        <p15:guide id="6" pos="7364">
          <p15:clr>
            <a:srgbClr val="FBAE4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6066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1">
          <p15:clr>
            <a:srgbClr val="FBAE4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, Contact and Copy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433C5639-DDA2-864A-9DC3-7FC80AC852D5}"/>
              </a:ext>
            </a:extLst>
          </p:cNvPr>
          <p:cNvSpPr txBox="1"/>
          <p:nvPr userDrawn="1"/>
        </p:nvSpPr>
        <p:spPr>
          <a:xfrm>
            <a:off x="503238" y="2905125"/>
            <a:ext cx="183704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1088776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lang="en-US" sz="1600" b="0" i="0">
                <a:latin typeface="+mn-lt"/>
              </a:rPr>
              <a:t>Contact information:</a:t>
            </a:r>
          </a:p>
        </p:txBody>
      </p:sp>
      <p:sp>
        <p:nvSpPr>
          <p:cNvPr id="9" name="Copyright - Dynamic" descr="{&quot;templafy&quot;:{&quot;id&quot;:&quot;aaba257b-f786-4533-a1e6-6425df7871fe&quot;}}">
            <a:extLst>
              <a:ext uri="{FF2B5EF4-FFF2-40B4-BE49-F238E27FC236}">
                <a16:creationId xmlns:a16="http://schemas.microsoft.com/office/drawing/2014/main" id="{EDAF1AF5-D568-20CC-6052-F655D86F5486}"/>
              </a:ext>
            </a:extLst>
          </p:cNvPr>
          <p:cNvSpPr txBox="1">
            <a:spLocks/>
          </p:cNvSpPr>
          <p:nvPr userDrawn="1"/>
        </p:nvSpPr>
        <p:spPr>
          <a:xfrm>
            <a:off x="504001" y="6536751"/>
            <a:ext cx="10155600" cy="138498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>
                <a:schemeClr val="accent1"/>
              </a:buClr>
              <a:buSzPct val="80000"/>
              <a:buFontTx/>
              <a:buNone/>
              <a:defRPr sz="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20000"/>
              <a:buFont typeface="Arial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892" indent="0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sz="600" b="0" i="0">
                <a:latin typeface="+mn-lt"/>
              </a:rPr>
              <a:t>© 2024 SAP SE or an SAP affiliate company. All rights reserved. See Legal Notice on www.sap.com/legal-notice for use terms, disclaimers, disclosures, or restrictions related to this material.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692DE12-4084-77D2-FD2A-8E63F6FBE7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1543050"/>
            <a:ext cx="5413477" cy="846386"/>
          </a:xfrm>
        </p:spPr>
        <p:txBody>
          <a:bodyPr/>
          <a:lstStyle>
            <a:lvl1pPr>
              <a:defRPr sz="5500" b="0" i="0">
                <a:latin typeface="72 Brand Medium" panose="020B0504030603020204" pitchFamily="34" charset="0"/>
              </a:defRPr>
            </a:lvl1pPr>
          </a:lstStyle>
          <a:p>
            <a:r>
              <a:rPr lang="en-GB"/>
              <a:t>Thank you.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A23274F-1EBD-A73A-AC54-963A234E9EB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63291" y="5990000"/>
            <a:ext cx="727059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18934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7364">
          <p15:clr>
            <a:srgbClr val="FBAE40"/>
          </p15:clr>
        </p15:guide>
        <p15:guide id="2" orient="horz" pos="958">
          <p15:clr>
            <a:srgbClr val="FBAE40"/>
          </p15:clr>
        </p15:guide>
        <p15:guide id="4" orient="horz" pos="1830">
          <p15:clr>
            <a:srgbClr val="FBAE40"/>
          </p15:clr>
        </p15:guide>
        <p15:guide id="5" orient="horz" pos="4000">
          <p15:clr>
            <a:srgbClr val="FBAE40"/>
          </p15:clr>
        </p15:guide>
        <p15:guide id="6" pos="317">
          <p15:clr>
            <a:srgbClr val="FBAE40"/>
          </p15:clr>
        </p15:guide>
        <p15:guide id="8" pos="3841">
          <p15:clr>
            <a:srgbClr val="FBAE40"/>
          </p15:clr>
        </p15:guide>
        <p15:guide id="9" orient="horz" pos="318">
          <p15:clr>
            <a:srgbClr val="FBAE4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cover with blue patter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369E6551-269A-D225-4CF8-EC6D532E4902}"/>
              </a:ext>
            </a:extLst>
          </p:cNvPr>
          <p:cNvSpPr/>
          <p:nvPr userDrawn="1"/>
        </p:nvSpPr>
        <p:spPr bwMode="gray">
          <a:xfrm>
            <a:off x="0" y="0"/>
            <a:ext cx="12195175" cy="6858000"/>
          </a:xfrm>
          <a:prstGeom prst="rect">
            <a:avLst/>
          </a:prstGeom>
          <a:solidFill>
            <a:schemeClr val="bg1"/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288000" y="2706317"/>
            <a:ext cx="5441288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latin typeface="+mj-lt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73D104-EF7E-A0AB-2243-882D65E686E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75363" y="0"/>
            <a:ext cx="6119812" cy="6858000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to insert picture</a:t>
            </a:r>
          </a:p>
        </p:txBody>
      </p:sp>
      <p:pic>
        <p:nvPicPr>
          <p:cNvPr id="1237551887" name="LogoBlue-Dynamic" descr="{&quot;templafy&quot;:{&quot;id&quot;:&quot;31fb104a-4bd2-4be1-990c-9956a246a6a6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  <p:sp>
        <p:nvSpPr>
          <p:cNvPr id="6" name="Classification-Dynamic" descr="{&quot;templafy&quot;:{&quot;id&quot;:&quot;dd500091-516e-4e09-935d-a8446760ab37&quot;}}">
            <a:extLst>
              <a:ext uri="{FF2B5EF4-FFF2-40B4-BE49-F238E27FC236}">
                <a16:creationId xmlns:a16="http://schemas.microsoft.com/office/drawing/2014/main" id="{870EB466-B92B-9D4D-974E-A49C0F424152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2399182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1">
          <p15:clr>
            <a:srgbClr val="FBAE40"/>
          </p15:clr>
        </p15:guide>
        <p15:guide id="3" orient="horz" pos="2704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nk cover with anvil">
    <p:bg>
      <p:bgPr>
        <a:solidFill>
          <a:srgbClr val="2800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>
            <a:extLst>
              <a:ext uri="{FF2B5EF4-FFF2-40B4-BE49-F238E27FC236}">
                <a16:creationId xmlns:a16="http://schemas.microsoft.com/office/drawing/2014/main" id="{37E79459-E5C5-5E87-E38B-80855D38E462}"/>
              </a:ext>
            </a:extLst>
          </p:cNvPr>
          <p:cNvSpPr/>
          <p:nvPr userDrawn="1"/>
        </p:nvSpPr>
        <p:spPr bwMode="gray">
          <a:xfrm>
            <a:off x="-1" y="0"/>
            <a:ext cx="12195175" cy="6858000"/>
          </a:xfrm>
          <a:prstGeom prst="rect">
            <a:avLst/>
          </a:prstGeom>
          <a:solidFill>
            <a:srgbClr val="28004A"/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846E736-979F-0D4B-6D59-D0EA5D367E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99111" y="1216759"/>
            <a:ext cx="8887864" cy="4424483"/>
          </a:xfrm>
          <a:prstGeom prst="rect">
            <a:avLst/>
          </a:prstGeom>
        </p:spPr>
      </p:pic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288000" y="2706317"/>
            <a:ext cx="10900800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+mj-lt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874853631" name="LogoWhite-Dynamic" descr="{&quot;templafy&quot;:{&quot;id&quot;:&quot;d4065cf0-3d7d-4421-8dd7-4a927a682008&quot;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  <p:sp>
        <p:nvSpPr>
          <p:cNvPr id="7" name="Classification-Dynamic" descr="{&quot;templafy&quot;:{&quot;id&quot;:&quot;79cac289-6949-46c4-afc6-3b10b6515444&quot;}}">
            <a:extLst>
              <a:ext uri="{FF2B5EF4-FFF2-40B4-BE49-F238E27FC236}">
                <a16:creationId xmlns:a16="http://schemas.microsoft.com/office/drawing/2014/main" id="{1D05DC80-84C9-9ECA-3B84-3577D8D81659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bg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19874599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ngo cover with anvil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Rectangle 148">
            <a:extLst>
              <a:ext uri="{FF2B5EF4-FFF2-40B4-BE49-F238E27FC236}">
                <a16:creationId xmlns:a16="http://schemas.microsoft.com/office/drawing/2014/main" id="{3F9D113E-DB39-0CF2-578D-9B5D35C92F55}"/>
              </a:ext>
            </a:extLst>
          </p:cNvPr>
          <p:cNvSpPr/>
          <p:nvPr userDrawn="1"/>
        </p:nvSpPr>
        <p:spPr bwMode="gray">
          <a:xfrm>
            <a:off x="7102258" y="0"/>
            <a:ext cx="5092917" cy="6858000"/>
          </a:xfrm>
          <a:prstGeom prst="rect">
            <a:avLst/>
          </a:prstGeom>
          <a:solidFill>
            <a:srgbClr val="FFC932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9CF98F2-AE93-6F6D-B5F5-C2F74E0787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67600" y="250521"/>
            <a:ext cx="4538091" cy="632807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DD06AF2-2141-CEFD-4797-A6E50CC267FE}"/>
              </a:ext>
            </a:extLst>
          </p:cNvPr>
          <p:cNvSpPr/>
          <p:nvPr userDrawn="1"/>
        </p:nvSpPr>
        <p:spPr bwMode="gray">
          <a:xfrm>
            <a:off x="1" y="0"/>
            <a:ext cx="7226300" cy="6858000"/>
          </a:xfrm>
          <a:prstGeom prst="rect">
            <a:avLst/>
          </a:prstGeom>
          <a:solidFill>
            <a:schemeClr val="accent1"/>
          </a:solidFill>
          <a:ln w="1342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025126167" name="LogoWhite-Dynamic" descr="{&quot;templafy&quot;:{&quot;id&quot;:&quot;a0696034-9670-4d7b-a80a-e5801256b450&quot;}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  <p:sp>
        <p:nvSpPr>
          <p:cNvPr id="8" name="Classification-Dynamic" descr="{&quot;templafy&quot;:{&quot;id&quot;:&quot;efe1d89f-eade-44b0-a576-0c0f42301897&quot;}}">
            <a:extLst>
              <a:ext uri="{FF2B5EF4-FFF2-40B4-BE49-F238E27FC236}">
                <a16:creationId xmlns:a16="http://schemas.microsoft.com/office/drawing/2014/main" id="{F1333C1B-AD40-D53A-5A1E-EFB8C6390D49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bg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5B4DB5-6F82-52F7-7AD9-80874B011E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4664821" y="1129553"/>
            <a:ext cx="6886462" cy="5728447"/>
          </a:xfrm>
          <a:prstGeom prst="rect">
            <a:avLst/>
          </a:prstGeom>
        </p:spPr>
      </p:pic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288000" y="2706317"/>
            <a:ext cx="6633305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72 Brand Medium" panose="020B0504030603020204" pitchFamily="34" charset="0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447679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99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cover with image in anvil shape">
    <p:bg>
      <p:bgPr>
        <a:solidFill>
          <a:srgbClr val="97D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CF15634C-E3A9-CDE6-5F8E-35B41DFE2B5D}"/>
              </a:ext>
            </a:extLst>
          </p:cNvPr>
          <p:cNvSpPr/>
          <p:nvPr userDrawn="1"/>
        </p:nvSpPr>
        <p:spPr bwMode="gray">
          <a:xfrm>
            <a:off x="0" y="0"/>
            <a:ext cx="12195175" cy="6858000"/>
          </a:xfrm>
          <a:prstGeom prst="rect">
            <a:avLst/>
          </a:prstGeom>
          <a:solidFill>
            <a:srgbClr val="97DD40"/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29E6C33-847C-5792-E2BD-5963C662E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01" y="2706317"/>
            <a:ext cx="5529704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D2BFABF1-DD81-F2D4-FD65-DBCD6636029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69496" y="2029240"/>
            <a:ext cx="5711687" cy="2828844"/>
          </a:xfrm>
          <a:custGeom>
            <a:avLst/>
            <a:gdLst>
              <a:gd name="connsiteX0" fmla="*/ 0 w 5453062"/>
              <a:gd name="connsiteY0" fmla="*/ 0 h 2700337"/>
              <a:gd name="connsiteX1" fmla="*/ 5453062 w 5453062"/>
              <a:gd name="connsiteY1" fmla="*/ 0 h 2700337"/>
              <a:gd name="connsiteX2" fmla="*/ 5453062 w 5453062"/>
              <a:gd name="connsiteY2" fmla="*/ 2700337 h 2700337"/>
              <a:gd name="connsiteX3" fmla="*/ 0 w 5453062"/>
              <a:gd name="connsiteY3" fmla="*/ 2700337 h 2700337"/>
              <a:gd name="connsiteX4" fmla="*/ 0 w 5453062"/>
              <a:gd name="connsiteY4" fmla="*/ 0 h 2700337"/>
              <a:gd name="connsiteX0" fmla="*/ 0 w 5453062"/>
              <a:gd name="connsiteY0" fmla="*/ 0 h 2758526"/>
              <a:gd name="connsiteX1" fmla="*/ 5453062 w 5453062"/>
              <a:gd name="connsiteY1" fmla="*/ 0 h 2758526"/>
              <a:gd name="connsiteX2" fmla="*/ 2751426 w 5453062"/>
              <a:gd name="connsiteY2" fmla="*/ 2758526 h 2758526"/>
              <a:gd name="connsiteX3" fmla="*/ 0 w 5453062"/>
              <a:gd name="connsiteY3" fmla="*/ 2700337 h 2758526"/>
              <a:gd name="connsiteX4" fmla="*/ 0 w 5453062"/>
              <a:gd name="connsiteY4" fmla="*/ 0 h 2758526"/>
              <a:gd name="connsiteX0" fmla="*/ 0 w 5453062"/>
              <a:gd name="connsiteY0" fmla="*/ 0 h 2700337"/>
              <a:gd name="connsiteX1" fmla="*/ 5453062 w 5453062"/>
              <a:gd name="connsiteY1" fmla="*/ 0 h 2700337"/>
              <a:gd name="connsiteX2" fmla="*/ 2726487 w 5453062"/>
              <a:gd name="connsiteY2" fmla="*/ 2700336 h 2700337"/>
              <a:gd name="connsiteX3" fmla="*/ 0 w 5453062"/>
              <a:gd name="connsiteY3" fmla="*/ 2700337 h 2700337"/>
              <a:gd name="connsiteX4" fmla="*/ 0 w 5453062"/>
              <a:gd name="connsiteY4" fmla="*/ 0 h 2700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53062" h="2700337">
                <a:moveTo>
                  <a:pt x="0" y="0"/>
                </a:moveTo>
                <a:lnTo>
                  <a:pt x="5453062" y="0"/>
                </a:lnTo>
                <a:lnTo>
                  <a:pt x="2726487" y="2700336"/>
                </a:lnTo>
                <a:lnTo>
                  <a:pt x="0" y="2700337"/>
                </a:lnTo>
                <a:lnTo>
                  <a:pt x="0" y="0"/>
                </a:lnTo>
                <a:close/>
              </a:path>
            </a:pathLst>
          </a:cu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        Click to add image</a:t>
            </a:r>
          </a:p>
        </p:txBody>
      </p:sp>
      <p:sp>
        <p:nvSpPr>
          <p:cNvPr id="4" name="Classification-Dynamic" descr="{&quot;templafy&quot;:{&quot;id&quot;:&quot;15a0c36e-cfcd-42f4-8d96-f48f504a4dda&quot;}}">
            <a:extLst>
              <a:ext uri="{FF2B5EF4-FFF2-40B4-BE49-F238E27FC236}">
                <a16:creationId xmlns:a16="http://schemas.microsoft.com/office/drawing/2014/main" id="{13EDB9F6-FBDA-8ED8-A84B-244CC53CFF99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  <p:pic>
        <p:nvPicPr>
          <p:cNvPr id="569494402" name="LogoBlack-Dynamic" descr="{&quot;templafy&quot;:{&quot;id&quot;:&quot;f018ab10-9877-4c1a-903d-8e20a0516ebf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0660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99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with Image or Illustr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F6B4F408-95BC-730E-4114-45641ED46491}"/>
              </a:ext>
            </a:extLst>
          </p:cNvPr>
          <p:cNvSpPr/>
          <p:nvPr userDrawn="1"/>
        </p:nvSpPr>
        <p:spPr bwMode="gray">
          <a:xfrm>
            <a:off x="-1" y="0"/>
            <a:ext cx="12195175" cy="6858000"/>
          </a:xfrm>
          <a:prstGeom prst="rect">
            <a:avLst/>
          </a:prstGeom>
          <a:solidFill>
            <a:schemeClr val="bg1"/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288000" y="4024430"/>
            <a:ext cx="10899174" cy="997196"/>
          </a:xfrm>
        </p:spPr>
        <p:txBody>
          <a:bodyPr vert="horz" wrap="square" lIns="0" tIns="0" rIns="0" bIns="0" rtlCol="0">
            <a:noAutofit/>
          </a:bodyPr>
          <a:lstStyle>
            <a:lvl1pPr>
              <a:lnSpc>
                <a:spcPct val="90000"/>
              </a:lnSpc>
              <a:defRPr lang="de-DE" sz="3600" b="0" i="0" dirty="0">
                <a:latin typeface="72 Brand Medium" panose="020B05040306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FA78832-C268-4EC5-BB82-7F9D7F5B51B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12195175" cy="3430800"/>
          </a:xfrm>
        </p:spPr>
        <p:txBody>
          <a:bodyPr anchor="ctr" anchorCtr="0"/>
          <a:lstStyle>
            <a:lvl1pPr marL="0" marR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lvl1pPr>
          </a:lstStyle>
          <a:p>
            <a:pPr marL="0" marR="0" lvl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pic>
        <p:nvPicPr>
          <p:cNvPr id="2136983403" name="LogoBlue-Dynamic" descr="{&quot;templafy&quot;:{&quot;id&quot;:&quot;b86c6774-bfb5-42ce-af29-ad7c8e956cc6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6" y="6218600"/>
            <a:ext cx="727192" cy="360000"/>
          </a:xfrm>
          <a:prstGeom prst="rect">
            <a:avLst/>
          </a:prstGeom>
        </p:spPr>
      </p:pic>
      <p:sp>
        <p:nvSpPr>
          <p:cNvPr id="9" name="Classification-Dynamic" descr="{&quot;templafy&quot;:{&quot;id&quot;:&quot;a4489086-5ad1-4eb9-8912-a3dfda15f59c&quot;}}">
            <a:extLst>
              <a:ext uri="{FF2B5EF4-FFF2-40B4-BE49-F238E27FC236}">
                <a16:creationId xmlns:a16="http://schemas.microsoft.com/office/drawing/2014/main" id="{CE0C2033-6FDF-7DD6-E25C-C03296FDAD00}"/>
              </a:ext>
            </a:extLst>
          </p:cNvPr>
          <p:cNvSpPr txBox="1"/>
          <p:nvPr userDrawn="1"/>
        </p:nvSpPr>
        <p:spPr>
          <a:xfrm>
            <a:off x="282575" y="5724000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28818964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505">
          <p15:clr>
            <a:srgbClr val="FBAE40"/>
          </p15:clr>
        </p15:guide>
        <p15:guide id="2" orient="horz" pos="4144">
          <p15:clr>
            <a:srgbClr val="FBAE40"/>
          </p15:clr>
        </p15:guide>
        <p15:guide id="3" orient="horz" pos="2162">
          <p15:clr>
            <a:srgbClr val="FBAE40"/>
          </p15:clr>
        </p15:guide>
        <p15:guide id="4" pos="181">
          <p15:clr>
            <a:srgbClr val="FBAE40"/>
          </p15:clr>
        </p15:guide>
        <p15:guide id="5" orient="horz" pos="2534">
          <p15:clr>
            <a:srgbClr val="FBAE40"/>
          </p15:clr>
        </p15:guide>
        <p15:guide id="6" orient="horz" pos="3164">
          <p15:clr>
            <a:srgbClr val="FBAE40"/>
          </p15:clr>
        </p15:guide>
        <p15:guide id="7" orient="horz" pos="3232">
          <p15:clr>
            <a:srgbClr val="FBAE40"/>
          </p15:clr>
        </p15:guide>
        <p15:guide id="8" orient="horz" pos="3543">
          <p15:clr>
            <a:srgbClr val="FBAE4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cover with green anvi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615A14AB-7A75-B899-CDA1-E311E201A837}"/>
              </a:ext>
            </a:extLst>
          </p:cNvPr>
          <p:cNvSpPr/>
          <p:nvPr userDrawn="1"/>
        </p:nvSpPr>
        <p:spPr bwMode="gray">
          <a:xfrm>
            <a:off x="-1" y="0"/>
            <a:ext cx="12195175" cy="6858000"/>
          </a:xfrm>
          <a:prstGeom prst="rect">
            <a:avLst/>
          </a:prstGeom>
          <a:solidFill>
            <a:schemeClr val="bg1"/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" name="Anvil" descr="preencoded.png">
            <a:extLst>
              <a:ext uri="{FF2B5EF4-FFF2-40B4-BE49-F238E27FC236}">
                <a16:creationId xmlns:a16="http://schemas.microsoft.com/office/drawing/2014/main" id="{CAD3135A-95A0-606F-5A25-35CF890B232D}"/>
              </a:ext>
            </a:extLst>
          </p:cNvPr>
          <p:cNvSpPr/>
          <p:nvPr/>
        </p:nvSpPr>
        <p:spPr>
          <a:xfrm>
            <a:off x="5072441" y="1275473"/>
            <a:ext cx="6069341" cy="2991727"/>
          </a:xfrm>
          <a:custGeom>
            <a:avLst/>
            <a:gdLst>
              <a:gd name="connsiteX0" fmla="*/ 0 w 6069341"/>
              <a:gd name="connsiteY0" fmla="*/ 0 h 2991727"/>
              <a:gd name="connsiteX1" fmla="*/ 0 w 6069341"/>
              <a:gd name="connsiteY1" fmla="*/ 2991727 h 2991727"/>
              <a:gd name="connsiteX2" fmla="*/ 3084421 w 6069341"/>
              <a:gd name="connsiteY2" fmla="*/ 2991727 h 2991727"/>
              <a:gd name="connsiteX3" fmla="*/ 6069341 w 6069341"/>
              <a:gd name="connsiteY3" fmla="*/ 0 h 2991727"/>
              <a:gd name="connsiteX4" fmla="*/ 0 w 6069341"/>
              <a:gd name="connsiteY4" fmla="*/ 0 h 29917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69341" h="2991727">
                <a:moveTo>
                  <a:pt x="0" y="0"/>
                </a:moveTo>
                <a:lnTo>
                  <a:pt x="0" y="2991727"/>
                </a:lnTo>
                <a:lnTo>
                  <a:pt x="3084421" y="2991727"/>
                </a:lnTo>
                <a:lnTo>
                  <a:pt x="6069341" y="0"/>
                </a:lnTo>
                <a:lnTo>
                  <a:pt x="0" y="0"/>
                </a:lnTo>
                <a:close/>
              </a:path>
            </a:pathLst>
          </a:custGeom>
          <a:solidFill>
            <a:srgbClr val="97DD40"/>
          </a:solidFill>
          <a:ln w="7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72 Brand" panose="020B0504030603020204" pitchFamily="34" charset="0"/>
            </a:endParaRP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D8805AE3-41BC-E9DB-1A66-ADF41EDBC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00" y="2706317"/>
            <a:ext cx="6026739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latin typeface="72 Brand Medium" panose="020B0504030603020204" pitchFamily="34" charset="0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542398661" name="LogoBlue-Dynamic" descr="{&quot;templafy&quot;:{&quot;id&quot;:&quot;77d39480-6bb2-4f9e-b166-58e397c730ef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  <p:sp>
        <p:nvSpPr>
          <p:cNvPr id="11" name="Classification-Dynamic" descr="{&quot;templafy&quot;:{&quot;id&quot;:&quot;c215a143-e24c-42fe-8717-bcd7348f576e&quot;}}">
            <a:extLst>
              <a:ext uri="{FF2B5EF4-FFF2-40B4-BE49-F238E27FC236}">
                <a16:creationId xmlns:a16="http://schemas.microsoft.com/office/drawing/2014/main" id="{62D91ACB-BD14-46CB-4B61-F4B072D877C0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35092689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ght blue cover with anvi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ackground">
            <a:extLst>
              <a:ext uri="{FF2B5EF4-FFF2-40B4-BE49-F238E27FC236}">
                <a16:creationId xmlns:a16="http://schemas.microsoft.com/office/drawing/2014/main" id="{581FAEF7-1ACD-83AC-7B42-761E6A30387F}"/>
              </a:ext>
            </a:extLst>
          </p:cNvPr>
          <p:cNvSpPr/>
          <p:nvPr userDrawn="1"/>
        </p:nvSpPr>
        <p:spPr bwMode="gray">
          <a:xfrm>
            <a:off x="0" y="0"/>
            <a:ext cx="12195175" cy="6858000"/>
          </a:xfrm>
          <a:prstGeom prst="rect">
            <a:avLst/>
          </a:prstGeom>
          <a:solidFill>
            <a:srgbClr val="A6E0FF">
              <a:alpha val="42715"/>
            </a:srgbClr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2" name="Anvil" descr="preencoded.png">
            <a:extLst>
              <a:ext uri="{FF2B5EF4-FFF2-40B4-BE49-F238E27FC236}">
                <a16:creationId xmlns:a16="http://schemas.microsoft.com/office/drawing/2014/main" id="{94093846-CC07-3993-CA62-86004F1C03F9}"/>
              </a:ext>
            </a:extLst>
          </p:cNvPr>
          <p:cNvSpPr/>
          <p:nvPr/>
        </p:nvSpPr>
        <p:spPr>
          <a:xfrm>
            <a:off x="1671629" y="1247336"/>
            <a:ext cx="8851917" cy="4363327"/>
          </a:xfrm>
          <a:custGeom>
            <a:avLst/>
            <a:gdLst>
              <a:gd name="connsiteX0" fmla="*/ 0 w 8851917"/>
              <a:gd name="connsiteY0" fmla="*/ 0 h 4363327"/>
              <a:gd name="connsiteX1" fmla="*/ 0 w 8851917"/>
              <a:gd name="connsiteY1" fmla="*/ 4363327 h 4363327"/>
              <a:gd name="connsiteX2" fmla="*/ 4498517 w 8851917"/>
              <a:gd name="connsiteY2" fmla="*/ 4363327 h 4363327"/>
              <a:gd name="connsiteX3" fmla="*/ 8851917 w 8851917"/>
              <a:gd name="connsiteY3" fmla="*/ 0 h 4363327"/>
              <a:gd name="connsiteX4" fmla="*/ 0 w 8851917"/>
              <a:gd name="connsiteY4" fmla="*/ 0 h 436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51917" h="4363327">
                <a:moveTo>
                  <a:pt x="0" y="0"/>
                </a:moveTo>
                <a:lnTo>
                  <a:pt x="0" y="4363327"/>
                </a:lnTo>
                <a:lnTo>
                  <a:pt x="4498517" y="4363327"/>
                </a:lnTo>
                <a:lnTo>
                  <a:pt x="8851917" y="0"/>
                </a:lnTo>
                <a:lnTo>
                  <a:pt x="0" y="0"/>
                </a:lnTo>
                <a:close/>
              </a:path>
            </a:pathLst>
          </a:custGeom>
          <a:solidFill>
            <a:srgbClr val="A6E0FF"/>
          </a:solidFill>
          <a:ln w="1523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72 Brand" panose="020B0504030603020204" pitchFamily="34" charset="0"/>
            </a:endParaRP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098B98B-8FDE-5B19-2FC7-97058A6B53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00" y="2706317"/>
            <a:ext cx="5929920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latin typeface="72 Brand Medium" panose="020B0504030603020204" pitchFamily="34" charset="0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736947158" name="LogoBlack-Dynamic" descr="{&quot;templafy&quot;:{&quot;id&quot;:&quot;c55a38a9-de1b-495a-8b58-131e1d52fd54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  <p:sp>
        <p:nvSpPr>
          <p:cNvPr id="3" name="Classification-Dynamic" descr="{&quot;templafy&quot;:{&quot;id&quot;:&quot;874250cf-0daf-4fd4-8228-464988deba1e&quot;}}">
            <a:extLst>
              <a:ext uri="{FF2B5EF4-FFF2-40B4-BE49-F238E27FC236}">
                <a16:creationId xmlns:a16="http://schemas.microsoft.com/office/drawing/2014/main" id="{D417CEF6-1FCD-75B6-FA13-C583ECCE7BE5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34055091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cover with anvi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 descr="preencoded.png">
            <a:extLst>
              <a:ext uri="{FF2B5EF4-FFF2-40B4-BE49-F238E27FC236}">
                <a16:creationId xmlns:a16="http://schemas.microsoft.com/office/drawing/2014/main" id="{5F3BB899-74C3-EBF7-C191-EC2863B8F536}"/>
              </a:ext>
            </a:extLst>
          </p:cNvPr>
          <p:cNvSpPr/>
          <p:nvPr/>
        </p:nvSpPr>
        <p:spPr>
          <a:xfrm>
            <a:off x="0" y="0"/>
            <a:ext cx="12195175" cy="6858000"/>
          </a:xfrm>
          <a:custGeom>
            <a:avLst/>
            <a:gdLst>
              <a:gd name="connsiteX0" fmla="*/ 0 w 12195175"/>
              <a:gd name="connsiteY0" fmla="*/ 0 h 6858000"/>
              <a:gd name="connsiteX1" fmla="*/ 12195175 w 12195175"/>
              <a:gd name="connsiteY1" fmla="*/ 0 h 6858000"/>
              <a:gd name="connsiteX2" fmla="*/ 12195175 w 12195175"/>
              <a:gd name="connsiteY2" fmla="*/ 6858000 h 6858000"/>
              <a:gd name="connsiteX3" fmla="*/ 0 w 121951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5175" h="6858000">
                <a:moveTo>
                  <a:pt x="0" y="0"/>
                </a:moveTo>
                <a:lnTo>
                  <a:pt x="12195175" y="0"/>
                </a:lnTo>
                <a:lnTo>
                  <a:pt x="1219517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1B90FF"/>
          </a:solidFill>
          <a:ln w="112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72 Brand" panose="020B0504030603020204" pitchFamily="34" charset="0"/>
            </a:endParaRPr>
          </a:p>
        </p:txBody>
      </p:sp>
      <p:sp>
        <p:nvSpPr>
          <p:cNvPr id="5" name="Anvil" descr="preencoded.png">
            <a:extLst>
              <a:ext uri="{FF2B5EF4-FFF2-40B4-BE49-F238E27FC236}">
                <a16:creationId xmlns:a16="http://schemas.microsoft.com/office/drawing/2014/main" id="{2384FC7E-529D-ABDF-A914-031C308F2C30}"/>
              </a:ext>
            </a:extLst>
          </p:cNvPr>
          <p:cNvSpPr/>
          <p:nvPr userDrawn="1"/>
        </p:nvSpPr>
        <p:spPr>
          <a:xfrm>
            <a:off x="780374" y="1275475"/>
            <a:ext cx="7983802" cy="3935411"/>
          </a:xfrm>
          <a:custGeom>
            <a:avLst/>
            <a:gdLst>
              <a:gd name="connsiteX0" fmla="*/ 0 w 8851917"/>
              <a:gd name="connsiteY0" fmla="*/ 0 h 4363327"/>
              <a:gd name="connsiteX1" fmla="*/ 0 w 8851917"/>
              <a:gd name="connsiteY1" fmla="*/ 4363327 h 4363327"/>
              <a:gd name="connsiteX2" fmla="*/ 4498517 w 8851917"/>
              <a:gd name="connsiteY2" fmla="*/ 4363327 h 4363327"/>
              <a:gd name="connsiteX3" fmla="*/ 8851917 w 8851917"/>
              <a:gd name="connsiteY3" fmla="*/ 0 h 4363327"/>
              <a:gd name="connsiteX4" fmla="*/ 0 w 8851917"/>
              <a:gd name="connsiteY4" fmla="*/ 0 h 436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51917" h="4363327">
                <a:moveTo>
                  <a:pt x="0" y="0"/>
                </a:moveTo>
                <a:lnTo>
                  <a:pt x="0" y="4363327"/>
                </a:lnTo>
                <a:lnTo>
                  <a:pt x="4498517" y="4363327"/>
                </a:lnTo>
                <a:lnTo>
                  <a:pt x="8851917" y="0"/>
                </a:lnTo>
                <a:lnTo>
                  <a:pt x="0" y="0"/>
                </a:lnTo>
                <a:close/>
              </a:path>
            </a:pathLst>
          </a:custGeom>
          <a:solidFill>
            <a:srgbClr val="002A86"/>
          </a:solidFill>
          <a:ln w="1523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72 Brand" panose="020B0504030603020204" pitchFamily="34" charset="0"/>
            </a:endParaRP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709C0759-3773-C728-D6A6-855D822107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00" y="2706317"/>
            <a:ext cx="6876593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72 Brand Medium" panose="020B0504030603020204" pitchFamily="34" charset="0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322620398" name="LogoWhite-Dynamic" descr="{&quot;templafy&quot;:{&quot;id&quot;:&quot;57053213-140f-42e4-b279-3aff034a8e0b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  <p:sp>
        <p:nvSpPr>
          <p:cNvPr id="3" name="Classification-Dynamic" descr="{&quot;templafy&quot;:{&quot;id&quot;:&quot;d79d039e-49b3-4324-b9e4-2a15bf644364&quot;}}">
            <a:extLst>
              <a:ext uri="{FF2B5EF4-FFF2-40B4-BE49-F238E27FC236}">
                <a16:creationId xmlns:a16="http://schemas.microsoft.com/office/drawing/2014/main" id="{D67AB148-356D-F356-4E6C-9664D9EB9DF3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bg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14868492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l cover with anvil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ckground" descr="preencoded.png">
            <a:extLst>
              <a:ext uri="{FF2B5EF4-FFF2-40B4-BE49-F238E27FC236}">
                <a16:creationId xmlns:a16="http://schemas.microsoft.com/office/drawing/2014/main" id="{5F3BB899-74C3-EBF7-C191-EC2863B8F536}"/>
              </a:ext>
            </a:extLst>
          </p:cNvPr>
          <p:cNvSpPr/>
          <p:nvPr/>
        </p:nvSpPr>
        <p:spPr>
          <a:xfrm>
            <a:off x="0" y="0"/>
            <a:ext cx="12195175" cy="6858000"/>
          </a:xfrm>
          <a:custGeom>
            <a:avLst/>
            <a:gdLst>
              <a:gd name="connsiteX0" fmla="*/ 0 w 12195175"/>
              <a:gd name="connsiteY0" fmla="*/ 0 h 6858000"/>
              <a:gd name="connsiteX1" fmla="*/ 12195175 w 12195175"/>
              <a:gd name="connsiteY1" fmla="*/ 0 h 6858000"/>
              <a:gd name="connsiteX2" fmla="*/ 12195175 w 12195175"/>
              <a:gd name="connsiteY2" fmla="*/ 6858000 h 6858000"/>
              <a:gd name="connsiteX3" fmla="*/ 0 w 121951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5175" h="6858000">
                <a:moveTo>
                  <a:pt x="0" y="0"/>
                </a:moveTo>
                <a:lnTo>
                  <a:pt x="12195175" y="0"/>
                </a:lnTo>
                <a:lnTo>
                  <a:pt x="1219517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CEAC"/>
          </a:solidFill>
          <a:ln w="112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72 Brand" panose="020B0504030603020204" pitchFamily="34" charset="0"/>
            </a:endParaRPr>
          </a:p>
        </p:txBody>
      </p:sp>
      <p:sp>
        <p:nvSpPr>
          <p:cNvPr id="6" name="Anvil" descr="preencoded.png">
            <a:extLst>
              <a:ext uri="{FF2B5EF4-FFF2-40B4-BE49-F238E27FC236}">
                <a16:creationId xmlns:a16="http://schemas.microsoft.com/office/drawing/2014/main" id="{F36DF1A0-33EF-D4BF-029F-2435A3EF8C01}"/>
              </a:ext>
            </a:extLst>
          </p:cNvPr>
          <p:cNvSpPr/>
          <p:nvPr/>
        </p:nvSpPr>
        <p:spPr>
          <a:xfrm>
            <a:off x="1503604" y="989322"/>
            <a:ext cx="9187967" cy="4528975"/>
          </a:xfrm>
          <a:custGeom>
            <a:avLst/>
            <a:gdLst>
              <a:gd name="connsiteX0" fmla="*/ 0 w 9187967"/>
              <a:gd name="connsiteY0" fmla="*/ 0 h 4528975"/>
              <a:gd name="connsiteX1" fmla="*/ 0 w 9187967"/>
              <a:gd name="connsiteY1" fmla="*/ 4528975 h 4528975"/>
              <a:gd name="connsiteX2" fmla="*/ 4669297 w 9187967"/>
              <a:gd name="connsiteY2" fmla="*/ 4528975 h 4528975"/>
              <a:gd name="connsiteX3" fmla="*/ 9187967 w 9187967"/>
              <a:gd name="connsiteY3" fmla="*/ 0 h 4528975"/>
              <a:gd name="connsiteX4" fmla="*/ 0 w 9187967"/>
              <a:gd name="connsiteY4" fmla="*/ 0 h 4528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7967" h="4528975">
                <a:moveTo>
                  <a:pt x="0" y="0"/>
                </a:moveTo>
                <a:lnTo>
                  <a:pt x="0" y="4528975"/>
                </a:lnTo>
                <a:lnTo>
                  <a:pt x="4669297" y="4528975"/>
                </a:lnTo>
                <a:lnTo>
                  <a:pt x="9187967" y="0"/>
                </a:lnTo>
                <a:lnTo>
                  <a:pt x="0" y="0"/>
                </a:lnTo>
                <a:close/>
              </a:path>
            </a:pathLst>
          </a:custGeom>
          <a:solidFill>
            <a:srgbClr val="63EDD4"/>
          </a:solidFill>
          <a:ln w="1259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72 Brand" panose="020B0504030603020204" pitchFamily="34" charset="0"/>
            </a:endParaRPr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5515F5CA-E76C-CC3B-68A7-37E88873AB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00" y="2706317"/>
            <a:ext cx="5929920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latin typeface="72 Brand Medium" panose="020B0504030603020204" pitchFamily="34" charset="0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352421156" name="LogoBlack-Dynamic" descr="{&quot;templafy&quot;:{&quot;id&quot;:&quot;65841d7c-a25a-482e-8a0b-399fe2060e85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  <p:sp>
        <p:nvSpPr>
          <p:cNvPr id="3" name="Classification-Dynamic" descr="{&quot;templafy&quot;:{&quot;id&quot;:&quot;9a099f80-0352-4bc9-9d82-a824546006f3&quot;}}">
            <a:extLst>
              <a:ext uri="{FF2B5EF4-FFF2-40B4-BE49-F238E27FC236}">
                <a16:creationId xmlns:a16="http://schemas.microsoft.com/office/drawing/2014/main" id="{BBFBBDC3-D031-6041-465D-9F7147F423CF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22268625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ith cover 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83FFCA81-9D1B-7BE9-9F97-BEDB3E67519A}"/>
              </a:ext>
            </a:extLst>
          </p:cNvPr>
          <p:cNvSpPr/>
          <p:nvPr userDrawn="1"/>
        </p:nvSpPr>
        <p:spPr bwMode="gray">
          <a:xfrm>
            <a:off x="-1" y="0"/>
            <a:ext cx="12195175" cy="6858000"/>
          </a:xfrm>
          <a:prstGeom prst="rect">
            <a:avLst/>
          </a:prstGeom>
          <a:solidFill>
            <a:schemeClr val="bg1"/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8860E7D-5DEB-5F1B-5AAF-4C41BD1A777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08700" y="0"/>
            <a:ext cx="6086475" cy="6858000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to insert picture</a:t>
            </a:r>
          </a:p>
        </p:txBody>
      </p:sp>
      <p:pic>
        <p:nvPicPr>
          <p:cNvPr id="28936725" name="Acquired Company Logo Placeholder" descr="{&quot;templafy&quot;:{&quot;id&quot;:&quot;e24a6e43-600a-4c6b-89de-bcf3787a4fa8&quot;}}" hidden="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2575" y="2141327"/>
            <a:ext cx="4125924" cy="26601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D8805AE3-41BC-E9DB-1A66-ADF41EDBC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00" y="2706317"/>
            <a:ext cx="6026739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latin typeface="72 Brand Medium" panose="020B0504030603020204" pitchFamily="34" charset="0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023284910" name="LogoBlue-Dynamic" descr="{&quot;templafy&quot;:{&quot;id&quot;:&quot;290322f9-1797-4b4d-8043-942607235499&quot;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  <p:sp>
        <p:nvSpPr>
          <p:cNvPr id="3" name="Classification-Dynamic" descr="{&quot;templafy&quot;:{&quot;id&quot;:&quot;74f902db-19ce-473e-a6ef-bfcbbe21a93e&quot;}}">
            <a:extLst>
              <a:ext uri="{FF2B5EF4-FFF2-40B4-BE49-F238E27FC236}">
                <a16:creationId xmlns:a16="http://schemas.microsoft.com/office/drawing/2014/main" id="{4A078429-99DD-7555-B0F4-FEF46FD297B0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31563311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cover with anvil and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 descr="preencoded.png">
            <a:extLst>
              <a:ext uri="{FF2B5EF4-FFF2-40B4-BE49-F238E27FC236}">
                <a16:creationId xmlns:a16="http://schemas.microsoft.com/office/drawing/2014/main" id="{9DE307C8-D1C3-00E2-C5B0-2A7EBB981384}"/>
              </a:ext>
            </a:extLst>
          </p:cNvPr>
          <p:cNvSpPr/>
          <p:nvPr/>
        </p:nvSpPr>
        <p:spPr>
          <a:xfrm>
            <a:off x="0" y="0"/>
            <a:ext cx="12195175" cy="6861495"/>
          </a:xfrm>
          <a:custGeom>
            <a:avLst/>
            <a:gdLst>
              <a:gd name="connsiteX0" fmla="*/ 0 w 12195175"/>
              <a:gd name="connsiteY0" fmla="*/ 0 h 6861495"/>
              <a:gd name="connsiteX1" fmla="*/ 12195175 w 12195175"/>
              <a:gd name="connsiteY1" fmla="*/ 0 h 6861495"/>
              <a:gd name="connsiteX2" fmla="*/ 12195175 w 12195175"/>
              <a:gd name="connsiteY2" fmla="*/ 6861496 h 6861495"/>
              <a:gd name="connsiteX3" fmla="*/ 0 w 12195175"/>
              <a:gd name="connsiteY3" fmla="*/ 6861496 h 6861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5175" h="6861495">
                <a:moveTo>
                  <a:pt x="0" y="0"/>
                </a:moveTo>
                <a:lnTo>
                  <a:pt x="12195175" y="0"/>
                </a:lnTo>
                <a:lnTo>
                  <a:pt x="12195175" y="6861496"/>
                </a:lnTo>
                <a:lnTo>
                  <a:pt x="0" y="6861496"/>
                </a:lnTo>
                <a:close/>
              </a:path>
            </a:pathLst>
          </a:custGeom>
          <a:solidFill>
            <a:srgbClr val="0057D2"/>
          </a:solidFill>
          <a:ln w="1016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72 Brand" panose="020B0504030603020204" pitchFamily="34" charset="0"/>
            </a:endParaRPr>
          </a:p>
        </p:txBody>
      </p:sp>
      <p:sp>
        <p:nvSpPr>
          <p:cNvPr id="6" name="Anvil" descr="preencoded.png">
            <a:extLst>
              <a:ext uri="{FF2B5EF4-FFF2-40B4-BE49-F238E27FC236}">
                <a16:creationId xmlns:a16="http://schemas.microsoft.com/office/drawing/2014/main" id="{6C575B3E-49FD-8450-F2CB-84C6E7A1153D}"/>
              </a:ext>
            </a:extLst>
          </p:cNvPr>
          <p:cNvSpPr/>
          <p:nvPr/>
        </p:nvSpPr>
        <p:spPr>
          <a:xfrm>
            <a:off x="752355" y="1156532"/>
            <a:ext cx="5613722" cy="2756252"/>
          </a:xfrm>
          <a:custGeom>
            <a:avLst/>
            <a:gdLst>
              <a:gd name="connsiteX0" fmla="*/ 0 w 5613722"/>
              <a:gd name="connsiteY0" fmla="*/ 0 h 2756252"/>
              <a:gd name="connsiteX1" fmla="*/ 0 w 5613722"/>
              <a:gd name="connsiteY1" fmla="*/ 2756252 h 2756252"/>
              <a:gd name="connsiteX2" fmla="*/ 2852875 w 5613722"/>
              <a:gd name="connsiteY2" fmla="*/ 2756252 h 2756252"/>
              <a:gd name="connsiteX3" fmla="*/ 5613722 w 5613722"/>
              <a:gd name="connsiteY3" fmla="*/ 0 h 2756252"/>
              <a:gd name="connsiteX4" fmla="*/ 0 w 5613722"/>
              <a:gd name="connsiteY4" fmla="*/ 0 h 2756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13722" h="2756252">
                <a:moveTo>
                  <a:pt x="0" y="0"/>
                </a:moveTo>
                <a:lnTo>
                  <a:pt x="0" y="2756252"/>
                </a:lnTo>
                <a:lnTo>
                  <a:pt x="2852875" y="2756252"/>
                </a:lnTo>
                <a:lnTo>
                  <a:pt x="561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1B90FF"/>
          </a:solidFill>
          <a:ln w="927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72 Brand" panose="020B0504030603020204" pitchFamily="34" charset="0"/>
            </a:endParaRP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F6D8674-EA25-0C87-7F7A-4B6FFA7F1F1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836062" y="0"/>
            <a:ext cx="4359114" cy="6858000"/>
          </a:xfrm>
        </p:spPr>
        <p:txBody>
          <a:bodyPr anchor="ctr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A222ABC1-A03E-5EDE-02E2-6F3794850C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338" y="2051754"/>
            <a:ext cx="5529704" cy="997196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421219822" name="LogoWhite-Dynamic" descr="{&quot;templafy&quot;:{&quot;id&quot;:&quot;819aee73-a0a2-4380-a436-a557525fa29d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  <p:sp>
        <p:nvSpPr>
          <p:cNvPr id="5" name="Classification-Dynamic" descr="{&quot;templafy&quot;:{&quot;id&quot;:&quot;281de79b-cce6-4308-a6d3-2c16a47ae934&quot;}}">
            <a:extLst>
              <a:ext uri="{FF2B5EF4-FFF2-40B4-BE49-F238E27FC236}">
                <a16:creationId xmlns:a16="http://schemas.microsoft.com/office/drawing/2014/main" id="{7A6CB977-D711-D436-9DC2-AAFCC56F9CAA}"/>
              </a:ext>
            </a:extLst>
          </p:cNvPr>
          <p:cNvSpPr txBox="1"/>
          <p:nvPr userDrawn="1"/>
        </p:nvSpPr>
        <p:spPr>
          <a:xfrm>
            <a:off x="440401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bg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918348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385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genda title"/>
          <p:cNvSpPr>
            <a:spLocks noGrp="1"/>
          </p:cNvSpPr>
          <p:nvPr>
            <p:ph type="title" hasCustomPrompt="1"/>
          </p:nvPr>
        </p:nvSpPr>
        <p:spPr>
          <a:xfrm>
            <a:off x="504000" y="505381"/>
            <a:ext cx="11186476" cy="369332"/>
          </a:xfrm>
        </p:spPr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8E82BE2B-69B2-5121-2AA4-8473C53F0C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4000" y="1548000"/>
            <a:ext cx="11186477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Item/Divider Headline</a:t>
            </a:r>
          </a:p>
          <a:p>
            <a:pPr lvl="1"/>
            <a:r>
              <a:rPr lang="en-US"/>
              <a:t>Details</a:t>
            </a:r>
          </a:p>
        </p:txBody>
      </p:sp>
    </p:spTree>
    <p:extLst>
      <p:ext uri="{BB962C8B-B14F-4D97-AF65-F5344CB8AC3E}">
        <p14:creationId xmlns:p14="http://schemas.microsoft.com/office/powerpoint/2010/main" val="494468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1">
          <p15:clr>
            <a:srgbClr val="FBAE40"/>
          </p15:clr>
        </p15:guide>
        <p15:guide id="2" orient="horz" pos="970">
          <p15:clr>
            <a:srgbClr val="FBAE40"/>
          </p15:clr>
        </p15:guide>
        <p15:guide id="3" pos="7364">
          <p15:clr>
            <a:srgbClr val="FBAE40"/>
          </p15:clr>
        </p15:guide>
        <p15:guide id="4" orient="horz" pos="316">
          <p15:clr>
            <a:srgbClr val="FBAE40"/>
          </p15:clr>
        </p15:guide>
        <p15:guide id="5" orient="horz" pos="551">
          <p15:clr>
            <a:srgbClr val="FBAE40"/>
          </p15:clr>
        </p15:guide>
        <p15:guide id="6" orient="horz" pos="3997">
          <p15:clr>
            <a:srgbClr val="FBAE40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3090446"/>
            <a:ext cx="11185200" cy="677108"/>
          </a:xfrm>
        </p:spPr>
        <p:txBody>
          <a:bodyPr anchor="ctr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8797289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14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7364">
          <p15:clr>
            <a:srgbClr val="FBAE40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Pag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vider image placeholder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1" y="3427200"/>
            <a:ext cx="12195175" cy="3430800"/>
          </a:xfrm>
          <a:noFill/>
        </p:spPr>
        <p:txBody>
          <a:bodyPr tIns="324000"/>
          <a:lstStyle>
            <a:lvl1pPr marL="0" marR="0" indent="0" algn="ctr" defTabSz="1088558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600">
                <a:solidFill>
                  <a:schemeClr val="tx1"/>
                </a:solidFill>
              </a:defRPr>
            </a:lvl1pPr>
          </a:lstStyle>
          <a:p>
            <a:pPr marL="0" marR="0" lvl="0" indent="0" algn="ctr" defTabSz="1088558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Placeholder for image and illustration</a:t>
            </a:r>
          </a:p>
        </p:txBody>
      </p:sp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1375046"/>
            <a:ext cx="11185200" cy="677108"/>
          </a:xfrm>
        </p:spPr>
        <p:txBody>
          <a:bodyPr anchor="t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323952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364">
          <p15:clr>
            <a:srgbClr val="FBAE40"/>
          </p15:clr>
        </p15:guide>
        <p15:guide id="3" pos="314">
          <p15:clr>
            <a:srgbClr val="FBAE40"/>
          </p15:clr>
        </p15:guide>
        <p15:guide id="4" orient="horz" pos="865">
          <p15:clr>
            <a:srgbClr val="FBAE40"/>
          </p15:clr>
        </p15:guide>
        <p15:guide id="5" orient="horz" pos="1294">
          <p15:clr>
            <a:srgbClr val="FBAE40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 Pag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1375046"/>
            <a:ext cx="11185200" cy="677108"/>
          </a:xfrm>
        </p:spPr>
        <p:txBody>
          <a:bodyPr anchor="t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584109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364">
          <p15:clr>
            <a:srgbClr val="FBAE40"/>
          </p15:clr>
        </p15:guide>
        <p15:guide id="3" pos="314">
          <p15:clr>
            <a:srgbClr val="FBAE40"/>
          </p15:clr>
        </p15:guide>
        <p15:guide id="4" orient="horz" pos="865">
          <p15:clr>
            <a:srgbClr val="FBAE40"/>
          </p15:clr>
        </p15:guide>
        <p15:guide id="5" orient="horz" pos="1294">
          <p15:clr>
            <a:srgbClr val="FBAE40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1225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pos="7364">
          <p15:clr>
            <a:srgbClr val="FBAE40"/>
          </p15:clr>
        </p15:guide>
        <p15:guide id="4" orient="horz" pos="551">
          <p15:clr>
            <a:srgbClr val="FBAE40"/>
          </p15:clr>
        </p15:guide>
        <p15:guide id="5" orient="horz" pos="3992">
          <p15:clr>
            <a:srgbClr val="FBAE40"/>
          </p15:clr>
        </p15:guide>
      </p15:sldGuideLst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11186477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Start typing to add text without a bullet point. To add a bullet point, place the cursor at the start of this line and press tab.</a:t>
            </a:r>
            <a:endParaRPr lang="en-US" noProof="0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0" y="504000"/>
            <a:ext cx="11186476" cy="369332"/>
          </a:xfrm>
        </p:spPr>
        <p:txBody>
          <a:bodyPr/>
          <a:lstStyle>
            <a:lvl1pPr>
              <a:defRPr b="0"/>
            </a:lvl1pPr>
          </a:lstStyle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5957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2">
          <p15:clr>
            <a:srgbClr val="FBAE40"/>
          </p15:clr>
        </p15:guide>
        <p15:guide id="2" orient="horz" pos="3997">
          <p15:clr>
            <a:srgbClr val="FBAE40"/>
          </p15:clr>
        </p15:guide>
        <p15:guide id="3" pos="7364">
          <p15:clr>
            <a:srgbClr val="FBAE40"/>
          </p15:clr>
        </p15:guide>
        <p15:guide id="4" orient="horz" pos="318">
          <p15:clr>
            <a:srgbClr val="FBAE40"/>
          </p15:clr>
        </p15:guide>
        <p15:guide id="5" orient="horz" pos="552">
          <p15:clr>
            <a:srgbClr val="FBAE40"/>
          </p15:clr>
        </p15:guide>
        <p15:guide id="6" orient="horz" pos="972">
          <p15:clr>
            <a:srgbClr val="FBAE40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- column 2"/>
          <p:cNvSpPr>
            <a:spLocks noGrp="1"/>
          </p:cNvSpPr>
          <p:nvPr>
            <p:ph type="body" sz="quarter" idx="11" hasCustomPrompt="1"/>
          </p:nvPr>
        </p:nvSpPr>
        <p:spPr>
          <a:xfrm>
            <a:off x="6362477" y="1548000"/>
            <a:ext cx="5328000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5328000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3406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>
          <p15:clr>
            <a:srgbClr val="FBAE40"/>
          </p15:clr>
        </p15:guide>
        <p15:guide id="2" orient="horz" pos="3997">
          <p15:clr>
            <a:srgbClr val="FBAE40"/>
          </p15:clr>
        </p15:guide>
        <p15:guide id="3" pos="7364">
          <p15:clr>
            <a:srgbClr val="FBAE40"/>
          </p15:clr>
        </p15:guide>
        <p15:guide id="4" pos="3674">
          <p15:clr>
            <a:srgbClr val="FBAE40"/>
          </p15:clr>
        </p15:guide>
        <p15:guide id="5" pos="4007">
          <p15:clr>
            <a:srgbClr val="FBAE40"/>
          </p15:clr>
        </p15:guide>
        <p15:guide id="6" orient="horz" pos="317">
          <p15:clr>
            <a:srgbClr val="FBAE40"/>
          </p15:clr>
        </p15:guide>
        <p15:guide id="7" orient="horz" pos="551">
          <p15:clr>
            <a:srgbClr val="FBAE40"/>
          </p15:clr>
        </p15:guide>
        <p15:guide id="8" orient="horz" pos="972">
          <p15:clr>
            <a:srgbClr val="FBAE40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- column 3"/>
          <p:cNvSpPr>
            <a:spLocks noGrp="1"/>
          </p:cNvSpPr>
          <p:nvPr>
            <p:ph type="body" sz="quarter" idx="13" hasCustomPrompt="1"/>
          </p:nvPr>
        </p:nvSpPr>
        <p:spPr>
          <a:xfrm>
            <a:off x="8126477" y="1548000"/>
            <a:ext cx="3564000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- column 2"/>
          <p:cNvSpPr>
            <a:spLocks noGrp="1"/>
          </p:cNvSpPr>
          <p:nvPr>
            <p:ph type="body" sz="quarter" idx="12" hasCustomPrompt="1"/>
          </p:nvPr>
        </p:nvSpPr>
        <p:spPr>
          <a:xfrm>
            <a:off x="4315238" y="1548000"/>
            <a:ext cx="3564000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3564000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929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pos="2563">
          <p15:clr>
            <a:srgbClr val="FBAE40"/>
          </p15:clr>
        </p15:guide>
        <p15:guide id="4" pos="2717">
          <p15:clr>
            <a:srgbClr val="FBAE40"/>
          </p15:clr>
        </p15:guide>
        <p15:guide id="5" pos="4964">
          <p15:clr>
            <a:srgbClr val="FBAE40"/>
          </p15:clr>
        </p15:guide>
        <p15:guide id="6" pos="5119">
          <p15:clr>
            <a:srgbClr val="FBAE40"/>
          </p15:clr>
        </p15:guide>
        <p15:guide id="7" pos="7364">
          <p15:clr>
            <a:srgbClr val="FBAE40"/>
          </p15:clr>
        </p15:guide>
        <p15:guide id="8" orient="horz" pos="551">
          <p15:clr>
            <a:srgbClr val="FBAE40"/>
          </p15:clr>
        </p15:guide>
        <p15:guide id="9" orient="horz" pos="974">
          <p15:clr>
            <a:srgbClr val="FBAE40"/>
          </p15:clr>
        </p15:guide>
        <p15:guide id="10" orient="horz" pos="3997">
          <p15:clr>
            <a:srgbClr val="FBAE40"/>
          </p15:clr>
        </p15:guide>
      </p15:sldGuideLst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362477" y="4770000"/>
            <a:ext cx="5328000" cy="1575238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362477" y="1548000"/>
            <a:ext cx="5328000" cy="279259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4770000"/>
            <a:ext cx="5328000" cy="1575238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548000"/>
            <a:ext cx="5328000" cy="279259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9138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orient="horz" pos="551">
          <p15:clr>
            <a:srgbClr val="FBAE40"/>
          </p15:clr>
        </p15:guide>
        <p15:guide id="4" orient="horz" pos="974">
          <p15:clr>
            <a:srgbClr val="FBAE40"/>
          </p15:clr>
        </p15:guide>
        <p15:guide id="5" orient="horz" pos="2750">
          <p15:clr>
            <a:srgbClr val="FBAE40"/>
          </p15:clr>
        </p15:guide>
        <p15:guide id="6" orient="horz" pos="3004">
          <p15:clr>
            <a:srgbClr val="FBAE40"/>
          </p15:clr>
        </p15:guide>
        <p15:guide id="7" orient="horz" pos="3997">
          <p15:clr>
            <a:srgbClr val="FBAE40"/>
          </p15:clr>
        </p15:guide>
        <p15:guide id="8" pos="3682">
          <p15:clr>
            <a:srgbClr val="FBAE40"/>
          </p15:clr>
        </p15:guide>
        <p15:guide id="9" pos="4000">
          <p15:clr>
            <a:srgbClr val="FBAE40"/>
          </p15:clr>
        </p15:guide>
        <p15:guide id="10" pos="7364">
          <p15:clr>
            <a:srgbClr val="FBAE40"/>
          </p15:clr>
        </p15:guide>
      </p15:sldGuideLst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8299277" y="4354921"/>
            <a:ext cx="3391200" cy="198107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299277" y="1548000"/>
            <a:ext cx="3391200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4401639" y="4354921"/>
            <a:ext cx="3391200" cy="198107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401639" y="1548000"/>
            <a:ext cx="3391200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4354921"/>
            <a:ext cx="3391200" cy="198107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548000"/>
            <a:ext cx="3391200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4317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pos="2455">
          <p15:clr>
            <a:srgbClr val="FBAE40"/>
          </p15:clr>
        </p15:guide>
        <p15:guide id="4" pos="2773">
          <p15:clr>
            <a:srgbClr val="FBAE40"/>
          </p15:clr>
        </p15:guide>
        <p15:guide id="5" pos="4910">
          <p15:clr>
            <a:srgbClr val="FBAE40"/>
          </p15:clr>
        </p15:guide>
        <p15:guide id="6" pos="5227">
          <p15:clr>
            <a:srgbClr val="FBAE40"/>
          </p15:clr>
        </p15:guide>
        <p15:guide id="7" pos="7364">
          <p15:clr>
            <a:srgbClr val="FBAE40"/>
          </p15:clr>
        </p15:guide>
        <p15:guide id="8" orient="horz" pos="551">
          <p15:clr>
            <a:srgbClr val="FBAE40"/>
          </p15:clr>
        </p15:guide>
        <p15:guide id="9" orient="horz" pos="970">
          <p15:clr>
            <a:srgbClr val="FBAE40"/>
          </p15:clr>
        </p15:guide>
        <p15:guide id="10" orient="horz" pos="2428">
          <p15:clr>
            <a:srgbClr val="FBAE40"/>
          </p15:clr>
        </p15:guide>
        <p15:guide id="11" orient="horz" pos="2743">
          <p15:clr>
            <a:srgbClr val="FBAE40"/>
          </p15:clr>
        </p15:guide>
        <p15:guide id="12" orient="horz" pos="3997">
          <p15:clr>
            <a:srgbClr val="FBAE40"/>
          </p15:clr>
        </p15:guide>
      </p15:sldGuideLst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- column 2"/>
          <p:cNvSpPr>
            <a:spLocks noGrp="1"/>
          </p:cNvSpPr>
          <p:nvPr>
            <p:ph type="body" sz="quarter" idx="13" hasCustomPrompt="1"/>
          </p:nvPr>
        </p:nvSpPr>
        <p:spPr>
          <a:xfrm>
            <a:off x="9274877" y="3877200"/>
            <a:ext cx="2415600" cy="245778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4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9274877" y="1548000"/>
            <a:ext cx="2415600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13" name="Text placeholder - column 2"/>
          <p:cNvSpPr>
            <a:spLocks noGrp="1"/>
          </p:cNvSpPr>
          <p:nvPr>
            <p:ph type="body" sz="quarter" idx="17" hasCustomPrompt="1"/>
          </p:nvPr>
        </p:nvSpPr>
        <p:spPr>
          <a:xfrm>
            <a:off x="6351252" y="3877200"/>
            <a:ext cx="2415600" cy="245778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351252" y="1548000"/>
            <a:ext cx="2415600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9" name="Text placeholder - column 2"/>
          <p:cNvSpPr>
            <a:spLocks noGrp="1"/>
          </p:cNvSpPr>
          <p:nvPr>
            <p:ph type="body" sz="quarter" idx="15" hasCustomPrompt="1"/>
          </p:nvPr>
        </p:nvSpPr>
        <p:spPr>
          <a:xfrm>
            <a:off x="3427626" y="3877200"/>
            <a:ext cx="2415600" cy="245778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427626" y="1548000"/>
            <a:ext cx="2415600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- column 2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3877200"/>
            <a:ext cx="2415600" cy="245778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548000"/>
            <a:ext cx="2415600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8624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orient="horz" pos="551">
          <p15:clr>
            <a:srgbClr val="FBAE40"/>
          </p15:clr>
        </p15:guide>
        <p15:guide id="4" orient="horz" pos="974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2442">
          <p15:clr>
            <a:srgbClr val="FBAE40"/>
          </p15:clr>
        </p15:guide>
        <p15:guide id="7" orient="horz" pos="3990">
          <p15:clr>
            <a:srgbClr val="FBAE40"/>
          </p15:clr>
        </p15:guide>
        <p15:guide id="8" pos="1840">
          <p15:clr>
            <a:srgbClr val="FBAE40"/>
          </p15:clr>
        </p15:guide>
        <p15:guide id="9" pos="2159">
          <p15:clr>
            <a:srgbClr val="FBAE40"/>
          </p15:clr>
        </p15:guide>
        <p15:guide id="10" pos="3683">
          <p15:clr>
            <a:srgbClr val="FBAE40"/>
          </p15:clr>
        </p15:guide>
        <p15:guide id="11" pos="4000">
          <p15:clr>
            <a:srgbClr val="FBAE40"/>
          </p15:clr>
        </p15:guide>
        <p15:guide id="12" pos="5525">
          <p15:clr>
            <a:srgbClr val="FBAE40"/>
          </p15:clr>
        </p15:guide>
        <p15:guide id="13" pos="5842">
          <p15:clr>
            <a:srgbClr val="FBAE40"/>
          </p15:clr>
        </p15:guide>
        <p15:guide id="14" pos="7364">
          <p15:clr>
            <a:srgbClr val="FBAE40"/>
          </p15:clr>
        </p15:guide>
      </p15:sldGuideLst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Quote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800000"/>
            <a:ext cx="11185200" cy="3285032"/>
          </a:xfrm>
        </p:spPr>
        <p:txBody>
          <a:bodyPr/>
          <a:lstStyle>
            <a:lvl1pPr marL="395921" indent="-395921">
              <a:lnSpc>
                <a:spcPct val="90000"/>
              </a:lnSpc>
              <a:spcBef>
                <a:spcPts val="600"/>
              </a:spcBef>
              <a:defRPr sz="5999" b="0" i="0">
                <a:latin typeface="72 Brand Medium" panose="020B0504030603020204" pitchFamily="34" charset="0"/>
              </a:defRPr>
            </a:lvl1pPr>
            <a:lvl2pPr marL="395921" indent="0">
              <a:buNone/>
              <a:defRPr sz="1600"/>
            </a:lvl2pPr>
          </a:lstStyle>
          <a:p>
            <a:pPr lvl="0"/>
            <a:r>
              <a:rPr lang="en-US" noProof="0"/>
              <a:t>“Quote goes here </a:t>
            </a:r>
            <a:br>
              <a:rPr lang="en-US" noProof="0"/>
            </a:br>
            <a:r>
              <a:rPr lang="en-US" noProof="0"/>
              <a:t>and here.”</a:t>
            </a:r>
          </a:p>
          <a:p>
            <a:pPr lvl="1"/>
            <a:r>
              <a:rPr lang="en-US" noProof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19899752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>
          <p15:clr>
            <a:srgbClr val="FBAE40"/>
          </p15:clr>
        </p15:guide>
        <p15:guide id="4" orient="horz" pos="1132">
          <p15:clr>
            <a:srgbClr val="FBAE40"/>
          </p15:clr>
        </p15:guide>
        <p15:guide id="5" orient="horz" pos="3204">
          <p15:clr>
            <a:srgbClr val="FBAE40"/>
          </p15:clr>
        </p15:guide>
        <p15:guide id="6" pos="7363">
          <p15:clr>
            <a:srgbClr val="FBAE40"/>
          </p15:clr>
        </p15:guide>
      </p15:sldGuideLst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with Image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/3 righ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8127175" y="0"/>
            <a:ext cx="4068000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</a:t>
            </a:r>
            <a:endParaRPr lang="de-DE"/>
          </a:p>
        </p:txBody>
      </p:sp>
      <p:sp>
        <p:nvSpPr>
          <p:cNvPr id="7" name="Text Placeholder"/>
          <p:cNvSpPr>
            <a:spLocks noGrp="1"/>
          </p:cNvSpPr>
          <p:nvPr>
            <p:ph type="body" sz="quarter" idx="11" hasCustomPrompt="1"/>
          </p:nvPr>
        </p:nvSpPr>
        <p:spPr bwMode="black">
          <a:xfrm>
            <a:off x="503999" y="1548000"/>
            <a:ext cx="7092000" cy="4788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7092000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3727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>
          <p15:clr>
            <a:srgbClr val="FBAE40"/>
          </p15:clr>
        </p15:guide>
        <p15:guide id="2" orient="horz" pos="3991">
          <p15:clr>
            <a:srgbClr val="FBAE40"/>
          </p15:clr>
        </p15:guide>
        <p15:guide id="3" pos="4786">
          <p15:clr>
            <a:srgbClr val="FBAE40"/>
          </p15:clr>
        </p15:guide>
        <p15:guide id="4" pos="5111">
          <p15:clr>
            <a:srgbClr val="FBAE40"/>
          </p15:clr>
        </p15:guide>
        <p15:guide id="5" orient="horz" pos="317">
          <p15:clr>
            <a:srgbClr val="FBAE40"/>
          </p15:clr>
        </p15:guide>
        <p15:guide id="6" orient="horz" pos="551">
          <p15:clr>
            <a:srgbClr val="FBAE40"/>
          </p15:clr>
        </p15:guide>
        <p15:guide id="7" orient="horz" pos="972">
          <p15:clr>
            <a:srgbClr val="FBAE40"/>
          </p15:clr>
        </p15:guide>
      </p15:sldGuideLst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" y="0"/>
            <a:ext cx="12195175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7234846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creen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362477" y="1557338"/>
            <a:ext cx="5328000" cy="4788000"/>
          </a:xfrm>
          <a:noFill/>
        </p:spPr>
        <p:txBody>
          <a:bodyPr vert="horz" lIns="0" tIns="1512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screenshot</a:t>
            </a:r>
            <a:endParaRPr lang="de-DE"/>
          </a:p>
        </p:txBody>
      </p:sp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5328000" cy="4788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9912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>
          <p15:clr>
            <a:srgbClr val="FBAE40"/>
          </p15:clr>
        </p15:guide>
        <p15:guide id="2" orient="horz" pos="972">
          <p15:clr>
            <a:srgbClr val="FBAE40"/>
          </p15:clr>
        </p15:guide>
        <p15:guide id="3" pos="3674">
          <p15:clr>
            <a:srgbClr val="FBAE40"/>
          </p15:clr>
        </p15:guide>
        <p15:guide id="4" pos="4008">
          <p15:clr>
            <a:srgbClr val="FBAE40"/>
          </p15:clr>
        </p15:guide>
        <p15:guide id="5" pos="7364">
          <p15:clr>
            <a:srgbClr val="FBAE40"/>
          </p15:clr>
        </p15:guide>
        <p15:guide id="6" orient="horz" pos="317">
          <p15:clr>
            <a:srgbClr val="FBAE40"/>
          </p15:clr>
        </p15:guide>
        <p15:guide id="7" orient="horz" pos="551">
          <p15:clr>
            <a:srgbClr val="FBAE40"/>
          </p15:clr>
        </p15:guide>
        <p15:guide id="8" orient="horz" pos="3991">
          <p15:clr>
            <a:srgbClr val="FBAE40"/>
          </p15:clr>
        </p15:guide>
      </p15:sldGuideLst>
    </p:ext>
  </p:extLs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"/>
          <p:cNvSpPr>
            <a:spLocks noGrp="1"/>
          </p:cNvSpPr>
          <p:nvPr>
            <p:ph idx="1" hasCustomPrompt="1"/>
          </p:nvPr>
        </p:nvSpPr>
        <p:spPr bwMode="gray">
          <a:xfrm>
            <a:off x="504000" y="1548000"/>
            <a:ext cx="11185200" cy="4788000"/>
          </a:xfrm>
          <a:noFill/>
        </p:spPr>
        <p:txBody>
          <a:bodyPr tIns="1368000"/>
          <a:lstStyle>
            <a:lvl1pPr algn="ctr">
              <a:defRPr sz="1400" b="0"/>
            </a:lvl1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136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orient="horz" pos="551">
          <p15:clr>
            <a:srgbClr val="FBAE40"/>
          </p15:clr>
        </p15:guide>
        <p15:guide id="4" orient="horz" pos="972">
          <p15:clr>
            <a:srgbClr val="FBAE40"/>
          </p15:clr>
        </p15:guide>
        <p15:guide id="5" orient="horz" pos="3991">
          <p15:clr>
            <a:srgbClr val="FBAE40"/>
          </p15:clr>
        </p15:guide>
        <p15:guide id="6" pos="7364">
          <p15:clr>
            <a:srgbClr val="FBAE40"/>
          </p15:clr>
        </p15:guide>
      </p15:sldGuideLst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42055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1">
          <p15:clr>
            <a:srgbClr val="FBAE40"/>
          </p15:clr>
        </p15:guide>
      </p15:sldGuideLst>
    </p:ext>
  </p:extLs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, Contact and Copy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433C5639-DDA2-864A-9DC3-7FC80AC852D5}"/>
              </a:ext>
            </a:extLst>
          </p:cNvPr>
          <p:cNvSpPr txBox="1"/>
          <p:nvPr userDrawn="1"/>
        </p:nvSpPr>
        <p:spPr>
          <a:xfrm>
            <a:off x="503238" y="2905125"/>
            <a:ext cx="183704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1088776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lang="en-US" sz="1600" b="0" i="0">
                <a:latin typeface="+mn-lt"/>
              </a:rPr>
              <a:t>Contact information:</a:t>
            </a:r>
          </a:p>
        </p:txBody>
      </p:sp>
      <p:sp>
        <p:nvSpPr>
          <p:cNvPr id="9" name="Copyright - Dynamic" descr="{&quot;templafy&quot;:{&quot;id&quot;:&quot;27f15a2f-efbf-4b45-a883-cb50c003bc42&quot;}}">
            <a:extLst>
              <a:ext uri="{FF2B5EF4-FFF2-40B4-BE49-F238E27FC236}">
                <a16:creationId xmlns:a16="http://schemas.microsoft.com/office/drawing/2014/main" id="{EDAF1AF5-D568-20CC-6052-F655D86F5486}"/>
              </a:ext>
            </a:extLst>
          </p:cNvPr>
          <p:cNvSpPr txBox="1">
            <a:spLocks/>
          </p:cNvSpPr>
          <p:nvPr userDrawn="1"/>
        </p:nvSpPr>
        <p:spPr>
          <a:xfrm>
            <a:off x="504001" y="6536751"/>
            <a:ext cx="10155600" cy="138498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>
                <a:schemeClr val="accent1"/>
              </a:buClr>
              <a:buSzPct val="80000"/>
              <a:buFontTx/>
              <a:buNone/>
              <a:defRPr sz="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20000"/>
              <a:buFont typeface="Arial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892" indent="0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sz="600" b="0" i="0">
                <a:latin typeface="+mn-lt"/>
              </a:rPr>
              <a:t>© 2025 SAP SE or an SAP affiliate company. All rights reserved. See Legal Notice on </a:t>
            </a:r>
            <a:r>
              <a:rPr lang="en-US" sz="600" b="0" i="0" err="1">
                <a:latin typeface="+mn-lt"/>
              </a:rPr>
              <a:t>www.sap.com</a:t>
            </a:r>
            <a:r>
              <a:rPr lang="en-US" sz="600" b="0" i="0">
                <a:latin typeface="+mn-lt"/>
              </a:rPr>
              <a:t>/legal-notice for use terms, disclaimers, disclosures, or restrictions related to this material.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692DE12-4084-77D2-FD2A-8E63F6FBE7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1543050"/>
            <a:ext cx="5413477" cy="846386"/>
          </a:xfrm>
        </p:spPr>
        <p:txBody>
          <a:bodyPr/>
          <a:lstStyle>
            <a:lvl1pPr>
              <a:defRPr sz="5500" b="0" i="0">
                <a:latin typeface="72 Brand Medium" panose="020B0504030603020204" pitchFamily="34" charset="0"/>
              </a:defRPr>
            </a:lvl1pPr>
          </a:lstStyle>
          <a:p>
            <a:r>
              <a:rPr lang="en-GB"/>
              <a:t>Thank you.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2C865E-BEC1-EE4C-E61C-369AEE2DFC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83947" y="5990000"/>
            <a:ext cx="3506403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6491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7364">
          <p15:clr>
            <a:srgbClr val="FBAE40"/>
          </p15:clr>
        </p15:guide>
        <p15:guide id="2" orient="horz" pos="970">
          <p15:clr>
            <a:srgbClr val="FBAE40"/>
          </p15:clr>
        </p15:guide>
        <p15:guide id="4" orient="horz" pos="1830">
          <p15:clr>
            <a:srgbClr val="FBAE40"/>
          </p15:clr>
        </p15:guide>
        <p15:guide id="5" orient="horz" pos="4000">
          <p15:clr>
            <a:srgbClr val="FBAE40"/>
          </p15:clr>
        </p15:guide>
        <p15:guide id="6" pos="314">
          <p15:clr>
            <a:srgbClr val="FBAE40"/>
          </p15:clr>
        </p15:guide>
        <p15:guide id="8" pos="3841">
          <p15:clr>
            <a:srgbClr val="FBAE40"/>
          </p15:clr>
        </p15:guide>
        <p15:guide id="9" orient="horz" pos="318">
          <p15:clr>
            <a:srgbClr val="FBAE40"/>
          </p15:clr>
        </p15:guide>
      </p15:sldGuideLst>
    </p:ext>
  </p:extLs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cover with blue patter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369E6551-269A-D225-4CF8-EC6D532E4902}"/>
              </a:ext>
            </a:extLst>
          </p:cNvPr>
          <p:cNvSpPr/>
          <p:nvPr userDrawn="1"/>
        </p:nvSpPr>
        <p:spPr bwMode="gray">
          <a:xfrm>
            <a:off x="0" y="0"/>
            <a:ext cx="12195175" cy="6858000"/>
          </a:xfrm>
          <a:prstGeom prst="rect">
            <a:avLst/>
          </a:prstGeom>
          <a:solidFill>
            <a:schemeClr val="bg1"/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288000" y="2706317"/>
            <a:ext cx="5441288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latin typeface="+mj-lt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73D104-EF7E-A0AB-2243-882D65E686E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75363" y="0"/>
            <a:ext cx="6119812" cy="6858000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to insert picture</a:t>
            </a:r>
          </a:p>
        </p:txBody>
      </p:sp>
      <p:pic>
        <p:nvPicPr>
          <p:cNvPr id="1237551887" name="LogoBlue-Dynamic" descr="{&quot;templafy&quot;:{&quot;id&quot;:&quot;31fb104a-4bd2-4be1-990c-9956a246a6a6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  <p:sp>
        <p:nvSpPr>
          <p:cNvPr id="6" name="Classification-Dynamic" descr="{&quot;templafy&quot;:{&quot;id&quot;:&quot;dd500091-516e-4e09-935d-a8446760ab37&quot;}}">
            <a:extLst>
              <a:ext uri="{FF2B5EF4-FFF2-40B4-BE49-F238E27FC236}">
                <a16:creationId xmlns:a16="http://schemas.microsoft.com/office/drawing/2014/main" id="{870EB466-B92B-9D4D-974E-A49C0F424152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9612365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1">
          <p15:clr>
            <a:srgbClr val="FBAE40"/>
          </p15:clr>
        </p15:guide>
        <p15:guide id="3" orient="horz" pos="2704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nk cover with anvil">
    <p:bg>
      <p:bgPr>
        <a:solidFill>
          <a:srgbClr val="2800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>
            <a:extLst>
              <a:ext uri="{FF2B5EF4-FFF2-40B4-BE49-F238E27FC236}">
                <a16:creationId xmlns:a16="http://schemas.microsoft.com/office/drawing/2014/main" id="{37E79459-E5C5-5E87-E38B-80855D38E462}"/>
              </a:ext>
            </a:extLst>
          </p:cNvPr>
          <p:cNvSpPr/>
          <p:nvPr userDrawn="1"/>
        </p:nvSpPr>
        <p:spPr bwMode="gray">
          <a:xfrm>
            <a:off x="-1" y="0"/>
            <a:ext cx="12195175" cy="6858000"/>
          </a:xfrm>
          <a:prstGeom prst="rect">
            <a:avLst/>
          </a:prstGeom>
          <a:solidFill>
            <a:srgbClr val="28004A"/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846E736-979F-0D4B-6D59-D0EA5D367E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99111" y="1216759"/>
            <a:ext cx="8887864" cy="4424483"/>
          </a:xfrm>
          <a:prstGeom prst="rect">
            <a:avLst/>
          </a:prstGeom>
        </p:spPr>
      </p:pic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288000" y="2706317"/>
            <a:ext cx="10900800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+mj-lt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874853631" name="LogoWhite-Dynamic" descr="{&quot;templafy&quot;:{&quot;id&quot;:&quot;d4065cf0-3d7d-4421-8dd7-4a927a682008&quot;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  <p:sp>
        <p:nvSpPr>
          <p:cNvPr id="7" name="Classification-Dynamic" descr="{&quot;templafy&quot;:{&quot;id&quot;:&quot;79cac289-6949-46c4-afc6-3b10b6515444&quot;}}">
            <a:extLst>
              <a:ext uri="{FF2B5EF4-FFF2-40B4-BE49-F238E27FC236}">
                <a16:creationId xmlns:a16="http://schemas.microsoft.com/office/drawing/2014/main" id="{1D05DC80-84C9-9ECA-3B84-3577D8D81659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bg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1940177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ngo cover with anvil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Rectangle 148">
            <a:extLst>
              <a:ext uri="{FF2B5EF4-FFF2-40B4-BE49-F238E27FC236}">
                <a16:creationId xmlns:a16="http://schemas.microsoft.com/office/drawing/2014/main" id="{3F9D113E-DB39-0CF2-578D-9B5D35C92F55}"/>
              </a:ext>
            </a:extLst>
          </p:cNvPr>
          <p:cNvSpPr/>
          <p:nvPr userDrawn="1"/>
        </p:nvSpPr>
        <p:spPr bwMode="gray">
          <a:xfrm>
            <a:off x="7102258" y="0"/>
            <a:ext cx="5092917" cy="6858000"/>
          </a:xfrm>
          <a:prstGeom prst="rect">
            <a:avLst/>
          </a:prstGeom>
          <a:solidFill>
            <a:srgbClr val="FFC932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9CF98F2-AE93-6F6D-B5F5-C2F74E0787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67600" y="250521"/>
            <a:ext cx="4538091" cy="632807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DD06AF2-2141-CEFD-4797-A6E50CC267FE}"/>
              </a:ext>
            </a:extLst>
          </p:cNvPr>
          <p:cNvSpPr/>
          <p:nvPr userDrawn="1"/>
        </p:nvSpPr>
        <p:spPr bwMode="gray">
          <a:xfrm>
            <a:off x="1" y="0"/>
            <a:ext cx="7226300" cy="6858000"/>
          </a:xfrm>
          <a:prstGeom prst="rect">
            <a:avLst/>
          </a:prstGeom>
          <a:solidFill>
            <a:schemeClr val="accent1"/>
          </a:solidFill>
          <a:ln w="1342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025126167" name="LogoWhite-Dynamic" descr="{&quot;templafy&quot;:{&quot;id&quot;:&quot;a0696034-9670-4d7b-a80a-e5801256b450&quot;}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  <p:sp>
        <p:nvSpPr>
          <p:cNvPr id="8" name="Classification-Dynamic" descr="{&quot;templafy&quot;:{&quot;id&quot;:&quot;efe1d89f-eade-44b0-a576-0c0f42301897&quot;}}">
            <a:extLst>
              <a:ext uri="{FF2B5EF4-FFF2-40B4-BE49-F238E27FC236}">
                <a16:creationId xmlns:a16="http://schemas.microsoft.com/office/drawing/2014/main" id="{F1333C1B-AD40-D53A-5A1E-EFB8C6390D49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bg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5B4DB5-6F82-52F7-7AD9-80874B011E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4664821" y="1129553"/>
            <a:ext cx="6886462" cy="5728447"/>
          </a:xfrm>
          <a:prstGeom prst="rect">
            <a:avLst/>
          </a:prstGeom>
        </p:spPr>
      </p:pic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288000" y="2706317"/>
            <a:ext cx="6633305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72 Brand Medium" panose="020B0504030603020204" pitchFamily="34" charset="0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80410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99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cover with image in anvil shape">
    <p:bg>
      <p:bgPr>
        <a:solidFill>
          <a:srgbClr val="97D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CF15634C-E3A9-CDE6-5F8E-35B41DFE2B5D}"/>
              </a:ext>
            </a:extLst>
          </p:cNvPr>
          <p:cNvSpPr/>
          <p:nvPr userDrawn="1"/>
        </p:nvSpPr>
        <p:spPr bwMode="gray">
          <a:xfrm>
            <a:off x="0" y="0"/>
            <a:ext cx="12195175" cy="6858000"/>
          </a:xfrm>
          <a:prstGeom prst="rect">
            <a:avLst/>
          </a:prstGeom>
          <a:solidFill>
            <a:srgbClr val="97DD40"/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29E6C33-847C-5792-E2BD-5963C662E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01" y="2706317"/>
            <a:ext cx="5529704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D2BFABF1-DD81-F2D4-FD65-DBCD6636029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69496" y="2029240"/>
            <a:ext cx="5711687" cy="2828844"/>
          </a:xfrm>
          <a:custGeom>
            <a:avLst/>
            <a:gdLst>
              <a:gd name="connsiteX0" fmla="*/ 0 w 5453062"/>
              <a:gd name="connsiteY0" fmla="*/ 0 h 2700337"/>
              <a:gd name="connsiteX1" fmla="*/ 5453062 w 5453062"/>
              <a:gd name="connsiteY1" fmla="*/ 0 h 2700337"/>
              <a:gd name="connsiteX2" fmla="*/ 5453062 w 5453062"/>
              <a:gd name="connsiteY2" fmla="*/ 2700337 h 2700337"/>
              <a:gd name="connsiteX3" fmla="*/ 0 w 5453062"/>
              <a:gd name="connsiteY3" fmla="*/ 2700337 h 2700337"/>
              <a:gd name="connsiteX4" fmla="*/ 0 w 5453062"/>
              <a:gd name="connsiteY4" fmla="*/ 0 h 2700337"/>
              <a:gd name="connsiteX0" fmla="*/ 0 w 5453062"/>
              <a:gd name="connsiteY0" fmla="*/ 0 h 2758526"/>
              <a:gd name="connsiteX1" fmla="*/ 5453062 w 5453062"/>
              <a:gd name="connsiteY1" fmla="*/ 0 h 2758526"/>
              <a:gd name="connsiteX2" fmla="*/ 2751426 w 5453062"/>
              <a:gd name="connsiteY2" fmla="*/ 2758526 h 2758526"/>
              <a:gd name="connsiteX3" fmla="*/ 0 w 5453062"/>
              <a:gd name="connsiteY3" fmla="*/ 2700337 h 2758526"/>
              <a:gd name="connsiteX4" fmla="*/ 0 w 5453062"/>
              <a:gd name="connsiteY4" fmla="*/ 0 h 2758526"/>
              <a:gd name="connsiteX0" fmla="*/ 0 w 5453062"/>
              <a:gd name="connsiteY0" fmla="*/ 0 h 2700337"/>
              <a:gd name="connsiteX1" fmla="*/ 5453062 w 5453062"/>
              <a:gd name="connsiteY1" fmla="*/ 0 h 2700337"/>
              <a:gd name="connsiteX2" fmla="*/ 2726487 w 5453062"/>
              <a:gd name="connsiteY2" fmla="*/ 2700336 h 2700337"/>
              <a:gd name="connsiteX3" fmla="*/ 0 w 5453062"/>
              <a:gd name="connsiteY3" fmla="*/ 2700337 h 2700337"/>
              <a:gd name="connsiteX4" fmla="*/ 0 w 5453062"/>
              <a:gd name="connsiteY4" fmla="*/ 0 h 2700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53062" h="2700337">
                <a:moveTo>
                  <a:pt x="0" y="0"/>
                </a:moveTo>
                <a:lnTo>
                  <a:pt x="5453062" y="0"/>
                </a:lnTo>
                <a:lnTo>
                  <a:pt x="2726487" y="2700336"/>
                </a:lnTo>
                <a:lnTo>
                  <a:pt x="0" y="2700337"/>
                </a:lnTo>
                <a:lnTo>
                  <a:pt x="0" y="0"/>
                </a:lnTo>
                <a:close/>
              </a:path>
            </a:pathLst>
          </a:cu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        Click to add image</a:t>
            </a:r>
          </a:p>
        </p:txBody>
      </p:sp>
      <p:sp>
        <p:nvSpPr>
          <p:cNvPr id="4" name="Classification-Dynamic" descr="{&quot;templafy&quot;:{&quot;id&quot;:&quot;15a0c36e-cfcd-42f4-8d96-f48f504a4dda&quot;}}">
            <a:extLst>
              <a:ext uri="{FF2B5EF4-FFF2-40B4-BE49-F238E27FC236}">
                <a16:creationId xmlns:a16="http://schemas.microsoft.com/office/drawing/2014/main" id="{13EDB9F6-FBDA-8ED8-A84B-244CC53CFF99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  <p:pic>
        <p:nvPicPr>
          <p:cNvPr id="569494402" name="LogoBlack-Dynamic" descr="{&quot;templafy&quot;:{&quot;id&quot;:&quot;f018ab10-9877-4c1a-903d-8e20a0516ebf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3266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99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with Image or Illustr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F6B4F408-95BC-730E-4114-45641ED46491}"/>
              </a:ext>
            </a:extLst>
          </p:cNvPr>
          <p:cNvSpPr/>
          <p:nvPr userDrawn="1"/>
        </p:nvSpPr>
        <p:spPr bwMode="gray">
          <a:xfrm>
            <a:off x="-1" y="0"/>
            <a:ext cx="12195175" cy="6858000"/>
          </a:xfrm>
          <a:prstGeom prst="rect">
            <a:avLst/>
          </a:prstGeom>
          <a:solidFill>
            <a:schemeClr val="bg1"/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288000" y="4024430"/>
            <a:ext cx="10899174" cy="997196"/>
          </a:xfrm>
        </p:spPr>
        <p:txBody>
          <a:bodyPr vert="horz" wrap="square" lIns="0" tIns="0" rIns="0" bIns="0" rtlCol="0">
            <a:noAutofit/>
          </a:bodyPr>
          <a:lstStyle>
            <a:lvl1pPr>
              <a:lnSpc>
                <a:spcPct val="90000"/>
              </a:lnSpc>
              <a:defRPr lang="de-DE" sz="3600" b="0" i="0" dirty="0">
                <a:latin typeface="72 Brand Medium" panose="020B05040306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FA78832-C268-4EC5-BB82-7F9D7F5B51B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12195175" cy="3430800"/>
          </a:xfrm>
        </p:spPr>
        <p:txBody>
          <a:bodyPr anchor="ctr" anchorCtr="0"/>
          <a:lstStyle>
            <a:lvl1pPr marL="0" marR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lvl1pPr>
          </a:lstStyle>
          <a:p>
            <a:pPr marL="0" marR="0" lvl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pic>
        <p:nvPicPr>
          <p:cNvPr id="2136983403" name="LogoBlue-Dynamic" descr="{&quot;templafy&quot;:{&quot;id&quot;:&quot;b86c6774-bfb5-42ce-af29-ad7c8e956cc6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6" y="6218600"/>
            <a:ext cx="727192" cy="360000"/>
          </a:xfrm>
          <a:prstGeom prst="rect">
            <a:avLst/>
          </a:prstGeom>
        </p:spPr>
      </p:pic>
      <p:sp>
        <p:nvSpPr>
          <p:cNvPr id="9" name="Classification-Dynamic" descr="{&quot;templafy&quot;:{&quot;id&quot;:&quot;a4489086-5ad1-4eb9-8912-a3dfda15f59c&quot;}}">
            <a:extLst>
              <a:ext uri="{FF2B5EF4-FFF2-40B4-BE49-F238E27FC236}">
                <a16:creationId xmlns:a16="http://schemas.microsoft.com/office/drawing/2014/main" id="{CE0C2033-6FDF-7DD6-E25C-C03296FDAD00}"/>
              </a:ext>
            </a:extLst>
          </p:cNvPr>
          <p:cNvSpPr txBox="1"/>
          <p:nvPr userDrawn="1"/>
        </p:nvSpPr>
        <p:spPr>
          <a:xfrm>
            <a:off x="282575" y="5724000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18203012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505">
          <p15:clr>
            <a:srgbClr val="FBAE40"/>
          </p15:clr>
        </p15:guide>
        <p15:guide id="2" orient="horz" pos="4144">
          <p15:clr>
            <a:srgbClr val="FBAE40"/>
          </p15:clr>
        </p15:guide>
        <p15:guide id="3" orient="horz" pos="2162">
          <p15:clr>
            <a:srgbClr val="FBAE40"/>
          </p15:clr>
        </p15:guide>
        <p15:guide id="4" pos="181">
          <p15:clr>
            <a:srgbClr val="FBAE40"/>
          </p15:clr>
        </p15:guide>
        <p15:guide id="5" orient="horz" pos="2534">
          <p15:clr>
            <a:srgbClr val="FBAE40"/>
          </p15:clr>
        </p15:guide>
        <p15:guide id="6" orient="horz" pos="3164">
          <p15:clr>
            <a:srgbClr val="FBAE40"/>
          </p15:clr>
        </p15:guide>
        <p15:guide id="7" orient="horz" pos="3232">
          <p15:clr>
            <a:srgbClr val="FBAE40"/>
          </p15:clr>
        </p15:guide>
        <p15:guide id="8" orient="horz" pos="3543">
          <p15:clr>
            <a:srgbClr val="FBAE40"/>
          </p15:clr>
        </p15:guide>
      </p15:sldGuideLst>
    </p:ext>
  </p:extLs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cover with green anvi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615A14AB-7A75-B899-CDA1-E311E201A837}"/>
              </a:ext>
            </a:extLst>
          </p:cNvPr>
          <p:cNvSpPr/>
          <p:nvPr userDrawn="1"/>
        </p:nvSpPr>
        <p:spPr bwMode="gray">
          <a:xfrm>
            <a:off x="-1" y="0"/>
            <a:ext cx="12195175" cy="6858000"/>
          </a:xfrm>
          <a:prstGeom prst="rect">
            <a:avLst/>
          </a:prstGeom>
          <a:solidFill>
            <a:schemeClr val="bg1"/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" name="Anvil" descr="preencoded.png">
            <a:extLst>
              <a:ext uri="{FF2B5EF4-FFF2-40B4-BE49-F238E27FC236}">
                <a16:creationId xmlns:a16="http://schemas.microsoft.com/office/drawing/2014/main" id="{CAD3135A-95A0-606F-5A25-35CF890B232D}"/>
              </a:ext>
            </a:extLst>
          </p:cNvPr>
          <p:cNvSpPr/>
          <p:nvPr/>
        </p:nvSpPr>
        <p:spPr>
          <a:xfrm>
            <a:off x="5072441" y="1275473"/>
            <a:ext cx="6069341" cy="2991727"/>
          </a:xfrm>
          <a:custGeom>
            <a:avLst/>
            <a:gdLst>
              <a:gd name="connsiteX0" fmla="*/ 0 w 6069341"/>
              <a:gd name="connsiteY0" fmla="*/ 0 h 2991727"/>
              <a:gd name="connsiteX1" fmla="*/ 0 w 6069341"/>
              <a:gd name="connsiteY1" fmla="*/ 2991727 h 2991727"/>
              <a:gd name="connsiteX2" fmla="*/ 3084421 w 6069341"/>
              <a:gd name="connsiteY2" fmla="*/ 2991727 h 2991727"/>
              <a:gd name="connsiteX3" fmla="*/ 6069341 w 6069341"/>
              <a:gd name="connsiteY3" fmla="*/ 0 h 2991727"/>
              <a:gd name="connsiteX4" fmla="*/ 0 w 6069341"/>
              <a:gd name="connsiteY4" fmla="*/ 0 h 29917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69341" h="2991727">
                <a:moveTo>
                  <a:pt x="0" y="0"/>
                </a:moveTo>
                <a:lnTo>
                  <a:pt x="0" y="2991727"/>
                </a:lnTo>
                <a:lnTo>
                  <a:pt x="3084421" y="2991727"/>
                </a:lnTo>
                <a:lnTo>
                  <a:pt x="6069341" y="0"/>
                </a:lnTo>
                <a:lnTo>
                  <a:pt x="0" y="0"/>
                </a:lnTo>
                <a:close/>
              </a:path>
            </a:pathLst>
          </a:custGeom>
          <a:solidFill>
            <a:srgbClr val="97DD40"/>
          </a:solidFill>
          <a:ln w="7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 dirty="0">
              <a:latin typeface="72 Brand" panose="020B0504030603020204" pitchFamily="34" charset="0"/>
            </a:endParaRP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D8805AE3-41BC-E9DB-1A66-ADF41EDBC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00" y="2706317"/>
            <a:ext cx="6026739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latin typeface="72 Brand Medium" panose="020B0504030603020204" pitchFamily="34" charset="0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542398661" name="LogoBlue-Dynamic" descr="{&quot;templafy&quot;:{&quot;id&quot;:&quot;77d39480-6bb2-4f9e-b166-58e397c730ef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  <p:sp>
        <p:nvSpPr>
          <p:cNvPr id="11" name="Classification-Dynamic" descr="{&quot;templafy&quot;:{&quot;id&quot;:&quot;c215a143-e24c-42fe-8717-bcd7348f576e&quot;}}">
            <a:extLst>
              <a:ext uri="{FF2B5EF4-FFF2-40B4-BE49-F238E27FC236}">
                <a16:creationId xmlns:a16="http://schemas.microsoft.com/office/drawing/2014/main" id="{62D91ACB-BD14-46CB-4B61-F4B072D877C0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16016448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ght blue cover with anvi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ackground">
            <a:extLst>
              <a:ext uri="{FF2B5EF4-FFF2-40B4-BE49-F238E27FC236}">
                <a16:creationId xmlns:a16="http://schemas.microsoft.com/office/drawing/2014/main" id="{581FAEF7-1ACD-83AC-7B42-761E6A30387F}"/>
              </a:ext>
            </a:extLst>
          </p:cNvPr>
          <p:cNvSpPr/>
          <p:nvPr userDrawn="1"/>
        </p:nvSpPr>
        <p:spPr bwMode="gray">
          <a:xfrm>
            <a:off x="0" y="0"/>
            <a:ext cx="12195175" cy="6858000"/>
          </a:xfrm>
          <a:prstGeom prst="rect">
            <a:avLst/>
          </a:prstGeom>
          <a:solidFill>
            <a:srgbClr val="A6E0FF">
              <a:alpha val="42715"/>
            </a:srgbClr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2" name="Anvil" descr="preencoded.png">
            <a:extLst>
              <a:ext uri="{FF2B5EF4-FFF2-40B4-BE49-F238E27FC236}">
                <a16:creationId xmlns:a16="http://schemas.microsoft.com/office/drawing/2014/main" id="{94093846-CC07-3993-CA62-86004F1C03F9}"/>
              </a:ext>
            </a:extLst>
          </p:cNvPr>
          <p:cNvSpPr/>
          <p:nvPr/>
        </p:nvSpPr>
        <p:spPr>
          <a:xfrm>
            <a:off x="1671629" y="1247336"/>
            <a:ext cx="8851917" cy="4363327"/>
          </a:xfrm>
          <a:custGeom>
            <a:avLst/>
            <a:gdLst>
              <a:gd name="connsiteX0" fmla="*/ 0 w 8851917"/>
              <a:gd name="connsiteY0" fmla="*/ 0 h 4363327"/>
              <a:gd name="connsiteX1" fmla="*/ 0 w 8851917"/>
              <a:gd name="connsiteY1" fmla="*/ 4363327 h 4363327"/>
              <a:gd name="connsiteX2" fmla="*/ 4498517 w 8851917"/>
              <a:gd name="connsiteY2" fmla="*/ 4363327 h 4363327"/>
              <a:gd name="connsiteX3" fmla="*/ 8851917 w 8851917"/>
              <a:gd name="connsiteY3" fmla="*/ 0 h 4363327"/>
              <a:gd name="connsiteX4" fmla="*/ 0 w 8851917"/>
              <a:gd name="connsiteY4" fmla="*/ 0 h 436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51917" h="4363327">
                <a:moveTo>
                  <a:pt x="0" y="0"/>
                </a:moveTo>
                <a:lnTo>
                  <a:pt x="0" y="4363327"/>
                </a:lnTo>
                <a:lnTo>
                  <a:pt x="4498517" y="4363327"/>
                </a:lnTo>
                <a:lnTo>
                  <a:pt x="8851917" y="0"/>
                </a:lnTo>
                <a:lnTo>
                  <a:pt x="0" y="0"/>
                </a:lnTo>
                <a:close/>
              </a:path>
            </a:pathLst>
          </a:custGeom>
          <a:solidFill>
            <a:srgbClr val="A6E0FF"/>
          </a:solidFill>
          <a:ln w="1523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 dirty="0">
              <a:latin typeface="72 Brand" panose="020B0504030603020204" pitchFamily="34" charset="0"/>
            </a:endParaRP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098B98B-8FDE-5B19-2FC7-97058A6B53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00" y="2706317"/>
            <a:ext cx="5929920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latin typeface="72 Brand Medium" panose="020B0504030603020204" pitchFamily="34" charset="0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736947158" name="LogoBlack-Dynamic" descr="{&quot;templafy&quot;:{&quot;id&quot;:&quot;c55a38a9-de1b-495a-8b58-131e1d52fd54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  <p:sp>
        <p:nvSpPr>
          <p:cNvPr id="3" name="Classification-Dynamic" descr="{&quot;templafy&quot;:{&quot;id&quot;:&quot;874250cf-0daf-4fd4-8228-464988deba1e&quot;}}">
            <a:extLst>
              <a:ext uri="{FF2B5EF4-FFF2-40B4-BE49-F238E27FC236}">
                <a16:creationId xmlns:a16="http://schemas.microsoft.com/office/drawing/2014/main" id="{D417CEF6-1FCD-75B6-FA13-C583ECCE7BE5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19161013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cover with anvi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 descr="preencoded.png">
            <a:extLst>
              <a:ext uri="{FF2B5EF4-FFF2-40B4-BE49-F238E27FC236}">
                <a16:creationId xmlns:a16="http://schemas.microsoft.com/office/drawing/2014/main" id="{5F3BB899-74C3-EBF7-C191-EC2863B8F536}"/>
              </a:ext>
            </a:extLst>
          </p:cNvPr>
          <p:cNvSpPr/>
          <p:nvPr/>
        </p:nvSpPr>
        <p:spPr>
          <a:xfrm>
            <a:off x="0" y="0"/>
            <a:ext cx="12195175" cy="6858000"/>
          </a:xfrm>
          <a:custGeom>
            <a:avLst/>
            <a:gdLst>
              <a:gd name="connsiteX0" fmla="*/ 0 w 12195175"/>
              <a:gd name="connsiteY0" fmla="*/ 0 h 6858000"/>
              <a:gd name="connsiteX1" fmla="*/ 12195175 w 12195175"/>
              <a:gd name="connsiteY1" fmla="*/ 0 h 6858000"/>
              <a:gd name="connsiteX2" fmla="*/ 12195175 w 12195175"/>
              <a:gd name="connsiteY2" fmla="*/ 6858000 h 6858000"/>
              <a:gd name="connsiteX3" fmla="*/ 0 w 121951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5175" h="6858000">
                <a:moveTo>
                  <a:pt x="0" y="0"/>
                </a:moveTo>
                <a:lnTo>
                  <a:pt x="12195175" y="0"/>
                </a:lnTo>
                <a:lnTo>
                  <a:pt x="1219517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1B90FF"/>
          </a:solidFill>
          <a:ln w="112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 dirty="0">
              <a:latin typeface="72 Brand" panose="020B0504030603020204" pitchFamily="34" charset="0"/>
            </a:endParaRPr>
          </a:p>
        </p:txBody>
      </p:sp>
      <p:sp>
        <p:nvSpPr>
          <p:cNvPr id="5" name="Anvil" descr="preencoded.png">
            <a:extLst>
              <a:ext uri="{FF2B5EF4-FFF2-40B4-BE49-F238E27FC236}">
                <a16:creationId xmlns:a16="http://schemas.microsoft.com/office/drawing/2014/main" id="{2384FC7E-529D-ABDF-A914-031C308F2C30}"/>
              </a:ext>
            </a:extLst>
          </p:cNvPr>
          <p:cNvSpPr/>
          <p:nvPr userDrawn="1"/>
        </p:nvSpPr>
        <p:spPr>
          <a:xfrm>
            <a:off x="780374" y="1275475"/>
            <a:ext cx="7983802" cy="3935411"/>
          </a:xfrm>
          <a:custGeom>
            <a:avLst/>
            <a:gdLst>
              <a:gd name="connsiteX0" fmla="*/ 0 w 8851917"/>
              <a:gd name="connsiteY0" fmla="*/ 0 h 4363327"/>
              <a:gd name="connsiteX1" fmla="*/ 0 w 8851917"/>
              <a:gd name="connsiteY1" fmla="*/ 4363327 h 4363327"/>
              <a:gd name="connsiteX2" fmla="*/ 4498517 w 8851917"/>
              <a:gd name="connsiteY2" fmla="*/ 4363327 h 4363327"/>
              <a:gd name="connsiteX3" fmla="*/ 8851917 w 8851917"/>
              <a:gd name="connsiteY3" fmla="*/ 0 h 4363327"/>
              <a:gd name="connsiteX4" fmla="*/ 0 w 8851917"/>
              <a:gd name="connsiteY4" fmla="*/ 0 h 436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51917" h="4363327">
                <a:moveTo>
                  <a:pt x="0" y="0"/>
                </a:moveTo>
                <a:lnTo>
                  <a:pt x="0" y="4363327"/>
                </a:lnTo>
                <a:lnTo>
                  <a:pt x="4498517" y="4363327"/>
                </a:lnTo>
                <a:lnTo>
                  <a:pt x="8851917" y="0"/>
                </a:lnTo>
                <a:lnTo>
                  <a:pt x="0" y="0"/>
                </a:lnTo>
                <a:close/>
              </a:path>
            </a:pathLst>
          </a:custGeom>
          <a:solidFill>
            <a:srgbClr val="002A86"/>
          </a:solidFill>
          <a:ln w="1523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 dirty="0">
              <a:latin typeface="72 Brand" panose="020B0504030603020204" pitchFamily="34" charset="0"/>
            </a:endParaRP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709C0759-3773-C728-D6A6-855D822107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00" y="2706317"/>
            <a:ext cx="6876593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72 Brand Medium" panose="020B0504030603020204" pitchFamily="34" charset="0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322620398" name="LogoWhite-Dynamic" descr="{&quot;templafy&quot;:{&quot;id&quot;:&quot;57053213-140f-42e4-b279-3aff034a8e0b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  <p:sp>
        <p:nvSpPr>
          <p:cNvPr id="3" name="Classification-Dynamic" descr="{&quot;templafy&quot;:{&quot;id&quot;:&quot;d79d039e-49b3-4324-b9e4-2a15bf644364&quot;}}">
            <a:extLst>
              <a:ext uri="{FF2B5EF4-FFF2-40B4-BE49-F238E27FC236}">
                <a16:creationId xmlns:a16="http://schemas.microsoft.com/office/drawing/2014/main" id="{D67AB148-356D-F356-4E6C-9664D9EB9DF3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bg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22873935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l cover with anvil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ckground" descr="preencoded.png">
            <a:extLst>
              <a:ext uri="{FF2B5EF4-FFF2-40B4-BE49-F238E27FC236}">
                <a16:creationId xmlns:a16="http://schemas.microsoft.com/office/drawing/2014/main" id="{5F3BB899-74C3-EBF7-C191-EC2863B8F536}"/>
              </a:ext>
            </a:extLst>
          </p:cNvPr>
          <p:cNvSpPr/>
          <p:nvPr/>
        </p:nvSpPr>
        <p:spPr>
          <a:xfrm>
            <a:off x="0" y="0"/>
            <a:ext cx="12195175" cy="6858000"/>
          </a:xfrm>
          <a:custGeom>
            <a:avLst/>
            <a:gdLst>
              <a:gd name="connsiteX0" fmla="*/ 0 w 12195175"/>
              <a:gd name="connsiteY0" fmla="*/ 0 h 6858000"/>
              <a:gd name="connsiteX1" fmla="*/ 12195175 w 12195175"/>
              <a:gd name="connsiteY1" fmla="*/ 0 h 6858000"/>
              <a:gd name="connsiteX2" fmla="*/ 12195175 w 12195175"/>
              <a:gd name="connsiteY2" fmla="*/ 6858000 h 6858000"/>
              <a:gd name="connsiteX3" fmla="*/ 0 w 121951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5175" h="6858000">
                <a:moveTo>
                  <a:pt x="0" y="0"/>
                </a:moveTo>
                <a:lnTo>
                  <a:pt x="12195175" y="0"/>
                </a:lnTo>
                <a:lnTo>
                  <a:pt x="1219517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CEAC"/>
          </a:solidFill>
          <a:ln w="112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 dirty="0">
              <a:latin typeface="72 Brand" panose="020B0504030603020204" pitchFamily="34" charset="0"/>
            </a:endParaRPr>
          </a:p>
        </p:txBody>
      </p:sp>
      <p:sp>
        <p:nvSpPr>
          <p:cNvPr id="6" name="Anvil" descr="preencoded.png">
            <a:extLst>
              <a:ext uri="{FF2B5EF4-FFF2-40B4-BE49-F238E27FC236}">
                <a16:creationId xmlns:a16="http://schemas.microsoft.com/office/drawing/2014/main" id="{F36DF1A0-33EF-D4BF-029F-2435A3EF8C01}"/>
              </a:ext>
            </a:extLst>
          </p:cNvPr>
          <p:cNvSpPr/>
          <p:nvPr/>
        </p:nvSpPr>
        <p:spPr>
          <a:xfrm>
            <a:off x="1503604" y="989322"/>
            <a:ext cx="9187967" cy="4528975"/>
          </a:xfrm>
          <a:custGeom>
            <a:avLst/>
            <a:gdLst>
              <a:gd name="connsiteX0" fmla="*/ 0 w 9187967"/>
              <a:gd name="connsiteY0" fmla="*/ 0 h 4528975"/>
              <a:gd name="connsiteX1" fmla="*/ 0 w 9187967"/>
              <a:gd name="connsiteY1" fmla="*/ 4528975 h 4528975"/>
              <a:gd name="connsiteX2" fmla="*/ 4669297 w 9187967"/>
              <a:gd name="connsiteY2" fmla="*/ 4528975 h 4528975"/>
              <a:gd name="connsiteX3" fmla="*/ 9187967 w 9187967"/>
              <a:gd name="connsiteY3" fmla="*/ 0 h 4528975"/>
              <a:gd name="connsiteX4" fmla="*/ 0 w 9187967"/>
              <a:gd name="connsiteY4" fmla="*/ 0 h 4528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7967" h="4528975">
                <a:moveTo>
                  <a:pt x="0" y="0"/>
                </a:moveTo>
                <a:lnTo>
                  <a:pt x="0" y="4528975"/>
                </a:lnTo>
                <a:lnTo>
                  <a:pt x="4669297" y="4528975"/>
                </a:lnTo>
                <a:lnTo>
                  <a:pt x="9187967" y="0"/>
                </a:lnTo>
                <a:lnTo>
                  <a:pt x="0" y="0"/>
                </a:lnTo>
                <a:close/>
              </a:path>
            </a:pathLst>
          </a:custGeom>
          <a:solidFill>
            <a:srgbClr val="63EDD4"/>
          </a:solidFill>
          <a:ln w="1259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 dirty="0">
              <a:latin typeface="72 Brand" panose="020B0504030603020204" pitchFamily="34" charset="0"/>
            </a:endParaRPr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5515F5CA-E76C-CC3B-68A7-37E88873AB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00" y="2706317"/>
            <a:ext cx="5929920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latin typeface="72 Brand Medium" panose="020B0504030603020204" pitchFamily="34" charset="0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352421156" name="LogoBlack-Dynamic" descr="{&quot;templafy&quot;:{&quot;id&quot;:&quot;65841d7c-a25a-482e-8a0b-399fe2060e85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  <p:sp>
        <p:nvSpPr>
          <p:cNvPr id="3" name="Classification-Dynamic" descr="{&quot;templafy&quot;:{&quot;id&quot;:&quot;9a099f80-0352-4bc9-9d82-a824546006f3&quot;}}">
            <a:extLst>
              <a:ext uri="{FF2B5EF4-FFF2-40B4-BE49-F238E27FC236}">
                <a16:creationId xmlns:a16="http://schemas.microsoft.com/office/drawing/2014/main" id="{BBFBBDC3-D031-6041-465D-9F7147F423CF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23466121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ith cover 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83FFCA81-9D1B-7BE9-9F97-BEDB3E67519A}"/>
              </a:ext>
            </a:extLst>
          </p:cNvPr>
          <p:cNvSpPr/>
          <p:nvPr userDrawn="1"/>
        </p:nvSpPr>
        <p:spPr bwMode="gray">
          <a:xfrm>
            <a:off x="-1" y="0"/>
            <a:ext cx="12195175" cy="6858000"/>
          </a:xfrm>
          <a:prstGeom prst="rect">
            <a:avLst/>
          </a:prstGeom>
          <a:solidFill>
            <a:schemeClr val="bg1"/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8860E7D-5DEB-5F1B-5AAF-4C41BD1A777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08700" y="0"/>
            <a:ext cx="6086475" cy="6858000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to insert picture</a:t>
            </a:r>
          </a:p>
        </p:txBody>
      </p:sp>
      <p:pic>
        <p:nvPicPr>
          <p:cNvPr id="28936725" name="Acquired Company Logo Placeholder" descr="{&quot;templafy&quot;:{&quot;id&quot;:&quot;e24a6e43-600a-4c6b-89de-bcf3787a4fa8&quot;}}" hidden="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2575" y="2141327"/>
            <a:ext cx="4125924" cy="26601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D8805AE3-41BC-E9DB-1A66-ADF41EDBC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00" y="2706317"/>
            <a:ext cx="6026739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latin typeface="72 Brand Medium" panose="020B0504030603020204" pitchFamily="34" charset="0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023284910" name="LogoBlue-Dynamic" descr="{&quot;templafy&quot;:{&quot;id&quot;:&quot;290322f9-1797-4b4d-8043-942607235499&quot;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  <p:sp>
        <p:nvSpPr>
          <p:cNvPr id="3" name="Classification-Dynamic" descr="{&quot;templafy&quot;:{&quot;id&quot;:&quot;74f902db-19ce-473e-a6ef-bfcbbe21a93e&quot;}}">
            <a:extLst>
              <a:ext uri="{FF2B5EF4-FFF2-40B4-BE49-F238E27FC236}">
                <a16:creationId xmlns:a16="http://schemas.microsoft.com/office/drawing/2014/main" id="{4A078429-99DD-7555-B0F4-FEF46FD297B0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11723579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cover with anvil and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 descr="preencoded.png">
            <a:extLst>
              <a:ext uri="{FF2B5EF4-FFF2-40B4-BE49-F238E27FC236}">
                <a16:creationId xmlns:a16="http://schemas.microsoft.com/office/drawing/2014/main" id="{9DE307C8-D1C3-00E2-C5B0-2A7EBB981384}"/>
              </a:ext>
            </a:extLst>
          </p:cNvPr>
          <p:cNvSpPr/>
          <p:nvPr/>
        </p:nvSpPr>
        <p:spPr>
          <a:xfrm>
            <a:off x="0" y="0"/>
            <a:ext cx="12195175" cy="6861495"/>
          </a:xfrm>
          <a:custGeom>
            <a:avLst/>
            <a:gdLst>
              <a:gd name="connsiteX0" fmla="*/ 0 w 12195175"/>
              <a:gd name="connsiteY0" fmla="*/ 0 h 6861495"/>
              <a:gd name="connsiteX1" fmla="*/ 12195175 w 12195175"/>
              <a:gd name="connsiteY1" fmla="*/ 0 h 6861495"/>
              <a:gd name="connsiteX2" fmla="*/ 12195175 w 12195175"/>
              <a:gd name="connsiteY2" fmla="*/ 6861496 h 6861495"/>
              <a:gd name="connsiteX3" fmla="*/ 0 w 12195175"/>
              <a:gd name="connsiteY3" fmla="*/ 6861496 h 6861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5175" h="6861495">
                <a:moveTo>
                  <a:pt x="0" y="0"/>
                </a:moveTo>
                <a:lnTo>
                  <a:pt x="12195175" y="0"/>
                </a:lnTo>
                <a:lnTo>
                  <a:pt x="12195175" y="6861496"/>
                </a:lnTo>
                <a:lnTo>
                  <a:pt x="0" y="6861496"/>
                </a:lnTo>
                <a:close/>
              </a:path>
            </a:pathLst>
          </a:custGeom>
          <a:solidFill>
            <a:srgbClr val="0057D2"/>
          </a:solidFill>
          <a:ln w="1016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 dirty="0">
              <a:latin typeface="72 Brand" panose="020B0504030603020204" pitchFamily="34" charset="0"/>
            </a:endParaRPr>
          </a:p>
        </p:txBody>
      </p:sp>
      <p:sp>
        <p:nvSpPr>
          <p:cNvPr id="6" name="Anvil" descr="preencoded.png">
            <a:extLst>
              <a:ext uri="{FF2B5EF4-FFF2-40B4-BE49-F238E27FC236}">
                <a16:creationId xmlns:a16="http://schemas.microsoft.com/office/drawing/2014/main" id="{6C575B3E-49FD-8450-F2CB-84C6E7A1153D}"/>
              </a:ext>
            </a:extLst>
          </p:cNvPr>
          <p:cNvSpPr/>
          <p:nvPr/>
        </p:nvSpPr>
        <p:spPr>
          <a:xfrm>
            <a:off x="752355" y="1156532"/>
            <a:ext cx="5613722" cy="2756252"/>
          </a:xfrm>
          <a:custGeom>
            <a:avLst/>
            <a:gdLst>
              <a:gd name="connsiteX0" fmla="*/ 0 w 5613722"/>
              <a:gd name="connsiteY0" fmla="*/ 0 h 2756252"/>
              <a:gd name="connsiteX1" fmla="*/ 0 w 5613722"/>
              <a:gd name="connsiteY1" fmla="*/ 2756252 h 2756252"/>
              <a:gd name="connsiteX2" fmla="*/ 2852875 w 5613722"/>
              <a:gd name="connsiteY2" fmla="*/ 2756252 h 2756252"/>
              <a:gd name="connsiteX3" fmla="*/ 5613722 w 5613722"/>
              <a:gd name="connsiteY3" fmla="*/ 0 h 2756252"/>
              <a:gd name="connsiteX4" fmla="*/ 0 w 5613722"/>
              <a:gd name="connsiteY4" fmla="*/ 0 h 2756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13722" h="2756252">
                <a:moveTo>
                  <a:pt x="0" y="0"/>
                </a:moveTo>
                <a:lnTo>
                  <a:pt x="0" y="2756252"/>
                </a:lnTo>
                <a:lnTo>
                  <a:pt x="2852875" y="2756252"/>
                </a:lnTo>
                <a:lnTo>
                  <a:pt x="561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1B90FF"/>
          </a:solidFill>
          <a:ln w="927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 dirty="0">
              <a:latin typeface="72 Brand" panose="020B0504030603020204" pitchFamily="34" charset="0"/>
            </a:endParaRP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F6D8674-EA25-0C87-7F7A-4B6FFA7F1F1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836062" y="0"/>
            <a:ext cx="4359114" cy="6858000"/>
          </a:xfrm>
        </p:spPr>
        <p:txBody>
          <a:bodyPr anchor="ctr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A222ABC1-A03E-5EDE-02E2-6F3794850C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338" y="2051754"/>
            <a:ext cx="5529704" cy="997196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421219822" name="LogoWhite-Dynamic" descr="{&quot;templafy&quot;:{&quot;id&quot;:&quot;819aee73-a0a2-4380-a436-a557525fa29d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  <p:sp>
        <p:nvSpPr>
          <p:cNvPr id="5" name="Classification-Dynamic" descr="{&quot;templafy&quot;:{&quot;id&quot;:&quot;281de79b-cce6-4308-a6d3-2c16a47ae934&quot;}}">
            <a:extLst>
              <a:ext uri="{FF2B5EF4-FFF2-40B4-BE49-F238E27FC236}">
                <a16:creationId xmlns:a16="http://schemas.microsoft.com/office/drawing/2014/main" id="{7A6CB977-D711-D436-9DC2-AAFCC56F9CAA}"/>
              </a:ext>
            </a:extLst>
          </p:cNvPr>
          <p:cNvSpPr txBox="1"/>
          <p:nvPr userDrawn="1"/>
        </p:nvSpPr>
        <p:spPr>
          <a:xfrm>
            <a:off x="440401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bg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19577784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385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genda title"/>
          <p:cNvSpPr>
            <a:spLocks noGrp="1"/>
          </p:cNvSpPr>
          <p:nvPr>
            <p:ph type="title" hasCustomPrompt="1"/>
          </p:nvPr>
        </p:nvSpPr>
        <p:spPr>
          <a:xfrm>
            <a:off x="504000" y="505381"/>
            <a:ext cx="11186476" cy="369332"/>
          </a:xfrm>
        </p:spPr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8E82BE2B-69B2-5121-2AA4-8473C53F0C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4000" y="1548000"/>
            <a:ext cx="11186477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Agenda Item/Divider Headline</a:t>
            </a:r>
          </a:p>
          <a:p>
            <a:pPr lvl="1"/>
            <a:r>
              <a:rPr lang="en-US" dirty="0"/>
              <a:t>Details</a:t>
            </a:r>
          </a:p>
        </p:txBody>
      </p:sp>
    </p:spTree>
    <p:extLst>
      <p:ext uri="{BB962C8B-B14F-4D97-AF65-F5344CB8AC3E}">
        <p14:creationId xmlns:p14="http://schemas.microsoft.com/office/powerpoint/2010/main" val="15524958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1">
          <p15:clr>
            <a:srgbClr val="FBAE40"/>
          </p15:clr>
        </p15:guide>
        <p15:guide id="2" orient="horz" pos="970">
          <p15:clr>
            <a:srgbClr val="FBAE40"/>
          </p15:clr>
        </p15:guide>
        <p15:guide id="3" pos="7364">
          <p15:clr>
            <a:srgbClr val="FBAE40"/>
          </p15:clr>
        </p15:guide>
        <p15:guide id="4" orient="horz" pos="316">
          <p15:clr>
            <a:srgbClr val="FBAE40"/>
          </p15:clr>
        </p15:guide>
        <p15:guide id="5" orient="horz" pos="551">
          <p15:clr>
            <a:srgbClr val="FBAE40"/>
          </p15:clr>
        </p15:guide>
        <p15:guide id="6" orient="horz" pos="3997">
          <p15:clr>
            <a:srgbClr val="FBAE40"/>
          </p15:clr>
        </p15:guide>
      </p15:sldGuideLst>
    </p:ext>
  </p:extLs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3090446"/>
            <a:ext cx="11185200" cy="677108"/>
          </a:xfrm>
        </p:spPr>
        <p:txBody>
          <a:bodyPr anchor="ctr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 dirty="0"/>
              <a:t>Divider page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7244734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14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7364">
          <p15:clr>
            <a:srgbClr val="FBAE40"/>
          </p15:clr>
        </p15:guide>
      </p15:sldGuideLst>
    </p:ext>
  </p:extLs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Pag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vider image placeholder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1" y="3427200"/>
            <a:ext cx="12195175" cy="3430800"/>
          </a:xfrm>
          <a:noFill/>
        </p:spPr>
        <p:txBody>
          <a:bodyPr tIns="324000"/>
          <a:lstStyle>
            <a:lvl1pPr marL="0" marR="0" indent="0" algn="ctr" defTabSz="1088558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600">
                <a:solidFill>
                  <a:schemeClr val="tx1"/>
                </a:solidFill>
              </a:defRPr>
            </a:lvl1pPr>
          </a:lstStyle>
          <a:p>
            <a:pPr marL="0" marR="0" lvl="0" indent="0" algn="ctr" defTabSz="1088558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Placeholder for image and illustration</a:t>
            </a:r>
          </a:p>
        </p:txBody>
      </p:sp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1375046"/>
            <a:ext cx="11185200" cy="677108"/>
          </a:xfrm>
        </p:spPr>
        <p:txBody>
          <a:bodyPr anchor="t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 dirty="0"/>
              <a:t>Divider page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1718395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364">
          <p15:clr>
            <a:srgbClr val="FBAE40"/>
          </p15:clr>
        </p15:guide>
        <p15:guide id="3" pos="314">
          <p15:clr>
            <a:srgbClr val="FBAE40"/>
          </p15:clr>
        </p15:guide>
        <p15:guide id="4" orient="horz" pos="865">
          <p15:clr>
            <a:srgbClr val="FBAE40"/>
          </p15:clr>
        </p15:guide>
        <p15:guide id="5" orient="horz" pos="1294">
          <p15:clr>
            <a:srgbClr val="FBAE40"/>
          </p15:clr>
        </p15:guide>
      </p15:sldGuideLst>
    </p:ext>
  </p:extLs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 Pag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1375046"/>
            <a:ext cx="11185200" cy="677108"/>
          </a:xfrm>
        </p:spPr>
        <p:txBody>
          <a:bodyPr anchor="t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 dirty="0"/>
              <a:t>Divider page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727928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364">
          <p15:clr>
            <a:srgbClr val="FBAE40"/>
          </p15:clr>
        </p15:guide>
        <p15:guide id="3" pos="314">
          <p15:clr>
            <a:srgbClr val="FBAE40"/>
          </p15:clr>
        </p15:guide>
        <p15:guide id="4" orient="horz" pos="865">
          <p15:clr>
            <a:srgbClr val="FBAE40"/>
          </p15:clr>
        </p15:guide>
        <p15:guide id="5" orient="horz" pos="1294">
          <p15:clr>
            <a:srgbClr val="FBAE40"/>
          </p15:clr>
        </p15:guide>
      </p15:sldGuideLst>
    </p:ext>
  </p:extLs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99926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pos="7364">
          <p15:clr>
            <a:srgbClr val="FBAE40"/>
          </p15:clr>
        </p15:guide>
        <p15:guide id="4" orient="horz" pos="551">
          <p15:clr>
            <a:srgbClr val="FBAE40"/>
          </p15:clr>
        </p15:guide>
        <p15:guide id="5" orient="horz" pos="3992">
          <p15:clr>
            <a:srgbClr val="FBAE40"/>
          </p15:clr>
        </p15:guide>
      </p15:sldGuideLst>
    </p:ext>
  </p:extLs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11186477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Start typing to add text without a bullet point. To add a bullet point, place the cursor at the start of this line and press tab.</a:t>
            </a:r>
            <a:endParaRPr lang="en-US" noProof="0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0" y="504000"/>
            <a:ext cx="11186476" cy="369332"/>
          </a:xfrm>
        </p:spPr>
        <p:txBody>
          <a:bodyPr/>
          <a:lstStyle>
            <a:lvl1pPr>
              <a:defRPr b="0"/>
            </a:lvl1pPr>
          </a:lstStyle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7833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2">
          <p15:clr>
            <a:srgbClr val="FBAE40"/>
          </p15:clr>
        </p15:guide>
        <p15:guide id="2" orient="horz" pos="3997">
          <p15:clr>
            <a:srgbClr val="FBAE40"/>
          </p15:clr>
        </p15:guide>
        <p15:guide id="3" pos="7364">
          <p15:clr>
            <a:srgbClr val="FBAE40"/>
          </p15:clr>
        </p15:guide>
        <p15:guide id="4" orient="horz" pos="318">
          <p15:clr>
            <a:srgbClr val="FBAE40"/>
          </p15:clr>
        </p15:guide>
        <p15:guide id="5" orient="horz" pos="552">
          <p15:clr>
            <a:srgbClr val="FBAE40"/>
          </p15:clr>
        </p15:guide>
        <p15:guide id="6" orient="horz" pos="972">
          <p15:clr>
            <a:srgbClr val="FBAE40"/>
          </p15:clr>
        </p15:guide>
      </p15:sldGuideLst>
    </p:ext>
  </p:extLs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- column 2"/>
          <p:cNvSpPr>
            <a:spLocks noGrp="1"/>
          </p:cNvSpPr>
          <p:nvPr>
            <p:ph type="body" sz="quarter" idx="11" hasCustomPrompt="1"/>
          </p:nvPr>
        </p:nvSpPr>
        <p:spPr>
          <a:xfrm>
            <a:off x="6362477" y="1548000"/>
            <a:ext cx="5328000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5328000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66657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>
          <p15:clr>
            <a:srgbClr val="FBAE40"/>
          </p15:clr>
        </p15:guide>
        <p15:guide id="2" orient="horz" pos="3997">
          <p15:clr>
            <a:srgbClr val="FBAE40"/>
          </p15:clr>
        </p15:guide>
        <p15:guide id="3" pos="7364">
          <p15:clr>
            <a:srgbClr val="FBAE40"/>
          </p15:clr>
        </p15:guide>
        <p15:guide id="4" pos="3674">
          <p15:clr>
            <a:srgbClr val="FBAE40"/>
          </p15:clr>
        </p15:guide>
        <p15:guide id="5" pos="4007">
          <p15:clr>
            <a:srgbClr val="FBAE40"/>
          </p15:clr>
        </p15:guide>
        <p15:guide id="6" orient="horz" pos="317">
          <p15:clr>
            <a:srgbClr val="FBAE40"/>
          </p15:clr>
        </p15:guide>
        <p15:guide id="7" orient="horz" pos="551">
          <p15:clr>
            <a:srgbClr val="FBAE40"/>
          </p15:clr>
        </p15:guide>
        <p15:guide id="8" orient="horz" pos="972">
          <p15:clr>
            <a:srgbClr val="FBAE40"/>
          </p15:clr>
        </p15:guide>
      </p15:sldGuideLst>
    </p:ext>
  </p:extLs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- column 3"/>
          <p:cNvSpPr>
            <a:spLocks noGrp="1"/>
          </p:cNvSpPr>
          <p:nvPr>
            <p:ph type="body" sz="quarter" idx="13" hasCustomPrompt="1"/>
          </p:nvPr>
        </p:nvSpPr>
        <p:spPr>
          <a:xfrm>
            <a:off x="8126477" y="1548000"/>
            <a:ext cx="3564000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- column 2"/>
          <p:cNvSpPr>
            <a:spLocks noGrp="1"/>
          </p:cNvSpPr>
          <p:nvPr>
            <p:ph type="body" sz="quarter" idx="12" hasCustomPrompt="1"/>
          </p:nvPr>
        </p:nvSpPr>
        <p:spPr>
          <a:xfrm>
            <a:off x="4315238" y="1548000"/>
            <a:ext cx="3564000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3564000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777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pos="2563">
          <p15:clr>
            <a:srgbClr val="FBAE40"/>
          </p15:clr>
        </p15:guide>
        <p15:guide id="4" pos="2717">
          <p15:clr>
            <a:srgbClr val="FBAE40"/>
          </p15:clr>
        </p15:guide>
        <p15:guide id="5" pos="4964">
          <p15:clr>
            <a:srgbClr val="FBAE40"/>
          </p15:clr>
        </p15:guide>
        <p15:guide id="6" pos="5119">
          <p15:clr>
            <a:srgbClr val="FBAE40"/>
          </p15:clr>
        </p15:guide>
        <p15:guide id="7" pos="7364">
          <p15:clr>
            <a:srgbClr val="FBAE40"/>
          </p15:clr>
        </p15:guide>
        <p15:guide id="8" orient="horz" pos="551">
          <p15:clr>
            <a:srgbClr val="FBAE40"/>
          </p15:clr>
        </p15:guide>
        <p15:guide id="9" orient="horz" pos="974">
          <p15:clr>
            <a:srgbClr val="FBAE40"/>
          </p15:clr>
        </p15:guide>
        <p15:guide id="10" orient="horz" pos="3997">
          <p15:clr>
            <a:srgbClr val="FBAE40"/>
          </p15:clr>
        </p15:guide>
      </p15:sldGuideLst>
    </p:ext>
  </p:extLs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362477" y="4770000"/>
            <a:ext cx="5328000" cy="1575238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362477" y="1548000"/>
            <a:ext cx="5328000" cy="279259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4770000"/>
            <a:ext cx="5328000" cy="1575238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548000"/>
            <a:ext cx="5328000" cy="279259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42912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orient="horz" pos="551">
          <p15:clr>
            <a:srgbClr val="FBAE40"/>
          </p15:clr>
        </p15:guide>
        <p15:guide id="4" orient="horz" pos="974">
          <p15:clr>
            <a:srgbClr val="FBAE40"/>
          </p15:clr>
        </p15:guide>
        <p15:guide id="5" orient="horz" pos="2750">
          <p15:clr>
            <a:srgbClr val="FBAE40"/>
          </p15:clr>
        </p15:guide>
        <p15:guide id="6" orient="horz" pos="3004">
          <p15:clr>
            <a:srgbClr val="FBAE40"/>
          </p15:clr>
        </p15:guide>
        <p15:guide id="7" orient="horz" pos="3997">
          <p15:clr>
            <a:srgbClr val="FBAE40"/>
          </p15:clr>
        </p15:guide>
        <p15:guide id="8" pos="3682">
          <p15:clr>
            <a:srgbClr val="FBAE40"/>
          </p15:clr>
        </p15:guide>
        <p15:guide id="9" pos="4000">
          <p15:clr>
            <a:srgbClr val="FBAE40"/>
          </p15:clr>
        </p15:guide>
        <p15:guide id="10" pos="7364">
          <p15:clr>
            <a:srgbClr val="FBAE40"/>
          </p15:clr>
        </p15:guide>
      </p15:sldGuideLst>
    </p:ext>
  </p:extLs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8299277" y="4354921"/>
            <a:ext cx="3391200" cy="198107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299277" y="1548000"/>
            <a:ext cx="3391200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4401639" y="4354921"/>
            <a:ext cx="3391200" cy="198107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401639" y="1548000"/>
            <a:ext cx="3391200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4354921"/>
            <a:ext cx="3391200" cy="198107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548000"/>
            <a:ext cx="3391200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56409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pos="2455">
          <p15:clr>
            <a:srgbClr val="FBAE40"/>
          </p15:clr>
        </p15:guide>
        <p15:guide id="4" pos="2773">
          <p15:clr>
            <a:srgbClr val="FBAE40"/>
          </p15:clr>
        </p15:guide>
        <p15:guide id="5" pos="4910">
          <p15:clr>
            <a:srgbClr val="FBAE40"/>
          </p15:clr>
        </p15:guide>
        <p15:guide id="6" pos="5227">
          <p15:clr>
            <a:srgbClr val="FBAE40"/>
          </p15:clr>
        </p15:guide>
        <p15:guide id="7" pos="7364">
          <p15:clr>
            <a:srgbClr val="FBAE40"/>
          </p15:clr>
        </p15:guide>
        <p15:guide id="8" orient="horz" pos="551">
          <p15:clr>
            <a:srgbClr val="FBAE40"/>
          </p15:clr>
        </p15:guide>
        <p15:guide id="9" orient="horz" pos="970">
          <p15:clr>
            <a:srgbClr val="FBAE40"/>
          </p15:clr>
        </p15:guide>
        <p15:guide id="10" orient="horz" pos="2428">
          <p15:clr>
            <a:srgbClr val="FBAE40"/>
          </p15:clr>
        </p15:guide>
        <p15:guide id="11" orient="horz" pos="2743">
          <p15:clr>
            <a:srgbClr val="FBAE40"/>
          </p15:clr>
        </p15:guide>
        <p15:guide id="12" orient="horz" pos="3997">
          <p15:clr>
            <a:srgbClr val="FBAE40"/>
          </p15:clr>
        </p15:guide>
      </p15:sldGuideLst>
    </p:ext>
  </p:extLs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- column 2"/>
          <p:cNvSpPr>
            <a:spLocks noGrp="1"/>
          </p:cNvSpPr>
          <p:nvPr>
            <p:ph type="body" sz="quarter" idx="13" hasCustomPrompt="1"/>
          </p:nvPr>
        </p:nvSpPr>
        <p:spPr>
          <a:xfrm>
            <a:off x="9274877" y="3877200"/>
            <a:ext cx="2415600" cy="245778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8" name="Picture Placeholder 4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9274877" y="1548000"/>
            <a:ext cx="2415600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13" name="Text placeholder - column 2"/>
          <p:cNvSpPr>
            <a:spLocks noGrp="1"/>
          </p:cNvSpPr>
          <p:nvPr>
            <p:ph type="body" sz="quarter" idx="17" hasCustomPrompt="1"/>
          </p:nvPr>
        </p:nvSpPr>
        <p:spPr>
          <a:xfrm>
            <a:off x="6351252" y="3877200"/>
            <a:ext cx="2415600" cy="245778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351252" y="1548000"/>
            <a:ext cx="2415600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9" name="Text placeholder - column 2"/>
          <p:cNvSpPr>
            <a:spLocks noGrp="1"/>
          </p:cNvSpPr>
          <p:nvPr>
            <p:ph type="body" sz="quarter" idx="15" hasCustomPrompt="1"/>
          </p:nvPr>
        </p:nvSpPr>
        <p:spPr>
          <a:xfrm>
            <a:off x="3427626" y="3877200"/>
            <a:ext cx="2415600" cy="245778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427626" y="1548000"/>
            <a:ext cx="2415600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3" name="Text placeholder - column 2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3877200"/>
            <a:ext cx="2415600" cy="245778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548000"/>
            <a:ext cx="2415600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03997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orient="horz" pos="551">
          <p15:clr>
            <a:srgbClr val="FBAE40"/>
          </p15:clr>
        </p15:guide>
        <p15:guide id="4" orient="horz" pos="974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2442">
          <p15:clr>
            <a:srgbClr val="FBAE40"/>
          </p15:clr>
        </p15:guide>
        <p15:guide id="7" orient="horz" pos="3990">
          <p15:clr>
            <a:srgbClr val="FBAE40"/>
          </p15:clr>
        </p15:guide>
        <p15:guide id="8" pos="1840">
          <p15:clr>
            <a:srgbClr val="FBAE40"/>
          </p15:clr>
        </p15:guide>
        <p15:guide id="9" pos="2159">
          <p15:clr>
            <a:srgbClr val="FBAE40"/>
          </p15:clr>
        </p15:guide>
        <p15:guide id="10" pos="3683">
          <p15:clr>
            <a:srgbClr val="FBAE40"/>
          </p15:clr>
        </p15:guide>
        <p15:guide id="11" pos="4000">
          <p15:clr>
            <a:srgbClr val="FBAE40"/>
          </p15:clr>
        </p15:guide>
        <p15:guide id="12" pos="5525">
          <p15:clr>
            <a:srgbClr val="FBAE40"/>
          </p15:clr>
        </p15:guide>
        <p15:guide id="13" pos="5842">
          <p15:clr>
            <a:srgbClr val="FBAE40"/>
          </p15:clr>
        </p15:guide>
        <p15:guide id="14" pos="7364">
          <p15:clr>
            <a:srgbClr val="FBAE40"/>
          </p15:clr>
        </p15:guide>
      </p15:sldGuideLst>
    </p:ext>
  </p:extLs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Quote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800000"/>
            <a:ext cx="11185200" cy="3285032"/>
          </a:xfrm>
        </p:spPr>
        <p:txBody>
          <a:bodyPr/>
          <a:lstStyle>
            <a:lvl1pPr marL="395921" indent="-395921">
              <a:lnSpc>
                <a:spcPct val="90000"/>
              </a:lnSpc>
              <a:spcBef>
                <a:spcPts val="600"/>
              </a:spcBef>
              <a:defRPr sz="5999" b="0" i="0">
                <a:latin typeface="72 Brand Medium" panose="020B0504030603020204" pitchFamily="34" charset="0"/>
              </a:defRPr>
            </a:lvl1pPr>
            <a:lvl2pPr marL="395921" indent="0">
              <a:buNone/>
              <a:defRPr sz="1600"/>
            </a:lvl2pPr>
          </a:lstStyle>
          <a:p>
            <a:pPr lvl="0"/>
            <a:r>
              <a:rPr lang="en-US" noProof="0" dirty="0"/>
              <a:t>“Quote goes here </a:t>
            </a:r>
            <a:br>
              <a:rPr lang="en-US" noProof="0" dirty="0"/>
            </a:br>
            <a:r>
              <a:rPr lang="en-US" noProof="0" dirty="0"/>
              <a:t>and here.”</a:t>
            </a:r>
          </a:p>
          <a:p>
            <a:pPr lvl="1"/>
            <a:r>
              <a:rPr lang="en-US" noProof="0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11293553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>
          <p15:clr>
            <a:srgbClr val="FBAE40"/>
          </p15:clr>
        </p15:guide>
        <p15:guide id="4" orient="horz" pos="1132">
          <p15:clr>
            <a:srgbClr val="FBAE40"/>
          </p15:clr>
        </p15:guide>
        <p15:guide id="5" orient="horz" pos="3204">
          <p15:clr>
            <a:srgbClr val="FBAE40"/>
          </p15:clr>
        </p15:guide>
        <p15:guide id="6" pos="7363">
          <p15:clr>
            <a:srgbClr val="FBAE40"/>
          </p15:clr>
        </p15:guide>
      </p15:sldGuideLst>
    </p:ext>
  </p:extLst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with Image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/3 righ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8127175" y="0"/>
            <a:ext cx="4068000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</a:t>
            </a:r>
            <a:endParaRPr lang="de-DE" dirty="0"/>
          </a:p>
        </p:txBody>
      </p:sp>
      <p:sp>
        <p:nvSpPr>
          <p:cNvPr id="7" name="Text Placeholder"/>
          <p:cNvSpPr>
            <a:spLocks noGrp="1"/>
          </p:cNvSpPr>
          <p:nvPr>
            <p:ph type="body" sz="quarter" idx="11" hasCustomPrompt="1"/>
          </p:nvPr>
        </p:nvSpPr>
        <p:spPr bwMode="black">
          <a:xfrm>
            <a:off x="503999" y="1548000"/>
            <a:ext cx="7092000" cy="4788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DE" dirty="0"/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7092000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872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>
          <p15:clr>
            <a:srgbClr val="FBAE40"/>
          </p15:clr>
        </p15:guide>
        <p15:guide id="2" orient="horz" pos="3991">
          <p15:clr>
            <a:srgbClr val="FBAE40"/>
          </p15:clr>
        </p15:guide>
        <p15:guide id="3" pos="4786">
          <p15:clr>
            <a:srgbClr val="FBAE40"/>
          </p15:clr>
        </p15:guide>
        <p15:guide id="4" pos="5111">
          <p15:clr>
            <a:srgbClr val="FBAE40"/>
          </p15:clr>
        </p15:guide>
        <p15:guide id="5" orient="horz" pos="317">
          <p15:clr>
            <a:srgbClr val="FBAE40"/>
          </p15:clr>
        </p15:guide>
        <p15:guide id="6" orient="horz" pos="551">
          <p15:clr>
            <a:srgbClr val="FBAE40"/>
          </p15:clr>
        </p15:guide>
        <p15:guide id="7" orient="horz" pos="972">
          <p15:clr>
            <a:srgbClr val="FBAE40"/>
          </p15:clr>
        </p15:guide>
      </p15:sldGuideLst>
    </p:ext>
  </p:extLst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" y="0"/>
            <a:ext cx="12195175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73327052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creen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362477" y="1557338"/>
            <a:ext cx="5328000" cy="4788000"/>
          </a:xfrm>
          <a:noFill/>
        </p:spPr>
        <p:txBody>
          <a:bodyPr vert="horz" lIns="0" tIns="1512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screenshot</a:t>
            </a:r>
            <a:endParaRPr lang="de-DE" dirty="0"/>
          </a:p>
        </p:txBody>
      </p:sp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5328000" cy="4788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55795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>
          <p15:clr>
            <a:srgbClr val="FBAE40"/>
          </p15:clr>
        </p15:guide>
        <p15:guide id="2" orient="horz" pos="972">
          <p15:clr>
            <a:srgbClr val="FBAE40"/>
          </p15:clr>
        </p15:guide>
        <p15:guide id="3" pos="3674">
          <p15:clr>
            <a:srgbClr val="FBAE40"/>
          </p15:clr>
        </p15:guide>
        <p15:guide id="4" pos="4008">
          <p15:clr>
            <a:srgbClr val="FBAE40"/>
          </p15:clr>
        </p15:guide>
        <p15:guide id="5" pos="7364">
          <p15:clr>
            <a:srgbClr val="FBAE40"/>
          </p15:clr>
        </p15:guide>
        <p15:guide id="6" orient="horz" pos="317">
          <p15:clr>
            <a:srgbClr val="FBAE40"/>
          </p15:clr>
        </p15:guide>
        <p15:guide id="7" orient="horz" pos="551">
          <p15:clr>
            <a:srgbClr val="FBAE40"/>
          </p15:clr>
        </p15:guide>
        <p15:guide id="8" orient="horz" pos="3991">
          <p15:clr>
            <a:srgbClr val="FBAE40"/>
          </p15:clr>
        </p15:guide>
      </p15:sldGuideLst>
    </p:ext>
  </p:extLs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"/>
          <p:cNvSpPr>
            <a:spLocks noGrp="1"/>
          </p:cNvSpPr>
          <p:nvPr>
            <p:ph idx="1" hasCustomPrompt="1"/>
          </p:nvPr>
        </p:nvSpPr>
        <p:spPr bwMode="gray">
          <a:xfrm>
            <a:off x="504000" y="1548000"/>
            <a:ext cx="11185200" cy="4788000"/>
          </a:xfrm>
          <a:noFill/>
        </p:spPr>
        <p:txBody>
          <a:bodyPr tIns="1368000"/>
          <a:lstStyle>
            <a:lvl1pPr algn="ctr">
              <a:defRPr sz="1400" b="0"/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5560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orient="horz" pos="551">
          <p15:clr>
            <a:srgbClr val="FBAE40"/>
          </p15:clr>
        </p15:guide>
        <p15:guide id="4" orient="horz" pos="972">
          <p15:clr>
            <a:srgbClr val="FBAE40"/>
          </p15:clr>
        </p15:guide>
        <p15:guide id="5" orient="horz" pos="3991">
          <p15:clr>
            <a:srgbClr val="FBAE40"/>
          </p15:clr>
        </p15:guide>
        <p15:guide id="6" pos="7364">
          <p15:clr>
            <a:srgbClr val="FBAE40"/>
          </p15:clr>
        </p15:guide>
      </p15:sldGuideLst>
    </p:ext>
  </p:extLs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9571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1">
          <p15:clr>
            <a:srgbClr val="FBAE40"/>
          </p15:clr>
        </p15:guide>
      </p15:sldGuideLst>
    </p:ext>
  </p:extLs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, Contact and Copy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433C5639-DDA2-864A-9DC3-7FC80AC852D5}"/>
              </a:ext>
            </a:extLst>
          </p:cNvPr>
          <p:cNvSpPr txBox="1"/>
          <p:nvPr userDrawn="1"/>
        </p:nvSpPr>
        <p:spPr>
          <a:xfrm>
            <a:off x="503238" y="2905125"/>
            <a:ext cx="183704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1088776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lang="en-US" sz="1600" b="0" i="0">
                <a:latin typeface="+mn-lt"/>
              </a:rPr>
              <a:t>Contact information:</a:t>
            </a:r>
          </a:p>
        </p:txBody>
      </p:sp>
      <p:sp>
        <p:nvSpPr>
          <p:cNvPr id="9" name="Copyright - Dynamic" descr="{&quot;templafy&quot;:{&quot;id&quot;:&quot;27f15a2f-efbf-4b45-a883-cb50c003bc42&quot;}}">
            <a:extLst>
              <a:ext uri="{FF2B5EF4-FFF2-40B4-BE49-F238E27FC236}">
                <a16:creationId xmlns:a16="http://schemas.microsoft.com/office/drawing/2014/main" id="{EDAF1AF5-D568-20CC-6052-F655D86F5486}"/>
              </a:ext>
            </a:extLst>
          </p:cNvPr>
          <p:cNvSpPr txBox="1">
            <a:spLocks/>
          </p:cNvSpPr>
          <p:nvPr userDrawn="1"/>
        </p:nvSpPr>
        <p:spPr>
          <a:xfrm>
            <a:off x="504001" y="6536751"/>
            <a:ext cx="10155600" cy="138498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>
                <a:schemeClr val="accent1"/>
              </a:buClr>
              <a:buSzPct val="80000"/>
              <a:buFontTx/>
              <a:buNone/>
              <a:defRPr sz="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20000"/>
              <a:buFont typeface="Arial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892" indent="0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sz="600" b="0" i="0" dirty="0">
                <a:latin typeface="+mn-lt"/>
              </a:rPr>
              <a:t>© 2025 SAP SE or an SAP affiliate company. All rights reserved. See Legal Notice on </a:t>
            </a:r>
            <a:r>
              <a:rPr lang="en-US" sz="600" b="0" i="0" dirty="0" err="1">
                <a:latin typeface="+mn-lt"/>
              </a:rPr>
              <a:t>www.sap.com</a:t>
            </a:r>
            <a:r>
              <a:rPr lang="en-US" sz="600" b="0" i="0" dirty="0">
                <a:latin typeface="+mn-lt"/>
              </a:rPr>
              <a:t>/legal-notice for use terms, disclaimers, disclosures, or restrictions related to this material.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692DE12-4084-77D2-FD2A-8E63F6FBE7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1543050"/>
            <a:ext cx="5413477" cy="846386"/>
          </a:xfrm>
        </p:spPr>
        <p:txBody>
          <a:bodyPr/>
          <a:lstStyle>
            <a:lvl1pPr>
              <a:defRPr sz="5500" b="0" i="0">
                <a:latin typeface="72 Brand Medium" panose="020B0504030603020204" pitchFamily="34" charset="0"/>
              </a:defRPr>
            </a:lvl1pPr>
          </a:lstStyle>
          <a:p>
            <a:r>
              <a:rPr lang="en-GB" dirty="0"/>
              <a:t>Thank you.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2C865E-BEC1-EE4C-E61C-369AEE2DFC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83947" y="5990000"/>
            <a:ext cx="3506403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6074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7364">
          <p15:clr>
            <a:srgbClr val="FBAE40"/>
          </p15:clr>
        </p15:guide>
        <p15:guide id="2" orient="horz" pos="970">
          <p15:clr>
            <a:srgbClr val="FBAE40"/>
          </p15:clr>
        </p15:guide>
        <p15:guide id="4" orient="horz" pos="1830">
          <p15:clr>
            <a:srgbClr val="FBAE40"/>
          </p15:clr>
        </p15:guide>
        <p15:guide id="5" orient="horz" pos="4000">
          <p15:clr>
            <a:srgbClr val="FBAE40"/>
          </p15:clr>
        </p15:guide>
        <p15:guide id="6" pos="314">
          <p15:clr>
            <a:srgbClr val="FBAE40"/>
          </p15:clr>
        </p15:guide>
        <p15:guide id="8" pos="3841">
          <p15:clr>
            <a:srgbClr val="FBAE40"/>
          </p15:clr>
        </p15:guide>
        <p15:guide id="9" orient="horz" pos="31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17" Type="http://schemas.openxmlformats.org/officeDocument/2006/relationships/tags" Target="../tags/tag88.xml"/><Relationship Id="rId21" Type="http://schemas.openxmlformats.org/officeDocument/2006/relationships/slideLayout" Target="../slideLayouts/slideLayout21.xml"/><Relationship Id="rId42" Type="http://schemas.openxmlformats.org/officeDocument/2006/relationships/tags" Target="../tags/tag13.xml"/><Relationship Id="rId63" Type="http://schemas.openxmlformats.org/officeDocument/2006/relationships/tags" Target="../tags/tag34.xml"/><Relationship Id="rId84" Type="http://schemas.openxmlformats.org/officeDocument/2006/relationships/tags" Target="../tags/tag55.xml"/><Relationship Id="rId138" Type="http://schemas.openxmlformats.org/officeDocument/2006/relationships/tags" Target="../tags/tag109.xml"/><Relationship Id="rId107" Type="http://schemas.openxmlformats.org/officeDocument/2006/relationships/tags" Target="../tags/tag78.xml"/><Relationship Id="rId11" Type="http://schemas.openxmlformats.org/officeDocument/2006/relationships/slideLayout" Target="../slideLayouts/slideLayout11.xml"/><Relationship Id="rId32" Type="http://schemas.openxmlformats.org/officeDocument/2006/relationships/tags" Target="../tags/tag3.xml"/><Relationship Id="rId53" Type="http://schemas.openxmlformats.org/officeDocument/2006/relationships/tags" Target="../tags/tag24.xml"/><Relationship Id="rId74" Type="http://schemas.openxmlformats.org/officeDocument/2006/relationships/tags" Target="../tags/tag45.xml"/><Relationship Id="rId128" Type="http://schemas.openxmlformats.org/officeDocument/2006/relationships/tags" Target="../tags/tag99.xml"/><Relationship Id="rId149" Type="http://schemas.openxmlformats.org/officeDocument/2006/relationships/tags" Target="../tags/tag120.xml"/><Relationship Id="rId5" Type="http://schemas.openxmlformats.org/officeDocument/2006/relationships/slideLayout" Target="../slideLayouts/slideLayout5.xml"/><Relationship Id="rId95" Type="http://schemas.openxmlformats.org/officeDocument/2006/relationships/tags" Target="../tags/tag66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43" Type="http://schemas.openxmlformats.org/officeDocument/2006/relationships/tags" Target="../tags/tag14.xml"/><Relationship Id="rId48" Type="http://schemas.openxmlformats.org/officeDocument/2006/relationships/tags" Target="../tags/tag19.xml"/><Relationship Id="rId64" Type="http://schemas.openxmlformats.org/officeDocument/2006/relationships/tags" Target="../tags/tag35.xml"/><Relationship Id="rId69" Type="http://schemas.openxmlformats.org/officeDocument/2006/relationships/tags" Target="../tags/tag40.xml"/><Relationship Id="rId113" Type="http://schemas.openxmlformats.org/officeDocument/2006/relationships/tags" Target="../tags/tag84.xml"/><Relationship Id="rId118" Type="http://schemas.openxmlformats.org/officeDocument/2006/relationships/tags" Target="../tags/tag89.xml"/><Relationship Id="rId134" Type="http://schemas.openxmlformats.org/officeDocument/2006/relationships/tags" Target="../tags/tag105.xml"/><Relationship Id="rId139" Type="http://schemas.openxmlformats.org/officeDocument/2006/relationships/tags" Target="../tags/tag110.xml"/><Relationship Id="rId80" Type="http://schemas.openxmlformats.org/officeDocument/2006/relationships/tags" Target="../tags/tag51.xml"/><Relationship Id="rId85" Type="http://schemas.openxmlformats.org/officeDocument/2006/relationships/tags" Target="../tags/tag56.xml"/><Relationship Id="rId150" Type="http://schemas.openxmlformats.org/officeDocument/2006/relationships/tags" Target="../tags/tag121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33" Type="http://schemas.openxmlformats.org/officeDocument/2006/relationships/tags" Target="../tags/tag4.xml"/><Relationship Id="rId38" Type="http://schemas.openxmlformats.org/officeDocument/2006/relationships/tags" Target="../tags/tag9.xml"/><Relationship Id="rId59" Type="http://schemas.openxmlformats.org/officeDocument/2006/relationships/tags" Target="../tags/tag30.xml"/><Relationship Id="rId103" Type="http://schemas.openxmlformats.org/officeDocument/2006/relationships/tags" Target="../tags/tag74.xml"/><Relationship Id="rId108" Type="http://schemas.openxmlformats.org/officeDocument/2006/relationships/tags" Target="../tags/tag79.xml"/><Relationship Id="rId124" Type="http://schemas.openxmlformats.org/officeDocument/2006/relationships/tags" Target="../tags/tag95.xml"/><Relationship Id="rId129" Type="http://schemas.openxmlformats.org/officeDocument/2006/relationships/tags" Target="../tags/tag100.xml"/><Relationship Id="rId54" Type="http://schemas.openxmlformats.org/officeDocument/2006/relationships/tags" Target="../tags/tag25.xml"/><Relationship Id="rId70" Type="http://schemas.openxmlformats.org/officeDocument/2006/relationships/tags" Target="../tags/tag41.xml"/><Relationship Id="rId75" Type="http://schemas.openxmlformats.org/officeDocument/2006/relationships/tags" Target="../tags/tag46.xml"/><Relationship Id="rId91" Type="http://schemas.openxmlformats.org/officeDocument/2006/relationships/tags" Target="../tags/tag62.xml"/><Relationship Id="rId96" Type="http://schemas.openxmlformats.org/officeDocument/2006/relationships/tags" Target="../tags/tag67.xml"/><Relationship Id="rId140" Type="http://schemas.openxmlformats.org/officeDocument/2006/relationships/tags" Target="../tags/tag111.xml"/><Relationship Id="rId145" Type="http://schemas.openxmlformats.org/officeDocument/2006/relationships/tags" Target="../tags/tag1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49" Type="http://schemas.openxmlformats.org/officeDocument/2006/relationships/tags" Target="../tags/tag20.xml"/><Relationship Id="rId114" Type="http://schemas.openxmlformats.org/officeDocument/2006/relationships/tags" Target="../tags/tag85.xml"/><Relationship Id="rId119" Type="http://schemas.openxmlformats.org/officeDocument/2006/relationships/tags" Target="../tags/tag90.xml"/><Relationship Id="rId44" Type="http://schemas.openxmlformats.org/officeDocument/2006/relationships/tags" Target="../tags/tag15.xml"/><Relationship Id="rId60" Type="http://schemas.openxmlformats.org/officeDocument/2006/relationships/tags" Target="../tags/tag31.xml"/><Relationship Id="rId65" Type="http://schemas.openxmlformats.org/officeDocument/2006/relationships/tags" Target="../tags/tag36.xml"/><Relationship Id="rId81" Type="http://schemas.openxmlformats.org/officeDocument/2006/relationships/tags" Target="../tags/tag52.xml"/><Relationship Id="rId86" Type="http://schemas.openxmlformats.org/officeDocument/2006/relationships/tags" Target="../tags/tag57.xml"/><Relationship Id="rId130" Type="http://schemas.openxmlformats.org/officeDocument/2006/relationships/tags" Target="../tags/tag101.xml"/><Relationship Id="rId135" Type="http://schemas.openxmlformats.org/officeDocument/2006/relationships/tags" Target="../tags/tag106.xml"/><Relationship Id="rId151" Type="http://schemas.openxmlformats.org/officeDocument/2006/relationships/tags" Target="../tags/tag122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tags" Target="../tags/tag10.xml"/><Relationship Id="rId109" Type="http://schemas.openxmlformats.org/officeDocument/2006/relationships/tags" Target="../tags/tag80.xml"/><Relationship Id="rId34" Type="http://schemas.openxmlformats.org/officeDocument/2006/relationships/tags" Target="../tags/tag5.xml"/><Relationship Id="rId50" Type="http://schemas.openxmlformats.org/officeDocument/2006/relationships/tags" Target="../tags/tag21.xml"/><Relationship Id="rId55" Type="http://schemas.openxmlformats.org/officeDocument/2006/relationships/tags" Target="../tags/tag26.xml"/><Relationship Id="rId76" Type="http://schemas.openxmlformats.org/officeDocument/2006/relationships/tags" Target="../tags/tag47.xml"/><Relationship Id="rId97" Type="http://schemas.openxmlformats.org/officeDocument/2006/relationships/tags" Target="../tags/tag68.xml"/><Relationship Id="rId104" Type="http://schemas.openxmlformats.org/officeDocument/2006/relationships/tags" Target="../tags/tag75.xml"/><Relationship Id="rId120" Type="http://schemas.openxmlformats.org/officeDocument/2006/relationships/tags" Target="../tags/tag91.xml"/><Relationship Id="rId125" Type="http://schemas.openxmlformats.org/officeDocument/2006/relationships/tags" Target="../tags/tag96.xml"/><Relationship Id="rId141" Type="http://schemas.openxmlformats.org/officeDocument/2006/relationships/tags" Target="../tags/tag112.xml"/><Relationship Id="rId146" Type="http://schemas.openxmlformats.org/officeDocument/2006/relationships/tags" Target="../tags/tag117.xml"/><Relationship Id="rId7" Type="http://schemas.openxmlformats.org/officeDocument/2006/relationships/slideLayout" Target="../slideLayouts/slideLayout7.xml"/><Relationship Id="rId71" Type="http://schemas.openxmlformats.org/officeDocument/2006/relationships/tags" Target="../tags/tag42.xml"/><Relationship Id="rId92" Type="http://schemas.openxmlformats.org/officeDocument/2006/relationships/tags" Target="../tags/tag63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tags" Target="../tags/tag11.xml"/><Relationship Id="rId45" Type="http://schemas.openxmlformats.org/officeDocument/2006/relationships/tags" Target="../tags/tag16.xml"/><Relationship Id="rId66" Type="http://schemas.openxmlformats.org/officeDocument/2006/relationships/tags" Target="../tags/tag37.xml"/><Relationship Id="rId87" Type="http://schemas.openxmlformats.org/officeDocument/2006/relationships/tags" Target="../tags/tag58.xml"/><Relationship Id="rId110" Type="http://schemas.openxmlformats.org/officeDocument/2006/relationships/tags" Target="../tags/tag81.xml"/><Relationship Id="rId115" Type="http://schemas.openxmlformats.org/officeDocument/2006/relationships/tags" Target="../tags/tag86.xml"/><Relationship Id="rId131" Type="http://schemas.openxmlformats.org/officeDocument/2006/relationships/tags" Target="../tags/tag102.xml"/><Relationship Id="rId136" Type="http://schemas.openxmlformats.org/officeDocument/2006/relationships/tags" Target="../tags/tag107.xml"/><Relationship Id="rId61" Type="http://schemas.openxmlformats.org/officeDocument/2006/relationships/tags" Target="../tags/tag32.xml"/><Relationship Id="rId82" Type="http://schemas.openxmlformats.org/officeDocument/2006/relationships/tags" Target="../tags/tag53.xml"/><Relationship Id="rId152" Type="http://schemas.openxmlformats.org/officeDocument/2006/relationships/tags" Target="../tags/tag123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theme" Target="../theme/theme1.xml"/><Relationship Id="rId35" Type="http://schemas.openxmlformats.org/officeDocument/2006/relationships/tags" Target="../tags/tag6.xml"/><Relationship Id="rId56" Type="http://schemas.openxmlformats.org/officeDocument/2006/relationships/tags" Target="../tags/tag27.xml"/><Relationship Id="rId77" Type="http://schemas.openxmlformats.org/officeDocument/2006/relationships/tags" Target="../tags/tag48.xml"/><Relationship Id="rId100" Type="http://schemas.openxmlformats.org/officeDocument/2006/relationships/tags" Target="../tags/tag71.xml"/><Relationship Id="rId105" Type="http://schemas.openxmlformats.org/officeDocument/2006/relationships/tags" Target="../tags/tag76.xml"/><Relationship Id="rId126" Type="http://schemas.openxmlformats.org/officeDocument/2006/relationships/tags" Target="../tags/tag97.xml"/><Relationship Id="rId147" Type="http://schemas.openxmlformats.org/officeDocument/2006/relationships/tags" Target="../tags/tag118.xml"/><Relationship Id="rId8" Type="http://schemas.openxmlformats.org/officeDocument/2006/relationships/slideLayout" Target="../slideLayouts/slideLayout8.xml"/><Relationship Id="rId51" Type="http://schemas.openxmlformats.org/officeDocument/2006/relationships/tags" Target="../tags/tag22.xml"/><Relationship Id="rId72" Type="http://schemas.openxmlformats.org/officeDocument/2006/relationships/tags" Target="../tags/tag43.xml"/><Relationship Id="rId93" Type="http://schemas.openxmlformats.org/officeDocument/2006/relationships/tags" Target="../tags/tag64.xml"/><Relationship Id="rId98" Type="http://schemas.openxmlformats.org/officeDocument/2006/relationships/tags" Target="../tags/tag69.xml"/><Relationship Id="rId121" Type="http://schemas.openxmlformats.org/officeDocument/2006/relationships/tags" Target="../tags/tag92.xml"/><Relationship Id="rId142" Type="http://schemas.openxmlformats.org/officeDocument/2006/relationships/tags" Target="../tags/tag113.xml"/><Relationship Id="rId3" Type="http://schemas.openxmlformats.org/officeDocument/2006/relationships/slideLayout" Target="../slideLayouts/slideLayout3.xml"/><Relationship Id="rId25" Type="http://schemas.openxmlformats.org/officeDocument/2006/relationships/slideLayout" Target="../slideLayouts/slideLayout25.xml"/><Relationship Id="rId46" Type="http://schemas.openxmlformats.org/officeDocument/2006/relationships/tags" Target="../tags/tag17.xml"/><Relationship Id="rId67" Type="http://schemas.openxmlformats.org/officeDocument/2006/relationships/tags" Target="../tags/tag38.xml"/><Relationship Id="rId116" Type="http://schemas.openxmlformats.org/officeDocument/2006/relationships/tags" Target="../tags/tag87.xml"/><Relationship Id="rId137" Type="http://schemas.openxmlformats.org/officeDocument/2006/relationships/tags" Target="../tags/tag108.xml"/><Relationship Id="rId20" Type="http://schemas.openxmlformats.org/officeDocument/2006/relationships/slideLayout" Target="../slideLayouts/slideLayout20.xml"/><Relationship Id="rId41" Type="http://schemas.openxmlformats.org/officeDocument/2006/relationships/tags" Target="../tags/tag12.xml"/><Relationship Id="rId62" Type="http://schemas.openxmlformats.org/officeDocument/2006/relationships/tags" Target="../tags/tag33.xml"/><Relationship Id="rId83" Type="http://schemas.openxmlformats.org/officeDocument/2006/relationships/tags" Target="../tags/tag54.xml"/><Relationship Id="rId88" Type="http://schemas.openxmlformats.org/officeDocument/2006/relationships/tags" Target="../tags/tag59.xml"/><Relationship Id="rId111" Type="http://schemas.openxmlformats.org/officeDocument/2006/relationships/tags" Target="../tags/tag82.xml"/><Relationship Id="rId132" Type="http://schemas.openxmlformats.org/officeDocument/2006/relationships/tags" Target="../tags/tag103.xml"/><Relationship Id="rId153" Type="http://schemas.openxmlformats.org/officeDocument/2006/relationships/tags" Target="../tags/tag124.xml"/><Relationship Id="rId15" Type="http://schemas.openxmlformats.org/officeDocument/2006/relationships/slideLayout" Target="../slideLayouts/slideLayout15.xml"/><Relationship Id="rId36" Type="http://schemas.openxmlformats.org/officeDocument/2006/relationships/tags" Target="../tags/tag7.xml"/><Relationship Id="rId57" Type="http://schemas.openxmlformats.org/officeDocument/2006/relationships/tags" Target="../tags/tag28.xml"/><Relationship Id="rId106" Type="http://schemas.openxmlformats.org/officeDocument/2006/relationships/tags" Target="../tags/tag77.xml"/><Relationship Id="rId127" Type="http://schemas.openxmlformats.org/officeDocument/2006/relationships/tags" Target="../tags/tag98.xml"/><Relationship Id="rId10" Type="http://schemas.openxmlformats.org/officeDocument/2006/relationships/slideLayout" Target="../slideLayouts/slideLayout10.xml"/><Relationship Id="rId31" Type="http://schemas.openxmlformats.org/officeDocument/2006/relationships/tags" Target="../tags/tag2.xml"/><Relationship Id="rId52" Type="http://schemas.openxmlformats.org/officeDocument/2006/relationships/tags" Target="../tags/tag23.xml"/><Relationship Id="rId73" Type="http://schemas.openxmlformats.org/officeDocument/2006/relationships/tags" Target="../tags/tag44.xml"/><Relationship Id="rId78" Type="http://schemas.openxmlformats.org/officeDocument/2006/relationships/tags" Target="../tags/tag49.xml"/><Relationship Id="rId94" Type="http://schemas.openxmlformats.org/officeDocument/2006/relationships/tags" Target="../tags/tag65.xml"/><Relationship Id="rId99" Type="http://schemas.openxmlformats.org/officeDocument/2006/relationships/tags" Target="../tags/tag70.xml"/><Relationship Id="rId101" Type="http://schemas.openxmlformats.org/officeDocument/2006/relationships/tags" Target="../tags/tag72.xml"/><Relationship Id="rId122" Type="http://schemas.openxmlformats.org/officeDocument/2006/relationships/tags" Target="../tags/tag93.xml"/><Relationship Id="rId143" Type="http://schemas.openxmlformats.org/officeDocument/2006/relationships/tags" Target="../tags/tag114.xml"/><Relationship Id="rId148" Type="http://schemas.openxmlformats.org/officeDocument/2006/relationships/tags" Target="../tags/tag1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47" Type="http://schemas.openxmlformats.org/officeDocument/2006/relationships/tags" Target="../tags/tag18.xml"/><Relationship Id="rId68" Type="http://schemas.openxmlformats.org/officeDocument/2006/relationships/tags" Target="../tags/tag39.xml"/><Relationship Id="rId89" Type="http://schemas.openxmlformats.org/officeDocument/2006/relationships/tags" Target="../tags/tag60.xml"/><Relationship Id="rId112" Type="http://schemas.openxmlformats.org/officeDocument/2006/relationships/tags" Target="../tags/tag83.xml"/><Relationship Id="rId133" Type="http://schemas.openxmlformats.org/officeDocument/2006/relationships/tags" Target="../tags/tag104.xml"/><Relationship Id="rId16" Type="http://schemas.openxmlformats.org/officeDocument/2006/relationships/slideLayout" Target="../slideLayouts/slideLayout16.xml"/><Relationship Id="rId37" Type="http://schemas.openxmlformats.org/officeDocument/2006/relationships/tags" Target="../tags/tag8.xml"/><Relationship Id="rId58" Type="http://schemas.openxmlformats.org/officeDocument/2006/relationships/tags" Target="../tags/tag29.xml"/><Relationship Id="rId79" Type="http://schemas.openxmlformats.org/officeDocument/2006/relationships/tags" Target="../tags/tag50.xml"/><Relationship Id="rId102" Type="http://schemas.openxmlformats.org/officeDocument/2006/relationships/tags" Target="../tags/tag73.xml"/><Relationship Id="rId123" Type="http://schemas.openxmlformats.org/officeDocument/2006/relationships/tags" Target="../tags/tag94.xml"/><Relationship Id="rId144" Type="http://schemas.openxmlformats.org/officeDocument/2006/relationships/tags" Target="../tags/tag115.xml"/><Relationship Id="rId90" Type="http://schemas.openxmlformats.org/officeDocument/2006/relationships/tags" Target="../tags/tag61.xml"/></Relationships>
</file>

<file path=ppt/slideMasters/_rels/slideMaster2.xml.rels><?xml version="1.0" encoding="UTF-8" standalone="yes"?>
<Relationships xmlns="http://schemas.openxmlformats.org/package/2006/relationships"><Relationship Id="rId117" Type="http://schemas.openxmlformats.org/officeDocument/2006/relationships/tags" Target="../tags/tag211.xml"/><Relationship Id="rId21" Type="http://schemas.openxmlformats.org/officeDocument/2006/relationships/slideLayout" Target="../slideLayouts/slideLayout50.xml"/><Relationship Id="rId42" Type="http://schemas.openxmlformats.org/officeDocument/2006/relationships/tags" Target="../tags/tag136.xml"/><Relationship Id="rId63" Type="http://schemas.openxmlformats.org/officeDocument/2006/relationships/tags" Target="../tags/tag157.xml"/><Relationship Id="rId84" Type="http://schemas.openxmlformats.org/officeDocument/2006/relationships/tags" Target="../tags/tag178.xml"/><Relationship Id="rId138" Type="http://schemas.openxmlformats.org/officeDocument/2006/relationships/tags" Target="../tags/tag232.xml"/><Relationship Id="rId107" Type="http://schemas.openxmlformats.org/officeDocument/2006/relationships/tags" Target="../tags/tag201.xml"/><Relationship Id="rId11" Type="http://schemas.openxmlformats.org/officeDocument/2006/relationships/slideLayout" Target="../slideLayouts/slideLayout40.xml"/><Relationship Id="rId32" Type="http://schemas.openxmlformats.org/officeDocument/2006/relationships/tags" Target="../tags/tag126.xml"/><Relationship Id="rId53" Type="http://schemas.openxmlformats.org/officeDocument/2006/relationships/tags" Target="../tags/tag147.xml"/><Relationship Id="rId74" Type="http://schemas.openxmlformats.org/officeDocument/2006/relationships/tags" Target="../tags/tag168.xml"/><Relationship Id="rId128" Type="http://schemas.openxmlformats.org/officeDocument/2006/relationships/tags" Target="../tags/tag222.xml"/><Relationship Id="rId149" Type="http://schemas.openxmlformats.org/officeDocument/2006/relationships/tags" Target="../tags/tag243.xml"/><Relationship Id="rId5" Type="http://schemas.openxmlformats.org/officeDocument/2006/relationships/slideLayout" Target="../slideLayouts/slideLayout34.xml"/><Relationship Id="rId95" Type="http://schemas.openxmlformats.org/officeDocument/2006/relationships/tags" Target="../tags/tag189.xml"/><Relationship Id="rId22" Type="http://schemas.openxmlformats.org/officeDocument/2006/relationships/slideLayout" Target="../slideLayouts/slideLayout51.xml"/><Relationship Id="rId27" Type="http://schemas.openxmlformats.org/officeDocument/2006/relationships/slideLayout" Target="../slideLayouts/slideLayout56.xml"/><Relationship Id="rId43" Type="http://schemas.openxmlformats.org/officeDocument/2006/relationships/tags" Target="../tags/tag137.xml"/><Relationship Id="rId48" Type="http://schemas.openxmlformats.org/officeDocument/2006/relationships/tags" Target="../tags/tag142.xml"/><Relationship Id="rId64" Type="http://schemas.openxmlformats.org/officeDocument/2006/relationships/tags" Target="../tags/tag158.xml"/><Relationship Id="rId69" Type="http://schemas.openxmlformats.org/officeDocument/2006/relationships/tags" Target="../tags/tag163.xml"/><Relationship Id="rId113" Type="http://schemas.openxmlformats.org/officeDocument/2006/relationships/tags" Target="../tags/tag207.xml"/><Relationship Id="rId118" Type="http://schemas.openxmlformats.org/officeDocument/2006/relationships/tags" Target="../tags/tag212.xml"/><Relationship Id="rId134" Type="http://schemas.openxmlformats.org/officeDocument/2006/relationships/tags" Target="../tags/tag228.xml"/><Relationship Id="rId139" Type="http://schemas.openxmlformats.org/officeDocument/2006/relationships/tags" Target="../tags/tag233.xml"/><Relationship Id="rId80" Type="http://schemas.openxmlformats.org/officeDocument/2006/relationships/tags" Target="../tags/tag174.xml"/><Relationship Id="rId85" Type="http://schemas.openxmlformats.org/officeDocument/2006/relationships/tags" Target="../tags/tag179.xml"/><Relationship Id="rId150" Type="http://schemas.openxmlformats.org/officeDocument/2006/relationships/tags" Target="../tags/tag244.xml"/><Relationship Id="rId12" Type="http://schemas.openxmlformats.org/officeDocument/2006/relationships/slideLayout" Target="../slideLayouts/slideLayout41.xml"/><Relationship Id="rId17" Type="http://schemas.openxmlformats.org/officeDocument/2006/relationships/slideLayout" Target="../slideLayouts/slideLayout46.xml"/><Relationship Id="rId33" Type="http://schemas.openxmlformats.org/officeDocument/2006/relationships/tags" Target="../tags/tag127.xml"/><Relationship Id="rId38" Type="http://schemas.openxmlformats.org/officeDocument/2006/relationships/tags" Target="../tags/tag132.xml"/><Relationship Id="rId59" Type="http://schemas.openxmlformats.org/officeDocument/2006/relationships/tags" Target="../tags/tag153.xml"/><Relationship Id="rId103" Type="http://schemas.openxmlformats.org/officeDocument/2006/relationships/tags" Target="../tags/tag197.xml"/><Relationship Id="rId108" Type="http://schemas.openxmlformats.org/officeDocument/2006/relationships/tags" Target="../tags/tag202.xml"/><Relationship Id="rId124" Type="http://schemas.openxmlformats.org/officeDocument/2006/relationships/tags" Target="../tags/tag218.xml"/><Relationship Id="rId129" Type="http://schemas.openxmlformats.org/officeDocument/2006/relationships/tags" Target="../tags/tag223.xml"/><Relationship Id="rId54" Type="http://schemas.openxmlformats.org/officeDocument/2006/relationships/tags" Target="../tags/tag148.xml"/><Relationship Id="rId70" Type="http://schemas.openxmlformats.org/officeDocument/2006/relationships/tags" Target="../tags/tag164.xml"/><Relationship Id="rId75" Type="http://schemas.openxmlformats.org/officeDocument/2006/relationships/tags" Target="../tags/tag169.xml"/><Relationship Id="rId91" Type="http://schemas.openxmlformats.org/officeDocument/2006/relationships/tags" Target="../tags/tag185.xml"/><Relationship Id="rId96" Type="http://schemas.openxmlformats.org/officeDocument/2006/relationships/tags" Target="../tags/tag190.xml"/><Relationship Id="rId140" Type="http://schemas.openxmlformats.org/officeDocument/2006/relationships/tags" Target="../tags/tag234.xml"/><Relationship Id="rId145" Type="http://schemas.openxmlformats.org/officeDocument/2006/relationships/tags" Target="../tags/tag239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52.xml"/><Relationship Id="rId28" Type="http://schemas.openxmlformats.org/officeDocument/2006/relationships/slideLayout" Target="../slideLayouts/slideLayout57.xml"/><Relationship Id="rId49" Type="http://schemas.openxmlformats.org/officeDocument/2006/relationships/tags" Target="../tags/tag143.xml"/><Relationship Id="rId114" Type="http://schemas.openxmlformats.org/officeDocument/2006/relationships/tags" Target="../tags/tag208.xml"/><Relationship Id="rId119" Type="http://schemas.openxmlformats.org/officeDocument/2006/relationships/tags" Target="../tags/tag213.xml"/><Relationship Id="rId44" Type="http://schemas.openxmlformats.org/officeDocument/2006/relationships/tags" Target="../tags/tag138.xml"/><Relationship Id="rId60" Type="http://schemas.openxmlformats.org/officeDocument/2006/relationships/tags" Target="../tags/tag154.xml"/><Relationship Id="rId65" Type="http://schemas.openxmlformats.org/officeDocument/2006/relationships/tags" Target="../tags/tag159.xml"/><Relationship Id="rId81" Type="http://schemas.openxmlformats.org/officeDocument/2006/relationships/tags" Target="../tags/tag175.xml"/><Relationship Id="rId86" Type="http://schemas.openxmlformats.org/officeDocument/2006/relationships/tags" Target="../tags/tag180.xml"/><Relationship Id="rId130" Type="http://schemas.openxmlformats.org/officeDocument/2006/relationships/tags" Target="../tags/tag224.xml"/><Relationship Id="rId135" Type="http://schemas.openxmlformats.org/officeDocument/2006/relationships/tags" Target="../tags/tag229.xml"/><Relationship Id="rId151" Type="http://schemas.openxmlformats.org/officeDocument/2006/relationships/tags" Target="../tags/tag245.xml"/><Relationship Id="rId13" Type="http://schemas.openxmlformats.org/officeDocument/2006/relationships/slideLayout" Target="../slideLayouts/slideLayout42.xml"/><Relationship Id="rId18" Type="http://schemas.openxmlformats.org/officeDocument/2006/relationships/slideLayout" Target="../slideLayouts/slideLayout47.xml"/><Relationship Id="rId39" Type="http://schemas.openxmlformats.org/officeDocument/2006/relationships/tags" Target="../tags/tag133.xml"/><Relationship Id="rId109" Type="http://schemas.openxmlformats.org/officeDocument/2006/relationships/tags" Target="../tags/tag203.xml"/><Relationship Id="rId34" Type="http://schemas.openxmlformats.org/officeDocument/2006/relationships/tags" Target="../tags/tag128.xml"/><Relationship Id="rId50" Type="http://schemas.openxmlformats.org/officeDocument/2006/relationships/tags" Target="../tags/tag144.xml"/><Relationship Id="rId55" Type="http://schemas.openxmlformats.org/officeDocument/2006/relationships/tags" Target="../tags/tag149.xml"/><Relationship Id="rId76" Type="http://schemas.openxmlformats.org/officeDocument/2006/relationships/tags" Target="../tags/tag170.xml"/><Relationship Id="rId97" Type="http://schemas.openxmlformats.org/officeDocument/2006/relationships/tags" Target="../tags/tag191.xml"/><Relationship Id="rId104" Type="http://schemas.openxmlformats.org/officeDocument/2006/relationships/tags" Target="../tags/tag198.xml"/><Relationship Id="rId120" Type="http://schemas.openxmlformats.org/officeDocument/2006/relationships/tags" Target="../tags/tag214.xml"/><Relationship Id="rId125" Type="http://schemas.openxmlformats.org/officeDocument/2006/relationships/tags" Target="../tags/tag219.xml"/><Relationship Id="rId141" Type="http://schemas.openxmlformats.org/officeDocument/2006/relationships/tags" Target="../tags/tag235.xml"/><Relationship Id="rId146" Type="http://schemas.openxmlformats.org/officeDocument/2006/relationships/tags" Target="../tags/tag240.xml"/><Relationship Id="rId7" Type="http://schemas.openxmlformats.org/officeDocument/2006/relationships/slideLayout" Target="../slideLayouts/slideLayout36.xml"/><Relationship Id="rId71" Type="http://schemas.openxmlformats.org/officeDocument/2006/relationships/tags" Target="../tags/tag165.xml"/><Relationship Id="rId92" Type="http://schemas.openxmlformats.org/officeDocument/2006/relationships/tags" Target="../tags/tag186.xml"/><Relationship Id="rId2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58.xml"/><Relationship Id="rId24" Type="http://schemas.openxmlformats.org/officeDocument/2006/relationships/slideLayout" Target="../slideLayouts/slideLayout53.xml"/><Relationship Id="rId40" Type="http://schemas.openxmlformats.org/officeDocument/2006/relationships/tags" Target="../tags/tag134.xml"/><Relationship Id="rId45" Type="http://schemas.openxmlformats.org/officeDocument/2006/relationships/tags" Target="../tags/tag139.xml"/><Relationship Id="rId66" Type="http://schemas.openxmlformats.org/officeDocument/2006/relationships/tags" Target="../tags/tag160.xml"/><Relationship Id="rId87" Type="http://schemas.openxmlformats.org/officeDocument/2006/relationships/tags" Target="../tags/tag181.xml"/><Relationship Id="rId110" Type="http://schemas.openxmlformats.org/officeDocument/2006/relationships/tags" Target="../tags/tag204.xml"/><Relationship Id="rId115" Type="http://schemas.openxmlformats.org/officeDocument/2006/relationships/tags" Target="../tags/tag209.xml"/><Relationship Id="rId131" Type="http://schemas.openxmlformats.org/officeDocument/2006/relationships/tags" Target="../tags/tag225.xml"/><Relationship Id="rId136" Type="http://schemas.openxmlformats.org/officeDocument/2006/relationships/tags" Target="../tags/tag230.xml"/><Relationship Id="rId61" Type="http://schemas.openxmlformats.org/officeDocument/2006/relationships/tags" Target="../tags/tag155.xml"/><Relationship Id="rId82" Type="http://schemas.openxmlformats.org/officeDocument/2006/relationships/tags" Target="../tags/tag176.xml"/><Relationship Id="rId152" Type="http://schemas.openxmlformats.org/officeDocument/2006/relationships/tags" Target="../tags/tag246.xml"/><Relationship Id="rId19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43.xml"/><Relationship Id="rId30" Type="http://schemas.openxmlformats.org/officeDocument/2006/relationships/theme" Target="../theme/theme2.xml"/><Relationship Id="rId35" Type="http://schemas.openxmlformats.org/officeDocument/2006/relationships/tags" Target="../tags/tag129.xml"/><Relationship Id="rId56" Type="http://schemas.openxmlformats.org/officeDocument/2006/relationships/tags" Target="../tags/tag150.xml"/><Relationship Id="rId77" Type="http://schemas.openxmlformats.org/officeDocument/2006/relationships/tags" Target="../tags/tag171.xml"/><Relationship Id="rId100" Type="http://schemas.openxmlformats.org/officeDocument/2006/relationships/tags" Target="../tags/tag194.xml"/><Relationship Id="rId105" Type="http://schemas.openxmlformats.org/officeDocument/2006/relationships/tags" Target="../tags/tag199.xml"/><Relationship Id="rId126" Type="http://schemas.openxmlformats.org/officeDocument/2006/relationships/tags" Target="../tags/tag220.xml"/><Relationship Id="rId147" Type="http://schemas.openxmlformats.org/officeDocument/2006/relationships/tags" Target="../tags/tag241.xml"/><Relationship Id="rId8" Type="http://schemas.openxmlformats.org/officeDocument/2006/relationships/slideLayout" Target="../slideLayouts/slideLayout37.xml"/><Relationship Id="rId51" Type="http://schemas.openxmlformats.org/officeDocument/2006/relationships/tags" Target="../tags/tag145.xml"/><Relationship Id="rId72" Type="http://schemas.openxmlformats.org/officeDocument/2006/relationships/tags" Target="../tags/tag166.xml"/><Relationship Id="rId93" Type="http://schemas.openxmlformats.org/officeDocument/2006/relationships/tags" Target="../tags/tag187.xml"/><Relationship Id="rId98" Type="http://schemas.openxmlformats.org/officeDocument/2006/relationships/tags" Target="../tags/tag192.xml"/><Relationship Id="rId121" Type="http://schemas.openxmlformats.org/officeDocument/2006/relationships/tags" Target="../tags/tag215.xml"/><Relationship Id="rId142" Type="http://schemas.openxmlformats.org/officeDocument/2006/relationships/tags" Target="../tags/tag236.xml"/><Relationship Id="rId3" Type="http://schemas.openxmlformats.org/officeDocument/2006/relationships/slideLayout" Target="../slideLayouts/slideLayout32.xml"/><Relationship Id="rId25" Type="http://schemas.openxmlformats.org/officeDocument/2006/relationships/slideLayout" Target="../slideLayouts/slideLayout54.xml"/><Relationship Id="rId46" Type="http://schemas.openxmlformats.org/officeDocument/2006/relationships/tags" Target="../tags/tag140.xml"/><Relationship Id="rId67" Type="http://schemas.openxmlformats.org/officeDocument/2006/relationships/tags" Target="../tags/tag161.xml"/><Relationship Id="rId116" Type="http://schemas.openxmlformats.org/officeDocument/2006/relationships/tags" Target="../tags/tag210.xml"/><Relationship Id="rId137" Type="http://schemas.openxmlformats.org/officeDocument/2006/relationships/tags" Target="../tags/tag231.xml"/><Relationship Id="rId20" Type="http://schemas.openxmlformats.org/officeDocument/2006/relationships/slideLayout" Target="../slideLayouts/slideLayout49.xml"/><Relationship Id="rId41" Type="http://schemas.openxmlformats.org/officeDocument/2006/relationships/tags" Target="../tags/tag135.xml"/><Relationship Id="rId62" Type="http://schemas.openxmlformats.org/officeDocument/2006/relationships/tags" Target="../tags/tag156.xml"/><Relationship Id="rId83" Type="http://schemas.openxmlformats.org/officeDocument/2006/relationships/tags" Target="../tags/tag177.xml"/><Relationship Id="rId88" Type="http://schemas.openxmlformats.org/officeDocument/2006/relationships/tags" Target="../tags/tag182.xml"/><Relationship Id="rId111" Type="http://schemas.openxmlformats.org/officeDocument/2006/relationships/tags" Target="../tags/tag205.xml"/><Relationship Id="rId132" Type="http://schemas.openxmlformats.org/officeDocument/2006/relationships/tags" Target="../tags/tag226.xml"/><Relationship Id="rId153" Type="http://schemas.openxmlformats.org/officeDocument/2006/relationships/tags" Target="../tags/tag247.xml"/><Relationship Id="rId15" Type="http://schemas.openxmlformats.org/officeDocument/2006/relationships/slideLayout" Target="../slideLayouts/slideLayout44.xml"/><Relationship Id="rId36" Type="http://schemas.openxmlformats.org/officeDocument/2006/relationships/tags" Target="../tags/tag130.xml"/><Relationship Id="rId57" Type="http://schemas.openxmlformats.org/officeDocument/2006/relationships/tags" Target="../tags/tag151.xml"/><Relationship Id="rId106" Type="http://schemas.openxmlformats.org/officeDocument/2006/relationships/tags" Target="../tags/tag200.xml"/><Relationship Id="rId127" Type="http://schemas.openxmlformats.org/officeDocument/2006/relationships/tags" Target="../tags/tag221.xml"/><Relationship Id="rId10" Type="http://schemas.openxmlformats.org/officeDocument/2006/relationships/slideLayout" Target="../slideLayouts/slideLayout39.xml"/><Relationship Id="rId31" Type="http://schemas.openxmlformats.org/officeDocument/2006/relationships/tags" Target="../tags/tag125.xml"/><Relationship Id="rId52" Type="http://schemas.openxmlformats.org/officeDocument/2006/relationships/tags" Target="../tags/tag146.xml"/><Relationship Id="rId73" Type="http://schemas.openxmlformats.org/officeDocument/2006/relationships/tags" Target="../tags/tag167.xml"/><Relationship Id="rId78" Type="http://schemas.openxmlformats.org/officeDocument/2006/relationships/tags" Target="../tags/tag172.xml"/><Relationship Id="rId94" Type="http://schemas.openxmlformats.org/officeDocument/2006/relationships/tags" Target="../tags/tag188.xml"/><Relationship Id="rId99" Type="http://schemas.openxmlformats.org/officeDocument/2006/relationships/tags" Target="../tags/tag193.xml"/><Relationship Id="rId101" Type="http://schemas.openxmlformats.org/officeDocument/2006/relationships/tags" Target="../tags/tag195.xml"/><Relationship Id="rId122" Type="http://schemas.openxmlformats.org/officeDocument/2006/relationships/tags" Target="../tags/tag216.xml"/><Relationship Id="rId143" Type="http://schemas.openxmlformats.org/officeDocument/2006/relationships/tags" Target="../tags/tag237.xml"/><Relationship Id="rId148" Type="http://schemas.openxmlformats.org/officeDocument/2006/relationships/tags" Target="../tags/tag242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26" Type="http://schemas.openxmlformats.org/officeDocument/2006/relationships/slideLayout" Target="../slideLayouts/slideLayout55.xml"/><Relationship Id="rId47" Type="http://schemas.openxmlformats.org/officeDocument/2006/relationships/tags" Target="../tags/tag141.xml"/><Relationship Id="rId68" Type="http://schemas.openxmlformats.org/officeDocument/2006/relationships/tags" Target="../tags/tag162.xml"/><Relationship Id="rId89" Type="http://schemas.openxmlformats.org/officeDocument/2006/relationships/tags" Target="../tags/tag183.xml"/><Relationship Id="rId112" Type="http://schemas.openxmlformats.org/officeDocument/2006/relationships/tags" Target="../tags/tag206.xml"/><Relationship Id="rId133" Type="http://schemas.openxmlformats.org/officeDocument/2006/relationships/tags" Target="../tags/tag227.xml"/><Relationship Id="rId16" Type="http://schemas.openxmlformats.org/officeDocument/2006/relationships/slideLayout" Target="../slideLayouts/slideLayout45.xml"/><Relationship Id="rId37" Type="http://schemas.openxmlformats.org/officeDocument/2006/relationships/tags" Target="../tags/tag131.xml"/><Relationship Id="rId58" Type="http://schemas.openxmlformats.org/officeDocument/2006/relationships/tags" Target="../tags/tag152.xml"/><Relationship Id="rId79" Type="http://schemas.openxmlformats.org/officeDocument/2006/relationships/tags" Target="../tags/tag173.xml"/><Relationship Id="rId102" Type="http://schemas.openxmlformats.org/officeDocument/2006/relationships/tags" Target="../tags/tag196.xml"/><Relationship Id="rId123" Type="http://schemas.openxmlformats.org/officeDocument/2006/relationships/tags" Target="../tags/tag217.xml"/><Relationship Id="rId144" Type="http://schemas.openxmlformats.org/officeDocument/2006/relationships/tags" Target="../tags/tag238.xml"/><Relationship Id="rId90" Type="http://schemas.openxmlformats.org/officeDocument/2006/relationships/tags" Target="../tags/tag184.xml"/></Relationships>
</file>

<file path=ppt/slideMasters/_rels/slideMaster3.xml.rels><?xml version="1.0" encoding="UTF-8" standalone="yes"?>
<Relationships xmlns="http://schemas.openxmlformats.org/package/2006/relationships"><Relationship Id="rId117" Type="http://schemas.openxmlformats.org/officeDocument/2006/relationships/tags" Target="../tags/tag334.xml"/><Relationship Id="rId21" Type="http://schemas.openxmlformats.org/officeDocument/2006/relationships/slideLayout" Target="../slideLayouts/slideLayout79.xml"/><Relationship Id="rId42" Type="http://schemas.openxmlformats.org/officeDocument/2006/relationships/tags" Target="../tags/tag259.xml"/><Relationship Id="rId63" Type="http://schemas.openxmlformats.org/officeDocument/2006/relationships/tags" Target="../tags/tag280.xml"/><Relationship Id="rId84" Type="http://schemas.openxmlformats.org/officeDocument/2006/relationships/tags" Target="../tags/tag301.xml"/><Relationship Id="rId138" Type="http://schemas.openxmlformats.org/officeDocument/2006/relationships/tags" Target="../tags/tag355.xml"/><Relationship Id="rId107" Type="http://schemas.openxmlformats.org/officeDocument/2006/relationships/tags" Target="../tags/tag324.xml"/><Relationship Id="rId11" Type="http://schemas.openxmlformats.org/officeDocument/2006/relationships/slideLayout" Target="../slideLayouts/slideLayout69.xml"/><Relationship Id="rId32" Type="http://schemas.openxmlformats.org/officeDocument/2006/relationships/tags" Target="../tags/tag249.xml"/><Relationship Id="rId53" Type="http://schemas.openxmlformats.org/officeDocument/2006/relationships/tags" Target="../tags/tag270.xml"/><Relationship Id="rId74" Type="http://schemas.openxmlformats.org/officeDocument/2006/relationships/tags" Target="../tags/tag291.xml"/><Relationship Id="rId128" Type="http://schemas.openxmlformats.org/officeDocument/2006/relationships/tags" Target="../tags/tag345.xml"/><Relationship Id="rId149" Type="http://schemas.openxmlformats.org/officeDocument/2006/relationships/tags" Target="../tags/tag366.xml"/><Relationship Id="rId5" Type="http://schemas.openxmlformats.org/officeDocument/2006/relationships/slideLayout" Target="../slideLayouts/slideLayout63.xml"/><Relationship Id="rId95" Type="http://schemas.openxmlformats.org/officeDocument/2006/relationships/tags" Target="../tags/tag312.xml"/><Relationship Id="rId22" Type="http://schemas.openxmlformats.org/officeDocument/2006/relationships/slideLayout" Target="../slideLayouts/slideLayout80.xml"/><Relationship Id="rId27" Type="http://schemas.openxmlformats.org/officeDocument/2006/relationships/slideLayout" Target="../slideLayouts/slideLayout85.xml"/><Relationship Id="rId43" Type="http://schemas.openxmlformats.org/officeDocument/2006/relationships/tags" Target="../tags/tag260.xml"/><Relationship Id="rId48" Type="http://schemas.openxmlformats.org/officeDocument/2006/relationships/tags" Target="../tags/tag265.xml"/><Relationship Id="rId64" Type="http://schemas.openxmlformats.org/officeDocument/2006/relationships/tags" Target="../tags/tag281.xml"/><Relationship Id="rId69" Type="http://schemas.openxmlformats.org/officeDocument/2006/relationships/tags" Target="../tags/tag286.xml"/><Relationship Id="rId113" Type="http://schemas.openxmlformats.org/officeDocument/2006/relationships/tags" Target="../tags/tag330.xml"/><Relationship Id="rId118" Type="http://schemas.openxmlformats.org/officeDocument/2006/relationships/tags" Target="../tags/tag335.xml"/><Relationship Id="rId134" Type="http://schemas.openxmlformats.org/officeDocument/2006/relationships/tags" Target="../tags/tag351.xml"/><Relationship Id="rId139" Type="http://schemas.openxmlformats.org/officeDocument/2006/relationships/tags" Target="../tags/tag356.xml"/><Relationship Id="rId80" Type="http://schemas.openxmlformats.org/officeDocument/2006/relationships/tags" Target="../tags/tag297.xml"/><Relationship Id="rId85" Type="http://schemas.openxmlformats.org/officeDocument/2006/relationships/tags" Target="../tags/tag302.xml"/><Relationship Id="rId150" Type="http://schemas.openxmlformats.org/officeDocument/2006/relationships/tags" Target="../tags/tag367.xml"/><Relationship Id="rId155" Type="http://schemas.openxmlformats.org/officeDocument/2006/relationships/oleObject" Target="../embeddings/oleObject1.bin"/><Relationship Id="rId12" Type="http://schemas.openxmlformats.org/officeDocument/2006/relationships/slideLayout" Target="../slideLayouts/slideLayout70.xml"/><Relationship Id="rId17" Type="http://schemas.openxmlformats.org/officeDocument/2006/relationships/slideLayout" Target="../slideLayouts/slideLayout75.xml"/><Relationship Id="rId33" Type="http://schemas.openxmlformats.org/officeDocument/2006/relationships/tags" Target="../tags/tag250.xml"/><Relationship Id="rId38" Type="http://schemas.openxmlformats.org/officeDocument/2006/relationships/tags" Target="../tags/tag255.xml"/><Relationship Id="rId59" Type="http://schemas.openxmlformats.org/officeDocument/2006/relationships/tags" Target="../tags/tag276.xml"/><Relationship Id="rId103" Type="http://schemas.openxmlformats.org/officeDocument/2006/relationships/tags" Target="../tags/tag320.xml"/><Relationship Id="rId108" Type="http://schemas.openxmlformats.org/officeDocument/2006/relationships/tags" Target="../tags/tag325.xml"/><Relationship Id="rId124" Type="http://schemas.openxmlformats.org/officeDocument/2006/relationships/tags" Target="../tags/tag341.xml"/><Relationship Id="rId129" Type="http://schemas.openxmlformats.org/officeDocument/2006/relationships/tags" Target="../tags/tag346.xml"/><Relationship Id="rId54" Type="http://schemas.openxmlformats.org/officeDocument/2006/relationships/tags" Target="../tags/tag271.xml"/><Relationship Id="rId70" Type="http://schemas.openxmlformats.org/officeDocument/2006/relationships/tags" Target="../tags/tag287.xml"/><Relationship Id="rId75" Type="http://schemas.openxmlformats.org/officeDocument/2006/relationships/tags" Target="../tags/tag292.xml"/><Relationship Id="rId91" Type="http://schemas.openxmlformats.org/officeDocument/2006/relationships/tags" Target="../tags/tag308.xml"/><Relationship Id="rId96" Type="http://schemas.openxmlformats.org/officeDocument/2006/relationships/tags" Target="../tags/tag313.xml"/><Relationship Id="rId140" Type="http://schemas.openxmlformats.org/officeDocument/2006/relationships/tags" Target="../tags/tag357.xml"/><Relationship Id="rId145" Type="http://schemas.openxmlformats.org/officeDocument/2006/relationships/tags" Target="../tags/tag362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23" Type="http://schemas.openxmlformats.org/officeDocument/2006/relationships/slideLayout" Target="../slideLayouts/slideLayout81.xml"/><Relationship Id="rId28" Type="http://schemas.openxmlformats.org/officeDocument/2006/relationships/slideLayout" Target="../slideLayouts/slideLayout86.xml"/><Relationship Id="rId49" Type="http://schemas.openxmlformats.org/officeDocument/2006/relationships/tags" Target="../tags/tag266.xml"/><Relationship Id="rId114" Type="http://schemas.openxmlformats.org/officeDocument/2006/relationships/tags" Target="../tags/tag331.xml"/><Relationship Id="rId119" Type="http://schemas.openxmlformats.org/officeDocument/2006/relationships/tags" Target="../tags/tag336.xml"/><Relationship Id="rId44" Type="http://schemas.openxmlformats.org/officeDocument/2006/relationships/tags" Target="../tags/tag261.xml"/><Relationship Id="rId60" Type="http://schemas.openxmlformats.org/officeDocument/2006/relationships/tags" Target="../tags/tag277.xml"/><Relationship Id="rId65" Type="http://schemas.openxmlformats.org/officeDocument/2006/relationships/tags" Target="../tags/tag282.xml"/><Relationship Id="rId81" Type="http://schemas.openxmlformats.org/officeDocument/2006/relationships/tags" Target="../tags/tag298.xml"/><Relationship Id="rId86" Type="http://schemas.openxmlformats.org/officeDocument/2006/relationships/tags" Target="../tags/tag303.xml"/><Relationship Id="rId130" Type="http://schemas.openxmlformats.org/officeDocument/2006/relationships/tags" Target="../tags/tag347.xml"/><Relationship Id="rId135" Type="http://schemas.openxmlformats.org/officeDocument/2006/relationships/tags" Target="../tags/tag352.xml"/><Relationship Id="rId151" Type="http://schemas.openxmlformats.org/officeDocument/2006/relationships/tags" Target="../tags/tag368.xml"/><Relationship Id="rId156" Type="http://schemas.openxmlformats.org/officeDocument/2006/relationships/image" Target="../media/image7.emf"/><Relationship Id="rId13" Type="http://schemas.openxmlformats.org/officeDocument/2006/relationships/slideLayout" Target="../slideLayouts/slideLayout71.xml"/><Relationship Id="rId18" Type="http://schemas.openxmlformats.org/officeDocument/2006/relationships/slideLayout" Target="../slideLayouts/slideLayout76.xml"/><Relationship Id="rId39" Type="http://schemas.openxmlformats.org/officeDocument/2006/relationships/tags" Target="../tags/tag256.xml"/><Relationship Id="rId109" Type="http://schemas.openxmlformats.org/officeDocument/2006/relationships/tags" Target="../tags/tag326.xml"/><Relationship Id="rId34" Type="http://schemas.openxmlformats.org/officeDocument/2006/relationships/tags" Target="../tags/tag251.xml"/><Relationship Id="rId50" Type="http://schemas.openxmlformats.org/officeDocument/2006/relationships/tags" Target="../tags/tag267.xml"/><Relationship Id="rId55" Type="http://schemas.openxmlformats.org/officeDocument/2006/relationships/tags" Target="../tags/tag272.xml"/><Relationship Id="rId76" Type="http://schemas.openxmlformats.org/officeDocument/2006/relationships/tags" Target="../tags/tag293.xml"/><Relationship Id="rId97" Type="http://schemas.openxmlformats.org/officeDocument/2006/relationships/tags" Target="../tags/tag314.xml"/><Relationship Id="rId104" Type="http://schemas.openxmlformats.org/officeDocument/2006/relationships/tags" Target="../tags/tag321.xml"/><Relationship Id="rId120" Type="http://schemas.openxmlformats.org/officeDocument/2006/relationships/tags" Target="../tags/tag337.xml"/><Relationship Id="rId125" Type="http://schemas.openxmlformats.org/officeDocument/2006/relationships/tags" Target="../tags/tag342.xml"/><Relationship Id="rId141" Type="http://schemas.openxmlformats.org/officeDocument/2006/relationships/tags" Target="../tags/tag358.xml"/><Relationship Id="rId146" Type="http://schemas.openxmlformats.org/officeDocument/2006/relationships/tags" Target="../tags/tag363.xml"/><Relationship Id="rId7" Type="http://schemas.openxmlformats.org/officeDocument/2006/relationships/slideLayout" Target="../slideLayouts/slideLayout65.xml"/><Relationship Id="rId71" Type="http://schemas.openxmlformats.org/officeDocument/2006/relationships/tags" Target="../tags/tag288.xml"/><Relationship Id="rId92" Type="http://schemas.openxmlformats.org/officeDocument/2006/relationships/tags" Target="../tags/tag309.xml"/><Relationship Id="rId2" Type="http://schemas.openxmlformats.org/officeDocument/2006/relationships/slideLayout" Target="../slideLayouts/slideLayout60.xml"/><Relationship Id="rId29" Type="http://schemas.openxmlformats.org/officeDocument/2006/relationships/slideLayout" Target="../slideLayouts/slideLayout87.xml"/><Relationship Id="rId24" Type="http://schemas.openxmlformats.org/officeDocument/2006/relationships/slideLayout" Target="../slideLayouts/slideLayout82.xml"/><Relationship Id="rId40" Type="http://schemas.openxmlformats.org/officeDocument/2006/relationships/tags" Target="../tags/tag257.xml"/><Relationship Id="rId45" Type="http://schemas.openxmlformats.org/officeDocument/2006/relationships/tags" Target="../tags/tag262.xml"/><Relationship Id="rId66" Type="http://schemas.openxmlformats.org/officeDocument/2006/relationships/tags" Target="../tags/tag283.xml"/><Relationship Id="rId87" Type="http://schemas.openxmlformats.org/officeDocument/2006/relationships/tags" Target="../tags/tag304.xml"/><Relationship Id="rId110" Type="http://schemas.openxmlformats.org/officeDocument/2006/relationships/tags" Target="../tags/tag327.xml"/><Relationship Id="rId115" Type="http://schemas.openxmlformats.org/officeDocument/2006/relationships/tags" Target="../tags/tag332.xml"/><Relationship Id="rId131" Type="http://schemas.openxmlformats.org/officeDocument/2006/relationships/tags" Target="../tags/tag348.xml"/><Relationship Id="rId136" Type="http://schemas.openxmlformats.org/officeDocument/2006/relationships/tags" Target="../tags/tag353.xml"/><Relationship Id="rId61" Type="http://schemas.openxmlformats.org/officeDocument/2006/relationships/tags" Target="../tags/tag278.xml"/><Relationship Id="rId82" Type="http://schemas.openxmlformats.org/officeDocument/2006/relationships/tags" Target="../tags/tag299.xml"/><Relationship Id="rId152" Type="http://schemas.openxmlformats.org/officeDocument/2006/relationships/tags" Target="../tags/tag369.xml"/><Relationship Id="rId19" Type="http://schemas.openxmlformats.org/officeDocument/2006/relationships/slideLayout" Target="../slideLayouts/slideLayout77.xml"/><Relationship Id="rId14" Type="http://schemas.openxmlformats.org/officeDocument/2006/relationships/slideLayout" Target="../slideLayouts/slideLayout72.xml"/><Relationship Id="rId30" Type="http://schemas.openxmlformats.org/officeDocument/2006/relationships/theme" Target="../theme/theme3.xml"/><Relationship Id="rId35" Type="http://schemas.openxmlformats.org/officeDocument/2006/relationships/tags" Target="../tags/tag252.xml"/><Relationship Id="rId56" Type="http://schemas.openxmlformats.org/officeDocument/2006/relationships/tags" Target="../tags/tag273.xml"/><Relationship Id="rId77" Type="http://schemas.openxmlformats.org/officeDocument/2006/relationships/tags" Target="../tags/tag294.xml"/><Relationship Id="rId100" Type="http://schemas.openxmlformats.org/officeDocument/2006/relationships/tags" Target="../tags/tag317.xml"/><Relationship Id="rId105" Type="http://schemas.openxmlformats.org/officeDocument/2006/relationships/tags" Target="../tags/tag322.xml"/><Relationship Id="rId126" Type="http://schemas.openxmlformats.org/officeDocument/2006/relationships/tags" Target="../tags/tag343.xml"/><Relationship Id="rId147" Type="http://schemas.openxmlformats.org/officeDocument/2006/relationships/tags" Target="../tags/tag364.xml"/><Relationship Id="rId8" Type="http://schemas.openxmlformats.org/officeDocument/2006/relationships/slideLayout" Target="../slideLayouts/slideLayout66.xml"/><Relationship Id="rId51" Type="http://schemas.openxmlformats.org/officeDocument/2006/relationships/tags" Target="../tags/tag268.xml"/><Relationship Id="rId72" Type="http://schemas.openxmlformats.org/officeDocument/2006/relationships/tags" Target="../tags/tag289.xml"/><Relationship Id="rId93" Type="http://schemas.openxmlformats.org/officeDocument/2006/relationships/tags" Target="../tags/tag310.xml"/><Relationship Id="rId98" Type="http://schemas.openxmlformats.org/officeDocument/2006/relationships/tags" Target="../tags/tag315.xml"/><Relationship Id="rId121" Type="http://schemas.openxmlformats.org/officeDocument/2006/relationships/tags" Target="../tags/tag338.xml"/><Relationship Id="rId142" Type="http://schemas.openxmlformats.org/officeDocument/2006/relationships/tags" Target="../tags/tag359.xml"/><Relationship Id="rId3" Type="http://schemas.openxmlformats.org/officeDocument/2006/relationships/slideLayout" Target="../slideLayouts/slideLayout61.xml"/><Relationship Id="rId25" Type="http://schemas.openxmlformats.org/officeDocument/2006/relationships/slideLayout" Target="../slideLayouts/slideLayout83.xml"/><Relationship Id="rId46" Type="http://schemas.openxmlformats.org/officeDocument/2006/relationships/tags" Target="../tags/tag263.xml"/><Relationship Id="rId67" Type="http://schemas.openxmlformats.org/officeDocument/2006/relationships/tags" Target="../tags/tag284.xml"/><Relationship Id="rId116" Type="http://schemas.openxmlformats.org/officeDocument/2006/relationships/tags" Target="../tags/tag333.xml"/><Relationship Id="rId137" Type="http://schemas.openxmlformats.org/officeDocument/2006/relationships/tags" Target="../tags/tag354.xml"/><Relationship Id="rId20" Type="http://schemas.openxmlformats.org/officeDocument/2006/relationships/slideLayout" Target="../slideLayouts/slideLayout78.xml"/><Relationship Id="rId41" Type="http://schemas.openxmlformats.org/officeDocument/2006/relationships/tags" Target="../tags/tag258.xml"/><Relationship Id="rId62" Type="http://schemas.openxmlformats.org/officeDocument/2006/relationships/tags" Target="../tags/tag279.xml"/><Relationship Id="rId83" Type="http://schemas.openxmlformats.org/officeDocument/2006/relationships/tags" Target="../tags/tag300.xml"/><Relationship Id="rId88" Type="http://schemas.openxmlformats.org/officeDocument/2006/relationships/tags" Target="../tags/tag305.xml"/><Relationship Id="rId111" Type="http://schemas.openxmlformats.org/officeDocument/2006/relationships/tags" Target="../tags/tag328.xml"/><Relationship Id="rId132" Type="http://schemas.openxmlformats.org/officeDocument/2006/relationships/tags" Target="../tags/tag349.xml"/><Relationship Id="rId153" Type="http://schemas.openxmlformats.org/officeDocument/2006/relationships/tags" Target="../tags/tag370.xml"/><Relationship Id="rId15" Type="http://schemas.openxmlformats.org/officeDocument/2006/relationships/slideLayout" Target="../slideLayouts/slideLayout73.xml"/><Relationship Id="rId36" Type="http://schemas.openxmlformats.org/officeDocument/2006/relationships/tags" Target="../tags/tag253.xml"/><Relationship Id="rId57" Type="http://schemas.openxmlformats.org/officeDocument/2006/relationships/tags" Target="../tags/tag274.xml"/><Relationship Id="rId106" Type="http://schemas.openxmlformats.org/officeDocument/2006/relationships/tags" Target="../tags/tag323.xml"/><Relationship Id="rId127" Type="http://schemas.openxmlformats.org/officeDocument/2006/relationships/tags" Target="../tags/tag344.xml"/><Relationship Id="rId10" Type="http://schemas.openxmlformats.org/officeDocument/2006/relationships/slideLayout" Target="../slideLayouts/slideLayout68.xml"/><Relationship Id="rId31" Type="http://schemas.openxmlformats.org/officeDocument/2006/relationships/tags" Target="../tags/tag248.xml"/><Relationship Id="rId52" Type="http://schemas.openxmlformats.org/officeDocument/2006/relationships/tags" Target="../tags/tag269.xml"/><Relationship Id="rId73" Type="http://schemas.openxmlformats.org/officeDocument/2006/relationships/tags" Target="../tags/tag290.xml"/><Relationship Id="rId78" Type="http://schemas.openxmlformats.org/officeDocument/2006/relationships/tags" Target="../tags/tag295.xml"/><Relationship Id="rId94" Type="http://schemas.openxmlformats.org/officeDocument/2006/relationships/tags" Target="../tags/tag311.xml"/><Relationship Id="rId99" Type="http://schemas.openxmlformats.org/officeDocument/2006/relationships/tags" Target="../tags/tag316.xml"/><Relationship Id="rId101" Type="http://schemas.openxmlformats.org/officeDocument/2006/relationships/tags" Target="../tags/tag318.xml"/><Relationship Id="rId122" Type="http://schemas.openxmlformats.org/officeDocument/2006/relationships/tags" Target="../tags/tag339.xml"/><Relationship Id="rId143" Type="http://schemas.openxmlformats.org/officeDocument/2006/relationships/tags" Target="../tags/tag360.xml"/><Relationship Id="rId148" Type="http://schemas.openxmlformats.org/officeDocument/2006/relationships/tags" Target="../tags/tag365.xml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Relationship Id="rId26" Type="http://schemas.openxmlformats.org/officeDocument/2006/relationships/slideLayout" Target="../slideLayouts/slideLayout84.xml"/><Relationship Id="rId47" Type="http://schemas.openxmlformats.org/officeDocument/2006/relationships/tags" Target="../tags/tag264.xml"/><Relationship Id="rId68" Type="http://schemas.openxmlformats.org/officeDocument/2006/relationships/tags" Target="../tags/tag285.xml"/><Relationship Id="rId89" Type="http://schemas.openxmlformats.org/officeDocument/2006/relationships/tags" Target="../tags/tag306.xml"/><Relationship Id="rId112" Type="http://schemas.openxmlformats.org/officeDocument/2006/relationships/tags" Target="../tags/tag329.xml"/><Relationship Id="rId133" Type="http://schemas.openxmlformats.org/officeDocument/2006/relationships/tags" Target="../tags/tag350.xml"/><Relationship Id="rId154" Type="http://schemas.openxmlformats.org/officeDocument/2006/relationships/tags" Target="../tags/tag371.xml"/><Relationship Id="rId16" Type="http://schemas.openxmlformats.org/officeDocument/2006/relationships/slideLayout" Target="../slideLayouts/slideLayout74.xml"/><Relationship Id="rId37" Type="http://schemas.openxmlformats.org/officeDocument/2006/relationships/tags" Target="../tags/tag254.xml"/><Relationship Id="rId58" Type="http://schemas.openxmlformats.org/officeDocument/2006/relationships/tags" Target="../tags/tag275.xml"/><Relationship Id="rId79" Type="http://schemas.openxmlformats.org/officeDocument/2006/relationships/tags" Target="../tags/tag296.xml"/><Relationship Id="rId102" Type="http://schemas.openxmlformats.org/officeDocument/2006/relationships/tags" Target="../tags/tag319.xml"/><Relationship Id="rId123" Type="http://schemas.openxmlformats.org/officeDocument/2006/relationships/tags" Target="../tags/tag340.xml"/><Relationship Id="rId144" Type="http://schemas.openxmlformats.org/officeDocument/2006/relationships/tags" Target="../tags/tag361.xml"/><Relationship Id="rId90" Type="http://schemas.openxmlformats.org/officeDocument/2006/relationships/tags" Target="../tags/tag307.xml"/></Relationships>
</file>

<file path=ppt/slideMasters/_rels/slideMaster4.xml.rels><?xml version="1.0" encoding="UTF-8" standalone="yes"?>
<Relationships xmlns="http://schemas.openxmlformats.org/package/2006/relationships"><Relationship Id="rId117" Type="http://schemas.openxmlformats.org/officeDocument/2006/relationships/tags" Target="../tags/tag458.xml"/><Relationship Id="rId21" Type="http://schemas.openxmlformats.org/officeDocument/2006/relationships/slideLayout" Target="../slideLayouts/slideLayout108.xml"/><Relationship Id="rId42" Type="http://schemas.openxmlformats.org/officeDocument/2006/relationships/tags" Target="../tags/tag383.xml"/><Relationship Id="rId63" Type="http://schemas.openxmlformats.org/officeDocument/2006/relationships/tags" Target="../tags/tag404.xml"/><Relationship Id="rId84" Type="http://schemas.openxmlformats.org/officeDocument/2006/relationships/tags" Target="../tags/tag425.xml"/><Relationship Id="rId138" Type="http://schemas.openxmlformats.org/officeDocument/2006/relationships/tags" Target="../tags/tag479.xml"/><Relationship Id="rId107" Type="http://schemas.openxmlformats.org/officeDocument/2006/relationships/tags" Target="../tags/tag448.xml"/><Relationship Id="rId11" Type="http://schemas.openxmlformats.org/officeDocument/2006/relationships/slideLayout" Target="../slideLayouts/slideLayout98.xml"/><Relationship Id="rId32" Type="http://schemas.openxmlformats.org/officeDocument/2006/relationships/tags" Target="../tags/tag373.xml"/><Relationship Id="rId53" Type="http://schemas.openxmlformats.org/officeDocument/2006/relationships/tags" Target="../tags/tag394.xml"/><Relationship Id="rId74" Type="http://schemas.openxmlformats.org/officeDocument/2006/relationships/tags" Target="../tags/tag415.xml"/><Relationship Id="rId128" Type="http://schemas.openxmlformats.org/officeDocument/2006/relationships/tags" Target="../tags/tag469.xml"/><Relationship Id="rId149" Type="http://schemas.openxmlformats.org/officeDocument/2006/relationships/tags" Target="../tags/tag490.xml"/><Relationship Id="rId5" Type="http://schemas.openxmlformats.org/officeDocument/2006/relationships/slideLayout" Target="../slideLayouts/slideLayout92.xml"/><Relationship Id="rId95" Type="http://schemas.openxmlformats.org/officeDocument/2006/relationships/tags" Target="../tags/tag436.xml"/><Relationship Id="rId22" Type="http://schemas.openxmlformats.org/officeDocument/2006/relationships/slideLayout" Target="../slideLayouts/slideLayout109.xml"/><Relationship Id="rId27" Type="http://schemas.openxmlformats.org/officeDocument/2006/relationships/slideLayout" Target="../slideLayouts/slideLayout114.xml"/><Relationship Id="rId43" Type="http://schemas.openxmlformats.org/officeDocument/2006/relationships/tags" Target="../tags/tag384.xml"/><Relationship Id="rId48" Type="http://schemas.openxmlformats.org/officeDocument/2006/relationships/tags" Target="../tags/tag389.xml"/><Relationship Id="rId64" Type="http://schemas.openxmlformats.org/officeDocument/2006/relationships/tags" Target="../tags/tag405.xml"/><Relationship Id="rId69" Type="http://schemas.openxmlformats.org/officeDocument/2006/relationships/tags" Target="../tags/tag410.xml"/><Relationship Id="rId113" Type="http://schemas.openxmlformats.org/officeDocument/2006/relationships/tags" Target="../tags/tag454.xml"/><Relationship Id="rId118" Type="http://schemas.openxmlformats.org/officeDocument/2006/relationships/tags" Target="../tags/tag459.xml"/><Relationship Id="rId134" Type="http://schemas.openxmlformats.org/officeDocument/2006/relationships/tags" Target="../tags/tag475.xml"/><Relationship Id="rId139" Type="http://schemas.openxmlformats.org/officeDocument/2006/relationships/tags" Target="../tags/tag480.xml"/><Relationship Id="rId80" Type="http://schemas.openxmlformats.org/officeDocument/2006/relationships/tags" Target="../tags/tag421.xml"/><Relationship Id="rId85" Type="http://schemas.openxmlformats.org/officeDocument/2006/relationships/tags" Target="../tags/tag426.xml"/><Relationship Id="rId150" Type="http://schemas.openxmlformats.org/officeDocument/2006/relationships/tags" Target="../tags/tag491.xml"/><Relationship Id="rId12" Type="http://schemas.openxmlformats.org/officeDocument/2006/relationships/slideLayout" Target="../slideLayouts/slideLayout99.xml"/><Relationship Id="rId17" Type="http://schemas.openxmlformats.org/officeDocument/2006/relationships/slideLayout" Target="../slideLayouts/slideLayout104.xml"/><Relationship Id="rId33" Type="http://schemas.openxmlformats.org/officeDocument/2006/relationships/tags" Target="../tags/tag374.xml"/><Relationship Id="rId38" Type="http://schemas.openxmlformats.org/officeDocument/2006/relationships/tags" Target="../tags/tag379.xml"/><Relationship Id="rId59" Type="http://schemas.openxmlformats.org/officeDocument/2006/relationships/tags" Target="../tags/tag400.xml"/><Relationship Id="rId103" Type="http://schemas.openxmlformats.org/officeDocument/2006/relationships/tags" Target="../tags/tag444.xml"/><Relationship Id="rId108" Type="http://schemas.openxmlformats.org/officeDocument/2006/relationships/tags" Target="../tags/tag449.xml"/><Relationship Id="rId124" Type="http://schemas.openxmlformats.org/officeDocument/2006/relationships/tags" Target="../tags/tag465.xml"/><Relationship Id="rId129" Type="http://schemas.openxmlformats.org/officeDocument/2006/relationships/tags" Target="../tags/tag470.xml"/><Relationship Id="rId54" Type="http://schemas.openxmlformats.org/officeDocument/2006/relationships/tags" Target="../tags/tag395.xml"/><Relationship Id="rId70" Type="http://schemas.openxmlformats.org/officeDocument/2006/relationships/tags" Target="../tags/tag411.xml"/><Relationship Id="rId75" Type="http://schemas.openxmlformats.org/officeDocument/2006/relationships/tags" Target="../tags/tag416.xml"/><Relationship Id="rId91" Type="http://schemas.openxmlformats.org/officeDocument/2006/relationships/tags" Target="../tags/tag432.xml"/><Relationship Id="rId96" Type="http://schemas.openxmlformats.org/officeDocument/2006/relationships/tags" Target="../tags/tag437.xml"/><Relationship Id="rId140" Type="http://schemas.openxmlformats.org/officeDocument/2006/relationships/tags" Target="../tags/tag481.xml"/><Relationship Id="rId145" Type="http://schemas.openxmlformats.org/officeDocument/2006/relationships/tags" Target="../tags/tag486.xml"/><Relationship Id="rId1" Type="http://schemas.openxmlformats.org/officeDocument/2006/relationships/slideLayout" Target="../slideLayouts/slideLayout88.xml"/><Relationship Id="rId6" Type="http://schemas.openxmlformats.org/officeDocument/2006/relationships/slideLayout" Target="../slideLayouts/slideLayout93.xml"/><Relationship Id="rId23" Type="http://schemas.openxmlformats.org/officeDocument/2006/relationships/slideLayout" Target="../slideLayouts/slideLayout110.xml"/><Relationship Id="rId28" Type="http://schemas.openxmlformats.org/officeDocument/2006/relationships/slideLayout" Target="../slideLayouts/slideLayout115.xml"/><Relationship Id="rId49" Type="http://schemas.openxmlformats.org/officeDocument/2006/relationships/tags" Target="../tags/tag390.xml"/><Relationship Id="rId114" Type="http://schemas.openxmlformats.org/officeDocument/2006/relationships/tags" Target="../tags/tag455.xml"/><Relationship Id="rId119" Type="http://schemas.openxmlformats.org/officeDocument/2006/relationships/tags" Target="../tags/tag460.xml"/><Relationship Id="rId44" Type="http://schemas.openxmlformats.org/officeDocument/2006/relationships/tags" Target="../tags/tag385.xml"/><Relationship Id="rId60" Type="http://schemas.openxmlformats.org/officeDocument/2006/relationships/tags" Target="../tags/tag401.xml"/><Relationship Id="rId65" Type="http://schemas.openxmlformats.org/officeDocument/2006/relationships/tags" Target="../tags/tag406.xml"/><Relationship Id="rId81" Type="http://schemas.openxmlformats.org/officeDocument/2006/relationships/tags" Target="../tags/tag422.xml"/><Relationship Id="rId86" Type="http://schemas.openxmlformats.org/officeDocument/2006/relationships/tags" Target="../tags/tag427.xml"/><Relationship Id="rId130" Type="http://schemas.openxmlformats.org/officeDocument/2006/relationships/tags" Target="../tags/tag471.xml"/><Relationship Id="rId135" Type="http://schemas.openxmlformats.org/officeDocument/2006/relationships/tags" Target="../tags/tag476.xml"/><Relationship Id="rId151" Type="http://schemas.openxmlformats.org/officeDocument/2006/relationships/tags" Target="../tags/tag492.xml"/><Relationship Id="rId13" Type="http://schemas.openxmlformats.org/officeDocument/2006/relationships/slideLayout" Target="../slideLayouts/slideLayout100.xml"/><Relationship Id="rId18" Type="http://schemas.openxmlformats.org/officeDocument/2006/relationships/slideLayout" Target="../slideLayouts/slideLayout105.xml"/><Relationship Id="rId39" Type="http://schemas.openxmlformats.org/officeDocument/2006/relationships/tags" Target="../tags/tag380.xml"/><Relationship Id="rId109" Type="http://schemas.openxmlformats.org/officeDocument/2006/relationships/tags" Target="../tags/tag450.xml"/><Relationship Id="rId34" Type="http://schemas.openxmlformats.org/officeDocument/2006/relationships/tags" Target="../tags/tag375.xml"/><Relationship Id="rId50" Type="http://schemas.openxmlformats.org/officeDocument/2006/relationships/tags" Target="../tags/tag391.xml"/><Relationship Id="rId55" Type="http://schemas.openxmlformats.org/officeDocument/2006/relationships/tags" Target="../tags/tag396.xml"/><Relationship Id="rId76" Type="http://schemas.openxmlformats.org/officeDocument/2006/relationships/tags" Target="../tags/tag417.xml"/><Relationship Id="rId97" Type="http://schemas.openxmlformats.org/officeDocument/2006/relationships/tags" Target="../tags/tag438.xml"/><Relationship Id="rId104" Type="http://schemas.openxmlformats.org/officeDocument/2006/relationships/tags" Target="../tags/tag445.xml"/><Relationship Id="rId120" Type="http://schemas.openxmlformats.org/officeDocument/2006/relationships/tags" Target="../tags/tag461.xml"/><Relationship Id="rId125" Type="http://schemas.openxmlformats.org/officeDocument/2006/relationships/tags" Target="../tags/tag466.xml"/><Relationship Id="rId141" Type="http://schemas.openxmlformats.org/officeDocument/2006/relationships/tags" Target="../tags/tag482.xml"/><Relationship Id="rId146" Type="http://schemas.openxmlformats.org/officeDocument/2006/relationships/tags" Target="../tags/tag487.xml"/><Relationship Id="rId7" Type="http://schemas.openxmlformats.org/officeDocument/2006/relationships/slideLayout" Target="../slideLayouts/slideLayout94.xml"/><Relationship Id="rId71" Type="http://schemas.openxmlformats.org/officeDocument/2006/relationships/tags" Target="../tags/tag412.xml"/><Relationship Id="rId92" Type="http://schemas.openxmlformats.org/officeDocument/2006/relationships/tags" Target="../tags/tag433.xml"/><Relationship Id="rId2" Type="http://schemas.openxmlformats.org/officeDocument/2006/relationships/slideLayout" Target="../slideLayouts/slideLayout89.xml"/><Relationship Id="rId29" Type="http://schemas.openxmlformats.org/officeDocument/2006/relationships/slideLayout" Target="../slideLayouts/slideLayout116.xml"/><Relationship Id="rId24" Type="http://schemas.openxmlformats.org/officeDocument/2006/relationships/slideLayout" Target="../slideLayouts/slideLayout111.xml"/><Relationship Id="rId40" Type="http://schemas.openxmlformats.org/officeDocument/2006/relationships/tags" Target="../tags/tag381.xml"/><Relationship Id="rId45" Type="http://schemas.openxmlformats.org/officeDocument/2006/relationships/tags" Target="../tags/tag386.xml"/><Relationship Id="rId66" Type="http://schemas.openxmlformats.org/officeDocument/2006/relationships/tags" Target="../tags/tag407.xml"/><Relationship Id="rId87" Type="http://schemas.openxmlformats.org/officeDocument/2006/relationships/tags" Target="../tags/tag428.xml"/><Relationship Id="rId110" Type="http://schemas.openxmlformats.org/officeDocument/2006/relationships/tags" Target="../tags/tag451.xml"/><Relationship Id="rId115" Type="http://schemas.openxmlformats.org/officeDocument/2006/relationships/tags" Target="../tags/tag456.xml"/><Relationship Id="rId131" Type="http://schemas.openxmlformats.org/officeDocument/2006/relationships/tags" Target="../tags/tag472.xml"/><Relationship Id="rId136" Type="http://schemas.openxmlformats.org/officeDocument/2006/relationships/tags" Target="../tags/tag477.xml"/><Relationship Id="rId61" Type="http://schemas.openxmlformats.org/officeDocument/2006/relationships/tags" Target="../tags/tag402.xml"/><Relationship Id="rId82" Type="http://schemas.openxmlformats.org/officeDocument/2006/relationships/tags" Target="../tags/tag423.xml"/><Relationship Id="rId152" Type="http://schemas.openxmlformats.org/officeDocument/2006/relationships/tags" Target="../tags/tag493.xml"/><Relationship Id="rId19" Type="http://schemas.openxmlformats.org/officeDocument/2006/relationships/slideLayout" Target="../slideLayouts/slideLayout106.xml"/><Relationship Id="rId14" Type="http://schemas.openxmlformats.org/officeDocument/2006/relationships/slideLayout" Target="../slideLayouts/slideLayout101.xml"/><Relationship Id="rId30" Type="http://schemas.openxmlformats.org/officeDocument/2006/relationships/theme" Target="../theme/theme4.xml"/><Relationship Id="rId35" Type="http://schemas.openxmlformats.org/officeDocument/2006/relationships/tags" Target="../tags/tag376.xml"/><Relationship Id="rId56" Type="http://schemas.openxmlformats.org/officeDocument/2006/relationships/tags" Target="../tags/tag397.xml"/><Relationship Id="rId77" Type="http://schemas.openxmlformats.org/officeDocument/2006/relationships/tags" Target="../tags/tag418.xml"/><Relationship Id="rId100" Type="http://schemas.openxmlformats.org/officeDocument/2006/relationships/tags" Target="../tags/tag441.xml"/><Relationship Id="rId105" Type="http://schemas.openxmlformats.org/officeDocument/2006/relationships/tags" Target="../tags/tag446.xml"/><Relationship Id="rId126" Type="http://schemas.openxmlformats.org/officeDocument/2006/relationships/tags" Target="../tags/tag467.xml"/><Relationship Id="rId147" Type="http://schemas.openxmlformats.org/officeDocument/2006/relationships/tags" Target="../tags/tag488.xml"/><Relationship Id="rId8" Type="http://schemas.openxmlformats.org/officeDocument/2006/relationships/slideLayout" Target="../slideLayouts/slideLayout95.xml"/><Relationship Id="rId51" Type="http://schemas.openxmlformats.org/officeDocument/2006/relationships/tags" Target="../tags/tag392.xml"/><Relationship Id="rId72" Type="http://schemas.openxmlformats.org/officeDocument/2006/relationships/tags" Target="../tags/tag413.xml"/><Relationship Id="rId93" Type="http://schemas.openxmlformats.org/officeDocument/2006/relationships/tags" Target="../tags/tag434.xml"/><Relationship Id="rId98" Type="http://schemas.openxmlformats.org/officeDocument/2006/relationships/tags" Target="../tags/tag439.xml"/><Relationship Id="rId121" Type="http://schemas.openxmlformats.org/officeDocument/2006/relationships/tags" Target="../tags/tag462.xml"/><Relationship Id="rId142" Type="http://schemas.openxmlformats.org/officeDocument/2006/relationships/tags" Target="../tags/tag483.xml"/><Relationship Id="rId3" Type="http://schemas.openxmlformats.org/officeDocument/2006/relationships/slideLayout" Target="../slideLayouts/slideLayout90.xml"/><Relationship Id="rId25" Type="http://schemas.openxmlformats.org/officeDocument/2006/relationships/slideLayout" Target="../slideLayouts/slideLayout112.xml"/><Relationship Id="rId46" Type="http://schemas.openxmlformats.org/officeDocument/2006/relationships/tags" Target="../tags/tag387.xml"/><Relationship Id="rId67" Type="http://schemas.openxmlformats.org/officeDocument/2006/relationships/tags" Target="../tags/tag408.xml"/><Relationship Id="rId116" Type="http://schemas.openxmlformats.org/officeDocument/2006/relationships/tags" Target="../tags/tag457.xml"/><Relationship Id="rId137" Type="http://schemas.openxmlformats.org/officeDocument/2006/relationships/tags" Target="../tags/tag478.xml"/><Relationship Id="rId20" Type="http://schemas.openxmlformats.org/officeDocument/2006/relationships/slideLayout" Target="../slideLayouts/slideLayout107.xml"/><Relationship Id="rId41" Type="http://schemas.openxmlformats.org/officeDocument/2006/relationships/tags" Target="../tags/tag382.xml"/><Relationship Id="rId62" Type="http://schemas.openxmlformats.org/officeDocument/2006/relationships/tags" Target="../tags/tag403.xml"/><Relationship Id="rId83" Type="http://schemas.openxmlformats.org/officeDocument/2006/relationships/tags" Target="../tags/tag424.xml"/><Relationship Id="rId88" Type="http://schemas.openxmlformats.org/officeDocument/2006/relationships/tags" Target="../tags/tag429.xml"/><Relationship Id="rId111" Type="http://schemas.openxmlformats.org/officeDocument/2006/relationships/tags" Target="../tags/tag452.xml"/><Relationship Id="rId132" Type="http://schemas.openxmlformats.org/officeDocument/2006/relationships/tags" Target="../tags/tag473.xml"/><Relationship Id="rId153" Type="http://schemas.openxmlformats.org/officeDocument/2006/relationships/tags" Target="../tags/tag494.xml"/><Relationship Id="rId15" Type="http://schemas.openxmlformats.org/officeDocument/2006/relationships/slideLayout" Target="../slideLayouts/slideLayout102.xml"/><Relationship Id="rId36" Type="http://schemas.openxmlformats.org/officeDocument/2006/relationships/tags" Target="../tags/tag377.xml"/><Relationship Id="rId57" Type="http://schemas.openxmlformats.org/officeDocument/2006/relationships/tags" Target="../tags/tag398.xml"/><Relationship Id="rId106" Type="http://schemas.openxmlformats.org/officeDocument/2006/relationships/tags" Target="../tags/tag447.xml"/><Relationship Id="rId127" Type="http://schemas.openxmlformats.org/officeDocument/2006/relationships/tags" Target="../tags/tag468.xml"/><Relationship Id="rId10" Type="http://schemas.openxmlformats.org/officeDocument/2006/relationships/slideLayout" Target="../slideLayouts/slideLayout97.xml"/><Relationship Id="rId31" Type="http://schemas.openxmlformats.org/officeDocument/2006/relationships/tags" Target="../tags/tag372.xml"/><Relationship Id="rId52" Type="http://schemas.openxmlformats.org/officeDocument/2006/relationships/tags" Target="../tags/tag393.xml"/><Relationship Id="rId73" Type="http://schemas.openxmlformats.org/officeDocument/2006/relationships/tags" Target="../tags/tag414.xml"/><Relationship Id="rId78" Type="http://schemas.openxmlformats.org/officeDocument/2006/relationships/tags" Target="../tags/tag419.xml"/><Relationship Id="rId94" Type="http://schemas.openxmlformats.org/officeDocument/2006/relationships/tags" Target="../tags/tag435.xml"/><Relationship Id="rId99" Type="http://schemas.openxmlformats.org/officeDocument/2006/relationships/tags" Target="../tags/tag440.xml"/><Relationship Id="rId101" Type="http://schemas.openxmlformats.org/officeDocument/2006/relationships/tags" Target="../tags/tag442.xml"/><Relationship Id="rId122" Type="http://schemas.openxmlformats.org/officeDocument/2006/relationships/tags" Target="../tags/tag463.xml"/><Relationship Id="rId143" Type="http://schemas.openxmlformats.org/officeDocument/2006/relationships/tags" Target="../tags/tag484.xml"/><Relationship Id="rId148" Type="http://schemas.openxmlformats.org/officeDocument/2006/relationships/tags" Target="../tags/tag489.xml"/><Relationship Id="rId4" Type="http://schemas.openxmlformats.org/officeDocument/2006/relationships/slideLayout" Target="../slideLayouts/slideLayout91.xml"/><Relationship Id="rId9" Type="http://schemas.openxmlformats.org/officeDocument/2006/relationships/slideLayout" Target="../slideLayouts/slideLayout96.xml"/><Relationship Id="rId26" Type="http://schemas.openxmlformats.org/officeDocument/2006/relationships/slideLayout" Target="../slideLayouts/slideLayout113.xml"/><Relationship Id="rId47" Type="http://schemas.openxmlformats.org/officeDocument/2006/relationships/tags" Target="../tags/tag388.xml"/><Relationship Id="rId68" Type="http://schemas.openxmlformats.org/officeDocument/2006/relationships/tags" Target="../tags/tag409.xml"/><Relationship Id="rId89" Type="http://schemas.openxmlformats.org/officeDocument/2006/relationships/tags" Target="../tags/tag430.xml"/><Relationship Id="rId112" Type="http://schemas.openxmlformats.org/officeDocument/2006/relationships/tags" Target="../tags/tag453.xml"/><Relationship Id="rId133" Type="http://schemas.openxmlformats.org/officeDocument/2006/relationships/tags" Target="../tags/tag474.xml"/><Relationship Id="rId16" Type="http://schemas.openxmlformats.org/officeDocument/2006/relationships/slideLayout" Target="../slideLayouts/slideLayout103.xml"/><Relationship Id="rId37" Type="http://schemas.openxmlformats.org/officeDocument/2006/relationships/tags" Target="../tags/tag378.xml"/><Relationship Id="rId58" Type="http://schemas.openxmlformats.org/officeDocument/2006/relationships/tags" Target="../tags/tag399.xml"/><Relationship Id="rId79" Type="http://schemas.openxmlformats.org/officeDocument/2006/relationships/tags" Target="../tags/tag420.xml"/><Relationship Id="rId102" Type="http://schemas.openxmlformats.org/officeDocument/2006/relationships/tags" Target="../tags/tag443.xml"/><Relationship Id="rId123" Type="http://schemas.openxmlformats.org/officeDocument/2006/relationships/tags" Target="../tags/tag464.xml"/><Relationship Id="rId144" Type="http://schemas.openxmlformats.org/officeDocument/2006/relationships/tags" Target="../tags/tag485.xml"/><Relationship Id="rId90" Type="http://schemas.openxmlformats.org/officeDocument/2006/relationships/tags" Target="../tags/tag431.xml"/></Relationships>
</file>

<file path=ppt/slideMasters/_rels/slideMaster5.xml.rels><?xml version="1.0" encoding="UTF-8" standalone="yes"?>
<Relationships xmlns="http://schemas.openxmlformats.org/package/2006/relationships"><Relationship Id="rId117" Type="http://schemas.openxmlformats.org/officeDocument/2006/relationships/tags" Target="../tags/tag581.xml"/><Relationship Id="rId21" Type="http://schemas.openxmlformats.org/officeDocument/2006/relationships/slideLayout" Target="../slideLayouts/slideLayout137.xml"/><Relationship Id="rId42" Type="http://schemas.openxmlformats.org/officeDocument/2006/relationships/tags" Target="../tags/tag506.xml"/><Relationship Id="rId63" Type="http://schemas.openxmlformats.org/officeDocument/2006/relationships/tags" Target="../tags/tag527.xml"/><Relationship Id="rId84" Type="http://schemas.openxmlformats.org/officeDocument/2006/relationships/tags" Target="../tags/tag548.xml"/><Relationship Id="rId138" Type="http://schemas.openxmlformats.org/officeDocument/2006/relationships/tags" Target="../tags/tag602.xml"/><Relationship Id="rId107" Type="http://schemas.openxmlformats.org/officeDocument/2006/relationships/tags" Target="../tags/tag571.xml"/><Relationship Id="rId11" Type="http://schemas.openxmlformats.org/officeDocument/2006/relationships/slideLayout" Target="../slideLayouts/slideLayout127.xml"/><Relationship Id="rId32" Type="http://schemas.openxmlformats.org/officeDocument/2006/relationships/tags" Target="../tags/tag496.xml"/><Relationship Id="rId53" Type="http://schemas.openxmlformats.org/officeDocument/2006/relationships/tags" Target="../tags/tag517.xml"/><Relationship Id="rId74" Type="http://schemas.openxmlformats.org/officeDocument/2006/relationships/tags" Target="../tags/tag538.xml"/><Relationship Id="rId128" Type="http://schemas.openxmlformats.org/officeDocument/2006/relationships/tags" Target="../tags/tag592.xml"/><Relationship Id="rId149" Type="http://schemas.openxmlformats.org/officeDocument/2006/relationships/tags" Target="../tags/tag613.xml"/><Relationship Id="rId5" Type="http://schemas.openxmlformats.org/officeDocument/2006/relationships/slideLayout" Target="../slideLayouts/slideLayout121.xml"/><Relationship Id="rId95" Type="http://schemas.openxmlformats.org/officeDocument/2006/relationships/tags" Target="../tags/tag559.xml"/><Relationship Id="rId22" Type="http://schemas.openxmlformats.org/officeDocument/2006/relationships/slideLayout" Target="../slideLayouts/slideLayout138.xml"/><Relationship Id="rId27" Type="http://schemas.openxmlformats.org/officeDocument/2006/relationships/slideLayout" Target="../slideLayouts/slideLayout143.xml"/><Relationship Id="rId43" Type="http://schemas.openxmlformats.org/officeDocument/2006/relationships/tags" Target="../tags/tag507.xml"/><Relationship Id="rId48" Type="http://schemas.openxmlformats.org/officeDocument/2006/relationships/tags" Target="../tags/tag512.xml"/><Relationship Id="rId64" Type="http://schemas.openxmlformats.org/officeDocument/2006/relationships/tags" Target="../tags/tag528.xml"/><Relationship Id="rId69" Type="http://schemas.openxmlformats.org/officeDocument/2006/relationships/tags" Target="../tags/tag533.xml"/><Relationship Id="rId113" Type="http://schemas.openxmlformats.org/officeDocument/2006/relationships/tags" Target="../tags/tag577.xml"/><Relationship Id="rId118" Type="http://schemas.openxmlformats.org/officeDocument/2006/relationships/tags" Target="../tags/tag582.xml"/><Relationship Id="rId134" Type="http://schemas.openxmlformats.org/officeDocument/2006/relationships/tags" Target="../tags/tag598.xml"/><Relationship Id="rId139" Type="http://schemas.openxmlformats.org/officeDocument/2006/relationships/tags" Target="../tags/tag603.xml"/><Relationship Id="rId80" Type="http://schemas.openxmlformats.org/officeDocument/2006/relationships/tags" Target="../tags/tag544.xml"/><Relationship Id="rId85" Type="http://schemas.openxmlformats.org/officeDocument/2006/relationships/tags" Target="../tags/tag549.xml"/><Relationship Id="rId150" Type="http://schemas.openxmlformats.org/officeDocument/2006/relationships/tags" Target="../tags/tag614.xml"/><Relationship Id="rId12" Type="http://schemas.openxmlformats.org/officeDocument/2006/relationships/slideLayout" Target="../slideLayouts/slideLayout128.xml"/><Relationship Id="rId17" Type="http://schemas.openxmlformats.org/officeDocument/2006/relationships/slideLayout" Target="../slideLayouts/slideLayout133.xml"/><Relationship Id="rId33" Type="http://schemas.openxmlformats.org/officeDocument/2006/relationships/tags" Target="../tags/tag497.xml"/><Relationship Id="rId38" Type="http://schemas.openxmlformats.org/officeDocument/2006/relationships/tags" Target="../tags/tag502.xml"/><Relationship Id="rId59" Type="http://schemas.openxmlformats.org/officeDocument/2006/relationships/tags" Target="../tags/tag523.xml"/><Relationship Id="rId103" Type="http://schemas.openxmlformats.org/officeDocument/2006/relationships/tags" Target="../tags/tag567.xml"/><Relationship Id="rId108" Type="http://schemas.openxmlformats.org/officeDocument/2006/relationships/tags" Target="../tags/tag572.xml"/><Relationship Id="rId124" Type="http://schemas.openxmlformats.org/officeDocument/2006/relationships/tags" Target="../tags/tag588.xml"/><Relationship Id="rId129" Type="http://schemas.openxmlformats.org/officeDocument/2006/relationships/tags" Target="../tags/tag593.xml"/><Relationship Id="rId54" Type="http://schemas.openxmlformats.org/officeDocument/2006/relationships/tags" Target="../tags/tag518.xml"/><Relationship Id="rId70" Type="http://schemas.openxmlformats.org/officeDocument/2006/relationships/tags" Target="../tags/tag534.xml"/><Relationship Id="rId75" Type="http://schemas.openxmlformats.org/officeDocument/2006/relationships/tags" Target="../tags/tag539.xml"/><Relationship Id="rId91" Type="http://schemas.openxmlformats.org/officeDocument/2006/relationships/tags" Target="../tags/tag555.xml"/><Relationship Id="rId96" Type="http://schemas.openxmlformats.org/officeDocument/2006/relationships/tags" Target="../tags/tag560.xml"/><Relationship Id="rId140" Type="http://schemas.openxmlformats.org/officeDocument/2006/relationships/tags" Target="../tags/tag604.xml"/><Relationship Id="rId145" Type="http://schemas.openxmlformats.org/officeDocument/2006/relationships/tags" Target="../tags/tag609.xml"/><Relationship Id="rId1" Type="http://schemas.openxmlformats.org/officeDocument/2006/relationships/slideLayout" Target="../slideLayouts/slideLayout117.xml"/><Relationship Id="rId6" Type="http://schemas.openxmlformats.org/officeDocument/2006/relationships/slideLayout" Target="../slideLayouts/slideLayout122.xml"/><Relationship Id="rId23" Type="http://schemas.openxmlformats.org/officeDocument/2006/relationships/slideLayout" Target="../slideLayouts/slideLayout139.xml"/><Relationship Id="rId28" Type="http://schemas.openxmlformats.org/officeDocument/2006/relationships/slideLayout" Target="../slideLayouts/slideLayout144.xml"/><Relationship Id="rId49" Type="http://schemas.openxmlformats.org/officeDocument/2006/relationships/tags" Target="../tags/tag513.xml"/><Relationship Id="rId114" Type="http://schemas.openxmlformats.org/officeDocument/2006/relationships/tags" Target="../tags/tag578.xml"/><Relationship Id="rId119" Type="http://schemas.openxmlformats.org/officeDocument/2006/relationships/tags" Target="../tags/tag583.xml"/><Relationship Id="rId44" Type="http://schemas.openxmlformats.org/officeDocument/2006/relationships/tags" Target="../tags/tag508.xml"/><Relationship Id="rId60" Type="http://schemas.openxmlformats.org/officeDocument/2006/relationships/tags" Target="../tags/tag524.xml"/><Relationship Id="rId65" Type="http://schemas.openxmlformats.org/officeDocument/2006/relationships/tags" Target="../tags/tag529.xml"/><Relationship Id="rId81" Type="http://schemas.openxmlformats.org/officeDocument/2006/relationships/tags" Target="../tags/tag545.xml"/><Relationship Id="rId86" Type="http://schemas.openxmlformats.org/officeDocument/2006/relationships/tags" Target="../tags/tag550.xml"/><Relationship Id="rId130" Type="http://schemas.openxmlformats.org/officeDocument/2006/relationships/tags" Target="../tags/tag594.xml"/><Relationship Id="rId135" Type="http://schemas.openxmlformats.org/officeDocument/2006/relationships/tags" Target="../tags/tag599.xml"/><Relationship Id="rId151" Type="http://schemas.openxmlformats.org/officeDocument/2006/relationships/tags" Target="../tags/tag615.xml"/><Relationship Id="rId13" Type="http://schemas.openxmlformats.org/officeDocument/2006/relationships/slideLayout" Target="../slideLayouts/slideLayout129.xml"/><Relationship Id="rId18" Type="http://schemas.openxmlformats.org/officeDocument/2006/relationships/slideLayout" Target="../slideLayouts/slideLayout134.xml"/><Relationship Id="rId39" Type="http://schemas.openxmlformats.org/officeDocument/2006/relationships/tags" Target="../tags/tag503.xml"/><Relationship Id="rId109" Type="http://schemas.openxmlformats.org/officeDocument/2006/relationships/tags" Target="../tags/tag573.xml"/><Relationship Id="rId34" Type="http://schemas.openxmlformats.org/officeDocument/2006/relationships/tags" Target="../tags/tag498.xml"/><Relationship Id="rId50" Type="http://schemas.openxmlformats.org/officeDocument/2006/relationships/tags" Target="../tags/tag514.xml"/><Relationship Id="rId55" Type="http://schemas.openxmlformats.org/officeDocument/2006/relationships/tags" Target="../tags/tag519.xml"/><Relationship Id="rId76" Type="http://schemas.openxmlformats.org/officeDocument/2006/relationships/tags" Target="../tags/tag540.xml"/><Relationship Id="rId97" Type="http://schemas.openxmlformats.org/officeDocument/2006/relationships/tags" Target="../tags/tag561.xml"/><Relationship Id="rId104" Type="http://schemas.openxmlformats.org/officeDocument/2006/relationships/tags" Target="../tags/tag568.xml"/><Relationship Id="rId120" Type="http://schemas.openxmlformats.org/officeDocument/2006/relationships/tags" Target="../tags/tag584.xml"/><Relationship Id="rId125" Type="http://schemas.openxmlformats.org/officeDocument/2006/relationships/tags" Target="../tags/tag589.xml"/><Relationship Id="rId141" Type="http://schemas.openxmlformats.org/officeDocument/2006/relationships/tags" Target="../tags/tag605.xml"/><Relationship Id="rId146" Type="http://schemas.openxmlformats.org/officeDocument/2006/relationships/tags" Target="../tags/tag610.xml"/><Relationship Id="rId7" Type="http://schemas.openxmlformats.org/officeDocument/2006/relationships/slideLayout" Target="../slideLayouts/slideLayout123.xml"/><Relationship Id="rId71" Type="http://schemas.openxmlformats.org/officeDocument/2006/relationships/tags" Target="../tags/tag535.xml"/><Relationship Id="rId92" Type="http://schemas.openxmlformats.org/officeDocument/2006/relationships/tags" Target="../tags/tag556.xml"/><Relationship Id="rId2" Type="http://schemas.openxmlformats.org/officeDocument/2006/relationships/slideLayout" Target="../slideLayouts/slideLayout118.xml"/><Relationship Id="rId29" Type="http://schemas.openxmlformats.org/officeDocument/2006/relationships/slideLayout" Target="../slideLayouts/slideLayout145.xml"/><Relationship Id="rId24" Type="http://schemas.openxmlformats.org/officeDocument/2006/relationships/slideLayout" Target="../slideLayouts/slideLayout140.xml"/><Relationship Id="rId40" Type="http://schemas.openxmlformats.org/officeDocument/2006/relationships/tags" Target="../tags/tag504.xml"/><Relationship Id="rId45" Type="http://schemas.openxmlformats.org/officeDocument/2006/relationships/tags" Target="../tags/tag509.xml"/><Relationship Id="rId66" Type="http://schemas.openxmlformats.org/officeDocument/2006/relationships/tags" Target="../tags/tag530.xml"/><Relationship Id="rId87" Type="http://schemas.openxmlformats.org/officeDocument/2006/relationships/tags" Target="../tags/tag551.xml"/><Relationship Id="rId110" Type="http://schemas.openxmlformats.org/officeDocument/2006/relationships/tags" Target="../tags/tag574.xml"/><Relationship Id="rId115" Type="http://schemas.openxmlformats.org/officeDocument/2006/relationships/tags" Target="../tags/tag579.xml"/><Relationship Id="rId131" Type="http://schemas.openxmlformats.org/officeDocument/2006/relationships/tags" Target="../tags/tag595.xml"/><Relationship Id="rId136" Type="http://schemas.openxmlformats.org/officeDocument/2006/relationships/tags" Target="../tags/tag600.xml"/><Relationship Id="rId61" Type="http://schemas.openxmlformats.org/officeDocument/2006/relationships/tags" Target="../tags/tag525.xml"/><Relationship Id="rId82" Type="http://schemas.openxmlformats.org/officeDocument/2006/relationships/tags" Target="../tags/tag546.xml"/><Relationship Id="rId152" Type="http://schemas.openxmlformats.org/officeDocument/2006/relationships/tags" Target="../tags/tag616.xml"/><Relationship Id="rId19" Type="http://schemas.openxmlformats.org/officeDocument/2006/relationships/slideLayout" Target="../slideLayouts/slideLayout135.xml"/><Relationship Id="rId14" Type="http://schemas.openxmlformats.org/officeDocument/2006/relationships/slideLayout" Target="../slideLayouts/slideLayout130.xml"/><Relationship Id="rId30" Type="http://schemas.openxmlformats.org/officeDocument/2006/relationships/theme" Target="../theme/theme5.xml"/><Relationship Id="rId35" Type="http://schemas.openxmlformats.org/officeDocument/2006/relationships/tags" Target="../tags/tag499.xml"/><Relationship Id="rId56" Type="http://schemas.openxmlformats.org/officeDocument/2006/relationships/tags" Target="../tags/tag520.xml"/><Relationship Id="rId77" Type="http://schemas.openxmlformats.org/officeDocument/2006/relationships/tags" Target="../tags/tag541.xml"/><Relationship Id="rId100" Type="http://schemas.openxmlformats.org/officeDocument/2006/relationships/tags" Target="../tags/tag564.xml"/><Relationship Id="rId105" Type="http://schemas.openxmlformats.org/officeDocument/2006/relationships/tags" Target="../tags/tag569.xml"/><Relationship Id="rId126" Type="http://schemas.openxmlformats.org/officeDocument/2006/relationships/tags" Target="../tags/tag590.xml"/><Relationship Id="rId147" Type="http://schemas.openxmlformats.org/officeDocument/2006/relationships/tags" Target="../tags/tag611.xml"/><Relationship Id="rId8" Type="http://schemas.openxmlformats.org/officeDocument/2006/relationships/slideLayout" Target="../slideLayouts/slideLayout124.xml"/><Relationship Id="rId51" Type="http://schemas.openxmlformats.org/officeDocument/2006/relationships/tags" Target="../tags/tag515.xml"/><Relationship Id="rId72" Type="http://schemas.openxmlformats.org/officeDocument/2006/relationships/tags" Target="../tags/tag536.xml"/><Relationship Id="rId93" Type="http://schemas.openxmlformats.org/officeDocument/2006/relationships/tags" Target="../tags/tag557.xml"/><Relationship Id="rId98" Type="http://schemas.openxmlformats.org/officeDocument/2006/relationships/tags" Target="../tags/tag562.xml"/><Relationship Id="rId121" Type="http://schemas.openxmlformats.org/officeDocument/2006/relationships/tags" Target="../tags/tag585.xml"/><Relationship Id="rId142" Type="http://schemas.openxmlformats.org/officeDocument/2006/relationships/tags" Target="../tags/tag606.xml"/><Relationship Id="rId3" Type="http://schemas.openxmlformats.org/officeDocument/2006/relationships/slideLayout" Target="../slideLayouts/slideLayout119.xml"/><Relationship Id="rId25" Type="http://schemas.openxmlformats.org/officeDocument/2006/relationships/slideLayout" Target="../slideLayouts/slideLayout141.xml"/><Relationship Id="rId46" Type="http://schemas.openxmlformats.org/officeDocument/2006/relationships/tags" Target="../tags/tag510.xml"/><Relationship Id="rId67" Type="http://schemas.openxmlformats.org/officeDocument/2006/relationships/tags" Target="../tags/tag531.xml"/><Relationship Id="rId116" Type="http://schemas.openxmlformats.org/officeDocument/2006/relationships/tags" Target="../tags/tag580.xml"/><Relationship Id="rId137" Type="http://schemas.openxmlformats.org/officeDocument/2006/relationships/tags" Target="../tags/tag601.xml"/><Relationship Id="rId20" Type="http://schemas.openxmlformats.org/officeDocument/2006/relationships/slideLayout" Target="../slideLayouts/slideLayout136.xml"/><Relationship Id="rId41" Type="http://schemas.openxmlformats.org/officeDocument/2006/relationships/tags" Target="../tags/tag505.xml"/><Relationship Id="rId62" Type="http://schemas.openxmlformats.org/officeDocument/2006/relationships/tags" Target="../tags/tag526.xml"/><Relationship Id="rId83" Type="http://schemas.openxmlformats.org/officeDocument/2006/relationships/tags" Target="../tags/tag547.xml"/><Relationship Id="rId88" Type="http://schemas.openxmlformats.org/officeDocument/2006/relationships/tags" Target="../tags/tag552.xml"/><Relationship Id="rId111" Type="http://schemas.openxmlformats.org/officeDocument/2006/relationships/tags" Target="../tags/tag575.xml"/><Relationship Id="rId132" Type="http://schemas.openxmlformats.org/officeDocument/2006/relationships/tags" Target="../tags/tag596.xml"/><Relationship Id="rId153" Type="http://schemas.openxmlformats.org/officeDocument/2006/relationships/tags" Target="../tags/tag617.xml"/><Relationship Id="rId15" Type="http://schemas.openxmlformats.org/officeDocument/2006/relationships/slideLayout" Target="../slideLayouts/slideLayout131.xml"/><Relationship Id="rId36" Type="http://schemas.openxmlformats.org/officeDocument/2006/relationships/tags" Target="../tags/tag500.xml"/><Relationship Id="rId57" Type="http://schemas.openxmlformats.org/officeDocument/2006/relationships/tags" Target="../tags/tag521.xml"/><Relationship Id="rId106" Type="http://schemas.openxmlformats.org/officeDocument/2006/relationships/tags" Target="../tags/tag570.xml"/><Relationship Id="rId127" Type="http://schemas.openxmlformats.org/officeDocument/2006/relationships/tags" Target="../tags/tag591.xml"/><Relationship Id="rId10" Type="http://schemas.openxmlformats.org/officeDocument/2006/relationships/slideLayout" Target="../slideLayouts/slideLayout126.xml"/><Relationship Id="rId31" Type="http://schemas.openxmlformats.org/officeDocument/2006/relationships/tags" Target="../tags/tag495.xml"/><Relationship Id="rId52" Type="http://schemas.openxmlformats.org/officeDocument/2006/relationships/tags" Target="../tags/tag516.xml"/><Relationship Id="rId73" Type="http://schemas.openxmlformats.org/officeDocument/2006/relationships/tags" Target="../tags/tag537.xml"/><Relationship Id="rId78" Type="http://schemas.openxmlformats.org/officeDocument/2006/relationships/tags" Target="../tags/tag542.xml"/><Relationship Id="rId94" Type="http://schemas.openxmlformats.org/officeDocument/2006/relationships/tags" Target="../tags/tag558.xml"/><Relationship Id="rId99" Type="http://schemas.openxmlformats.org/officeDocument/2006/relationships/tags" Target="../tags/tag563.xml"/><Relationship Id="rId101" Type="http://schemas.openxmlformats.org/officeDocument/2006/relationships/tags" Target="../tags/tag565.xml"/><Relationship Id="rId122" Type="http://schemas.openxmlformats.org/officeDocument/2006/relationships/tags" Target="../tags/tag586.xml"/><Relationship Id="rId143" Type="http://schemas.openxmlformats.org/officeDocument/2006/relationships/tags" Target="../tags/tag607.xml"/><Relationship Id="rId148" Type="http://schemas.openxmlformats.org/officeDocument/2006/relationships/tags" Target="../tags/tag612.xml"/><Relationship Id="rId4" Type="http://schemas.openxmlformats.org/officeDocument/2006/relationships/slideLayout" Target="../slideLayouts/slideLayout120.xml"/><Relationship Id="rId9" Type="http://schemas.openxmlformats.org/officeDocument/2006/relationships/slideLayout" Target="../slideLayouts/slideLayout125.xml"/><Relationship Id="rId26" Type="http://schemas.openxmlformats.org/officeDocument/2006/relationships/slideLayout" Target="../slideLayouts/slideLayout142.xml"/><Relationship Id="rId47" Type="http://schemas.openxmlformats.org/officeDocument/2006/relationships/tags" Target="../tags/tag511.xml"/><Relationship Id="rId68" Type="http://schemas.openxmlformats.org/officeDocument/2006/relationships/tags" Target="../tags/tag532.xml"/><Relationship Id="rId89" Type="http://schemas.openxmlformats.org/officeDocument/2006/relationships/tags" Target="../tags/tag553.xml"/><Relationship Id="rId112" Type="http://schemas.openxmlformats.org/officeDocument/2006/relationships/tags" Target="../tags/tag576.xml"/><Relationship Id="rId133" Type="http://schemas.openxmlformats.org/officeDocument/2006/relationships/tags" Target="../tags/tag597.xml"/><Relationship Id="rId16" Type="http://schemas.openxmlformats.org/officeDocument/2006/relationships/slideLayout" Target="../slideLayouts/slideLayout132.xml"/><Relationship Id="rId37" Type="http://schemas.openxmlformats.org/officeDocument/2006/relationships/tags" Target="../tags/tag501.xml"/><Relationship Id="rId58" Type="http://schemas.openxmlformats.org/officeDocument/2006/relationships/tags" Target="../tags/tag522.xml"/><Relationship Id="rId79" Type="http://schemas.openxmlformats.org/officeDocument/2006/relationships/tags" Target="../tags/tag543.xml"/><Relationship Id="rId102" Type="http://schemas.openxmlformats.org/officeDocument/2006/relationships/tags" Target="../tags/tag566.xml"/><Relationship Id="rId123" Type="http://schemas.openxmlformats.org/officeDocument/2006/relationships/tags" Target="../tags/tag587.xml"/><Relationship Id="rId144" Type="http://schemas.openxmlformats.org/officeDocument/2006/relationships/tags" Target="../tags/tag608.xml"/><Relationship Id="rId90" Type="http://schemas.openxmlformats.org/officeDocument/2006/relationships/tags" Target="../tags/tag55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57293E41-954C-9E9C-7DE2-32FEDBD5A1C6}"/>
              </a:ext>
            </a:extLst>
          </p:cNvPr>
          <p:cNvSpPr/>
          <p:nvPr userDrawn="1"/>
        </p:nvSpPr>
        <p:spPr bwMode="gray">
          <a:xfrm>
            <a:off x="-1" y="0"/>
            <a:ext cx="12195175" cy="6858000"/>
          </a:xfrm>
          <a:prstGeom prst="rect">
            <a:avLst/>
          </a:prstGeom>
          <a:solidFill>
            <a:schemeClr val="bg1"/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" name="Text Placeholder"/>
          <p:cNvSpPr>
            <a:spLocks noGrp="1"/>
          </p:cNvSpPr>
          <p:nvPr userDrawn="1">
            <p:ph type="body" idx="1"/>
          </p:nvPr>
        </p:nvSpPr>
        <p:spPr bwMode="black">
          <a:xfrm>
            <a:off x="504001" y="1548560"/>
            <a:ext cx="11186476" cy="478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Start typing to add text without a bullet point. To add a bullet point, place the cursor at the start of this line and press tab.</a:t>
            </a:r>
            <a:endParaRPr lang="en-US" noProof="0"/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 Placeholder"/>
          <p:cNvSpPr>
            <a:spLocks noGrp="1"/>
          </p:cNvSpPr>
          <p:nvPr userDrawn="1">
            <p:ph type="title"/>
          </p:nvPr>
        </p:nvSpPr>
        <p:spPr bwMode="black">
          <a:xfrm>
            <a:off x="504001" y="504000"/>
            <a:ext cx="11186476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/>
              <a:t>Insert page title (sentence case)</a:t>
            </a:r>
          </a:p>
        </p:txBody>
      </p:sp>
      <p:grpSp>
        <p:nvGrpSpPr>
          <p:cNvPr id="6" name="Harvey 3" hidden="1">
            <a:extLst>
              <a:ext uri="{FF2B5EF4-FFF2-40B4-BE49-F238E27FC236}">
                <a16:creationId xmlns:a16="http://schemas.microsoft.com/office/drawing/2014/main" id="{B3E7C216-6801-4AB8-8D95-E7D60F39B210}"/>
              </a:ext>
            </a:extLst>
          </p:cNvPr>
          <p:cNvGrpSpPr>
            <a:grpSpLocks/>
          </p:cNvGrpSpPr>
          <p:nvPr userDrawn="1">
            <p:custDataLst>
              <p:tags r:id="rId31"/>
            </p:custDataLst>
          </p:nvPr>
        </p:nvGrpSpPr>
        <p:grpSpPr>
          <a:xfrm>
            <a:off x="3938798" y="3978000"/>
            <a:ext cx="1024878" cy="1024878"/>
            <a:chOff x="0" y="0"/>
            <a:chExt cx="914400" cy="914400"/>
          </a:xfrm>
          <a:solidFill>
            <a:schemeClr val="accent1"/>
          </a:solidFill>
        </p:grpSpPr>
        <p:sp>
          <p:nvSpPr>
            <p:cNvPr id="7" name="Harvey 0/3 [0]">
              <a:extLst>
                <a:ext uri="{FF2B5EF4-FFF2-40B4-BE49-F238E27FC236}">
                  <a16:creationId xmlns:a16="http://schemas.microsoft.com/office/drawing/2014/main" id="{FC8CECD5-A3FB-4DD5-A846-DC09FDB6EB04}"/>
                </a:ext>
              </a:extLst>
            </p:cNvPr>
            <p:cNvSpPr>
              <a:spLocks noChangeAspect="1"/>
            </p:cNvSpPr>
            <p:nvPr>
              <p:custDataLst>
                <p:tags r:id="rId15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8" name="Harvey 1/3 [1]">
              <a:extLst>
                <a:ext uri="{FF2B5EF4-FFF2-40B4-BE49-F238E27FC236}">
                  <a16:creationId xmlns:a16="http://schemas.microsoft.com/office/drawing/2014/main" id="{750B853B-8389-4427-AFB9-1CE880FE9BEE}"/>
                </a:ext>
              </a:extLst>
            </p:cNvPr>
            <p:cNvSpPr>
              <a:spLocks noChangeAspect="1"/>
            </p:cNvSpPr>
            <p:nvPr>
              <p:custDataLst>
                <p:tags r:id="rId15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2463" y="476249"/>
                  </a:moveTo>
                  <a:arcTo wR="317500" hR="317500" stAng="1800000" swAng="14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9" name="Harvey 2/3 [2]">
              <a:extLst>
                <a:ext uri="{FF2B5EF4-FFF2-40B4-BE49-F238E27FC236}">
                  <a16:creationId xmlns:a16="http://schemas.microsoft.com/office/drawing/2014/main" id="{0CA9A207-7055-4A72-8ED2-D82605C3D0C8}"/>
                </a:ext>
              </a:extLst>
            </p:cNvPr>
            <p:cNvSpPr>
              <a:spLocks noChangeAspect="1"/>
            </p:cNvSpPr>
            <p:nvPr>
              <p:custDataLst>
                <p:tags r:id="rId15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2536" y="476250"/>
                  </a:moveTo>
                  <a:arcTo wR="317500" hR="317500" stAng="9000000" swAng="7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0" name="Harvey 3/3 [3]">
              <a:extLst>
                <a:ext uri="{FF2B5EF4-FFF2-40B4-BE49-F238E27FC236}">
                  <a16:creationId xmlns:a16="http://schemas.microsoft.com/office/drawing/2014/main" id="{4422C816-875A-41F5-9DC0-8DBAE4C5C6CB}"/>
                </a:ext>
              </a:extLst>
            </p:cNvPr>
            <p:cNvSpPr>
              <a:spLocks noChangeAspect="1"/>
            </p:cNvSpPr>
            <p:nvPr>
              <p:custDataLst>
                <p:tags r:id="rId15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11" name="Harvey 4" hidden="1">
            <a:extLst>
              <a:ext uri="{FF2B5EF4-FFF2-40B4-BE49-F238E27FC236}">
                <a16:creationId xmlns:a16="http://schemas.microsoft.com/office/drawing/2014/main" id="{DDC5C333-7028-4F79-8940-98DC17723588}"/>
              </a:ext>
            </a:extLst>
          </p:cNvPr>
          <p:cNvGrpSpPr>
            <a:grpSpLocks/>
          </p:cNvGrpSpPr>
          <p:nvPr userDrawn="1">
            <p:custDataLst>
              <p:tags r:id="rId32"/>
            </p:custDataLst>
          </p:nvPr>
        </p:nvGrpSpPr>
        <p:grpSpPr>
          <a:xfrm>
            <a:off x="5391506" y="3978000"/>
            <a:ext cx="1024878" cy="1024878"/>
            <a:chOff x="0" y="0"/>
            <a:chExt cx="914400" cy="914400"/>
          </a:xfrm>
          <a:solidFill>
            <a:schemeClr val="accent1"/>
          </a:solidFill>
        </p:grpSpPr>
        <p:sp>
          <p:nvSpPr>
            <p:cNvPr id="13" name="Harvey 0/4 [0]">
              <a:extLst>
                <a:ext uri="{FF2B5EF4-FFF2-40B4-BE49-F238E27FC236}">
                  <a16:creationId xmlns:a16="http://schemas.microsoft.com/office/drawing/2014/main" id="{70B331E2-39A8-4BAF-8DDD-C631B51EB56E}"/>
                </a:ext>
              </a:extLst>
            </p:cNvPr>
            <p:cNvSpPr>
              <a:spLocks noChangeAspect="1"/>
            </p:cNvSpPr>
            <p:nvPr>
              <p:custDataLst>
                <p:tags r:id="rId145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4" name="Harvey 1/4 [1]">
              <a:extLst>
                <a:ext uri="{FF2B5EF4-FFF2-40B4-BE49-F238E27FC236}">
                  <a16:creationId xmlns:a16="http://schemas.microsoft.com/office/drawing/2014/main" id="{47F66FBA-2801-4875-BD13-0BF512FC3C6A}"/>
                </a:ext>
              </a:extLst>
            </p:cNvPr>
            <p:cNvSpPr>
              <a:spLocks noChangeAspect="1"/>
            </p:cNvSpPr>
            <p:nvPr>
              <p:custDataLst>
                <p:tags r:id="rId14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5" name="Harvey 2/4 [2]">
              <a:extLst>
                <a:ext uri="{FF2B5EF4-FFF2-40B4-BE49-F238E27FC236}">
                  <a16:creationId xmlns:a16="http://schemas.microsoft.com/office/drawing/2014/main" id="{99673DAB-5272-45DC-B222-CA8CAA9FD2BB}"/>
                </a:ext>
              </a:extLst>
            </p:cNvPr>
            <p:cNvSpPr>
              <a:spLocks noChangeAspect="1"/>
            </p:cNvSpPr>
            <p:nvPr>
              <p:custDataLst>
                <p:tags r:id="rId14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6" name="Harvey 3/4 [3]">
              <a:extLst>
                <a:ext uri="{FF2B5EF4-FFF2-40B4-BE49-F238E27FC236}">
                  <a16:creationId xmlns:a16="http://schemas.microsoft.com/office/drawing/2014/main" id="{F9B9444B-C98D-45FC-BA92-881D06827328}"/>
                </a:ext>
              </a:extLst>
            </p:cNvPr>
            <p:cNvSpPr>
              <a:spLocks noChangeAspect="1"/>
            </p:cNvSpPr>
            <p:nvPr>
              <p:custDataLst>
                <p:tags r:id="rId14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7" name="Harvey 4/4 [4]">
              <a:extLst>
                <a:ext uri="{FF2B5EF4-FFF2-40B4-BE49-F238E27FC236}">
                  <a16:creationId xmlns:a16="http://schemas.microsoft.com/office/drawing/2014/main" id="{5FFB853D-F550-4F16-8269-A070A19E381C}"/>
                </a:ext>
              </a:extLst>
            </p:cNvPr>
            <p:cNvSpPr>
              <a:spLocks noChangeAspect="1"/>
            </p:cNvSpPr>
            <p:nvPr>
              <p:custDataLst>
                <p:tags r:id="rId14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18" name="Harvey 8" hidden="1">
            <a:extLst>
              <a:ext uri="{FF2B5EF4-FFF2-40B4-BE49-F238E27FC236}">
                <a16:creationId xmlns:a16="http://schemas.microsoft.com/office/drawing/2014/main" id="{0630AB66-7B5F-41CE-A2EB-2EB4C67794AE}"/>
              </a:ext>
            </a:extLst>
          </p:cNvPr>
          <p:cNvGrpSpPr>
            <a:grpSpLocks/>
          </p:cNvGrpSpPr>
          <p:nvPr userDrawn="1">
            <p:custDataLst>
              <p:tags r:id="rId33"/>
            </p:custDataLst>
          </p:nvPr>
        </p:nvGrpSpPr>
        <p:grpSpPr>
          <a:xfrm>
            <a:off x="6844214" y="3978000"/>
            <a:ext cx="1024878" cy="1024878"/>
            <a:chOff x="0" y="0"/>
            <a:chExt cx="914400" cy="914400"/>
          </a:xfrm>
          <a:solidFill>
            <a:schemeClr val="accent1"/>
          </a:solidFill>
        </p:grpSpPr>
        <p:sp>
          <p:nvSpPr>
            <p:cNvPr id="19" name="Harvey 0/8 [0]">
              <a:extLst>
                <a:ext uri="{FF2B5EF4-FFF2-40B4-BE49-F238E27FC236}">
                  <a16:creationId xmlns:a16="http://schemas.microsoft.com/office/drawing/2014/main" id="{051D5678-1EFE-40CF-8563-B5E9EA35A271}"/>
                </a:ext>
              </a:extLst>
            </p:cNvPr>
            <p:cNvSpPr>
              <a:spLocks noChangeAspect="1"/>
            </p:cNvSpPr>
            <p:nvPr>
              <p:custDataLst>
                <p:tags r:id="rId13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0" name="Harvey 1/8 [1]">
              <a:extLst>
                <a:ext uri="{FF2B5EF4-FFF2-40B4-BE49-F238E27FC236}">
                  <a16:creationId xmlns:a16="http://schemas.microsoft.com/office/drawing/2014/main" id="{E5DDEB4B-B8B3-42DA-AF30-4FD0A1770D91}"/>
                </a:ext>
              </a:extLst>
            </p:cNvPr>
            <p:cNvSpPr>
              <a:spLocks noChangeAspect="1"/>
            </p:cNvSpPr>
            <p:nvPr>
              <p:custDataLst>
                <p:tags r:id="rId13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7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92993"/>
                  </a:moveTo>
                  <a:arcTo wR="317500" hR="317500" stAng="-2700000" swAng="189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1" name="Harvey 2/8 [2]">
              <a:extLst>
                <a:ext uri="{FF2B5EF4-FFF2-40B4-BE49-F238E27FC236}">
                  <a16:creationId xmlns:a16="http://schemas.microsoft.com/office/drawing/2014/main" id="{FB9200C4-0418-4CEF-BBB8-18F997AD7CA8}"/>
                </a:ext>
              </a:extLst>
            </p:cNvPr>
            <p:cNvSpPr>
              <a:spLocks noChangeAspect="1"/>
            </p:cNvSpPr>
            <p:nvPr>
              <p:custDataLst>
                <p:tags r:id="rId13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2" name="Harvey 3/8 [3]">
              <a:extLst>
                <a:ext uri="{FF2B5EF4-FFF2-40B4-BE49-F238E27FC236}">
                  <a16:creationId xmlns:a16="http://schemas.microsoft.com/office/drawing/2014/main" id="{8E4DE7E8-0809-4E2E-BE6A-E989A6AEBF62}"/>
                </a:ext>
              </a:extLst>
            </p:cNvPr>
            <p:cNvSpPr>
              <a:spLocks noChangeAspect="1"/>
            </p:cNvSpPr>
            <p:nvPr>
              <p:custDataLst>
                <p:tags r:id="rId13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1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542006"/>
                  </a:moveTo>
                  <a:arcTo wR="317500" hR="317500" stAng="2700000" swAng="135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3" name="Harvey 4/8 [4]">
              <a:extLst>
                <a:ext uri="{FF2B5EF4-FFF2-40B4-BE49-F238E27FC236}">
                  <a16:creationId xmlns:a16="http://schemas.microsoft.com/office/drawing/2014/main" id="{F839E6A9-0DED-402B-8F4C-2176769B55CD}"/>
                </a:ext>
              </a:extLst>
            </p:cNvPr>
            <p:cNvSpPr>
              <a:spLocks noChangeAspect="1"/>
            </p:cNvSpPr>
            <p:nvPr>
              <p:custDataLst>
                <p:tags r:id="rId14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4" name="Harvey 5/8 [5]">
              <a:extLst>
                <a:ext uri="{FF2B5EF4-FFF2-40B4-BE49-F238E27FC236}">
                  <a16:creationId xmlns:a16="http://schemas.microsoft.com/office/drawing/2014/main" id="{C3EE8663-AD08-4237-8344-6543EC4B688C}"/>
                </a:ext>
              </a:extLst>
            </p:cNvPr>
            <p:cNvSpPr>
              <a:spLocks noChangeAspect="1"/>
            </p:cNvSpPr>
            <p:nvPr>
              <p:custDataLst>
                <p:tags r:id="rId14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5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542006"/>
                  </a:moveTo>
                  <a:arcTo wR="317500" hR="317500" stAng="8100000" swAng="81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5" name="Harvey 6/8 [6]">
              <a:extLst>
                <a:ext uri="{FF2B5EF4-FFF2-40B4-BE49-F238E27FC236}">
                  <a16:creationId xmlns:a16="http://schemas.microsoft.com/office/drawing/2014/main" id="{ADE6F931-D156-4E59-A3ED-0B14B5F0EF7E}"/>
                </a:ext>
              </a:extLst>
            </p:cNvPr>
            <p:cNvSpPr>
              <a:spLocks noChangeAspect="1"/>
            </p:cNvSpPr>
            <p:nvPr>
              <p:custDataLst>
                <p:tags r:id="rId14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6" name="Harvey 7/8 [7]">
              <a:extLst>
                <a:ext uri="{FF2B5EF4-FFF2-40B4-BE49-F238E27FC236}">
                  <a16:creationId xmlns:a16="http://schemas.microsoft.com/office/drawing/2014/main" id="{A36821AE-2FF1-4F6E-AAF3-1BEA6AE153B8}"/>
                </a:ext>
              </a:extLst>
            </p:cNvPr>
            <p:cNvSpPr>
              <a:spLocks noChangeAspect="1"/>
            </p:cNvSpPr>
            <p:nvPr>
              <p:custDataLst>
                <p:tags r:id="rId14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9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92993"/>
                  </a:moveTo>
                  <a:arcTo wR="317500" hR="317500" stAng="13500000" swAng="27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7" name="Harvey 8/8 [8]">
              <a:extLst>
                <a:ext uri="{FF2B5EF4-FFF2-40B4-BE49-F238E27FC236}">
                  <a16:creationId xmlns:a16="http://schemas.microsoft.com/office/drawing/2014/main" id="{2D277E47-45D5-4503-8443-BED560C6560A}"/>
                </a:ext>
              </a:extLst>
            </p:cNvPr>
            <p:cNvSpPr>
              <a:spLocks noChangeAspect="1"/>
            </p:cNvSpPr>
            <p:nvPr>
              <p:custDataLst>
                <p:tags r:id="rId144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28" name="Harvey 100" hidden="1">
            <a:extLst>
              <a:ext uri="{FF2B5EF4-FFF2-40B4-BE49-F238E27FC236}">
                <a16:creationId xmlns:a16="http://schemas.microsoft.com/office/drawing/2014/main" id="{6D5D9337-395C-4FE4-97E6-E1CD47A644E9}"/>
              </a:ext>
            </a:extLst>
          </p:cNvPr>
          <p:cNvGrpSpPr/>
          <p:nvPr userDrawn="1">
            <p:custDataLst>
              <p:tags r:id="rId34"/>
            </p:custDataLst>
          </p:nvPr>
        </p:nvGrpSpPr>
        <p:grpSpPr>
          <a:xfrm>
            <a:off x="8296922" y="3978000"/>
            <a:ext cx="1024878" cy="1024878"/>
            <a:chOff x="4334905" y="3282696"/>
            <a:chExt cx="292608" cy="292608"/>
          </a:xfrm>
          <a:solidFill>
            <a:schemeClr val="accent1"/>
          </a:solidFill>
        </p:grpSpPr>
        <p:sp>
          <p:nvSpPr>
            <p:cNvPr id="29" name="Harvey 0/100 [0]">
              <a:extLst>
                <a:ext uri="{FF2B5EF4-FFF2-40B4-BE49-F238E27FC236}">
                  <a16:creationId xmlns:a16="http://schemas.microsoft.com/office/drawing/2014/main" id="{C2D4C837-2D4B-4D6B-81F8-9B001989609B}"/>
                </a:ext>
              </a:extLst>
            </p:cNvPr>
            <p:cNvSpPr>
              <a:spLocks noChangeAspect="1"/>
            </p:cNvSpPr>
            <p:nvPr>
              <p:custDataLst>
                <p:tags r:id="rId3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30" name="Harvey 1/100 [1]">
              <a:extLst>
                <a:ext uri="{FF2B5EF4-FFF2-40B4-BE49-F238E27FC236}">
                  <a16:creationId xmlns:a16="http://schemas.microsoft.com/office/drawing/2014/main" id="{BACD6AAA-4A1C-46BE-B491-9A4A9C7C56F3}"/>
                </a:ext>
              </a:extLst>
            </p:cNvPr>
            <p:cNvSpPr>
              <a:spLocks noChangeAspect="1"/>
            </p:cNvSpPr>
            <p:nvPr>
              <p:custDataLst>
                <p:tags r:id="rId3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26"/>
                  </a:moveTo>
                  <a:arcTo wR="317500" hR="317500" stAng="-5184000" swAng="2138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31" name="Harvey 2/100 [2]">
              <a:extLst>
                <a:ext uri="{FF2B5EF4-FFF2-40B4-BE49-F238E27FC236}">
                  <a16:creationId xmlns:a16="http://schemas.microsoft.com/office/drawing/2014/main" id="{701024C3-4DEF-477C-9CFB-100E0303499E}"/>
                </a:ext>
              </a:extLst>
            </p:cNvPr>
            <p:cNvSpPr>
              <a:spLocks noChangeAspect="1"/>
            </p:cNvSpPr>
            <p:nvPr>
              <p:custDataLst>
                <p:tags r:id="rId3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2503"/>
                  </a:moveTo>
                  <a:arcTo wR="317500" hR="317500" stAng="-4968000" swAng="2116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32" name="Harvey 3/100 [3]">
              <a:extLst>
                <a:ext uri="{FF2B5EF4-FFF2-40B4-BE49-F238E27FC236}">
                  <a16:creationId xmlns:a16="http://schemas.microsoft.com/office/drawing/2014/main" id="{46A461CD-8D28-4422-AF2A-8267EFA51CAD}"/>
                </a:ext>
              </a:extLst>
            </p:cNvPr>
            <p:cNvSpPr>
              <a:spLocks noChangeAspect="1"/>
            </p:cNvSpPr>
            <p:nvPr>
              <p:custDataLst>
                <p:tags r:id="rId3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5623"/>
                  </a:moveTo>
                  <a:arcTo wR="317500" hR="317500" stAng="-4752000" swAng="2095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33" name="Harvey 4/100 [4]">
              <a:extLst>
                <a:ext uri="{FF2B5EF4-FFF2-40B4-BE49-F238E27FC236}">
                  <a16:creationId xmlns:a16="http://schemas.microsoft.com/office/drawing/2014/main" id="{0A337C3A-F021-437D-9E3D-FDE5AF266029}"/>
                </a:ext>
              </a:extLst>
            </p:cNvPr>
            <p:cNvSpPr>
              <a:spLocks noChangeAspect="1"/>
            </p:cNvSpPr>
            <p:nvPr>
              <p:custDataLst>
                <p:tags r:id="rId3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9974"/>
                  </a:moveTo>
                  <a:arcTo wR="317500" hR="317500" stAng="-4536000" swAng="20735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35" name="Harvey 5/100 [5]">
              <a:extLst>
                <a:ext uri="{FF2B5EF4-FFF2-40B4-BE49-F238E27FC236}">
                  <a16:creationId xmlns:a16="http://schemas.microsoft.com/office/drawing/2014/main" id="{BDF66AF7-3D75-4118-B7E6-241B2C41B2C9}"/>
                </a:ext>
              </a:extLst>
            </p:cNvPr>
            <p:cNvSpPr>
              <a:spLocks noChangeAspect="1"/>
            </p:cNvSpPr>
            <p:nvPr>
              <p:custDataLst>
                <p:tags r:id="rId4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15539"/>
                  </a:moveTo>
                  <a:arcTo wR="317500" hR="317500" stAng="-4320000" swAng="2052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36" name="Harvey 6/100 [6]">
              <a:extLst>
                <a:ext uri="{FF2B5EF4-FFF2-40B4-BE49-F238E27FC236}">
                  <a16:creationId xmlns:a16="http://schemas.microsoft.com/office/drawing/2014/main" id="{E74E7438-4315-4097-9BA7-F0CE3252AC14}"/>
                </a:ext>
              </a:extLst>
            </p:cNvPr>
            <p:cNvSpPr>
              <a:spLocks noChangeAspect="1"/>
            </p:cNvSpPr>
            <p:nvPr>
              <p:custDataLst>
                <p:tags r:id="rId4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22295"/>
                  </a:moveTo>
                  <a:arcTo wR="317500" hR="317500" stAng="-4104000" swAng="2030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37" name="Harvey 7/100 [7]">
              <a:extLst>
                <a:ext uri="{FF2B5EF4-FFF2-40B4-BE49-F238E27FC236}">
                  <a16:creationId xmlns:a16="http://schemas.microsoft.com/office/drawing/2014/main" id="{FEBA4E91-97BB-4DAC-B193-66FA4828DB26}"/>
                </a:ext>
              </a:extLst>
            </p:cNvPr>
            <p:cNvSpPr>
              <a:spLocks noChangeAspect="1"/>
            </p:cNvSpPr>
            <p:nvPr>
              <p:custDataLst>
                <p:tags r:id="rId4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30217"/>
                  </a:moveTo>
                  <a:arcTo wR="317500" hR="317500" stAng="-3888000" swAng="2008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38" name="Harvey 8/100 [8]">
              <a:extLst>
                <a:ext uri="{FF2B5EF4-FFF2-40B4-BE49-F238E27FC236}">
                  <a16:creationId xmlns:a16="http://schemas.microsoft.com/office/drawing/2014/main" id="{EEB85E02-177B-40CF-B926-A4423CC7C827}"/>
                </a:ext>
              </a:extLst>
            </p:cNvPr>
            <p:cNvSpPr>
              <a:spLocks noChangeAspect="1"/>
            </p:cNvSpPr>
            <p:nvPr>
              <p:custDataLst>
                <p:tags r:id="rId4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39272"/>
                  </a:moveTo>
                  <a:arcTo wR="317500" hR="317500" stAng="-3672000" swAng="198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39" name="Harvey 9/100 [9]">
              <a:extLst>
                <a:ext uri="{FF2B5EF4-FFF2-40B4-BE49-F238E27FC236}">
                  <a16:creationId xmlns:a16="http://schemas.microsoft.com/office/drawing/2014/main" id="{C133BC7F-B0E3-404F-92D1-BB930C4F3311}"/>
                </a:ext>
              </a:extLst>
            </p:cNvPr>
            <p:cNvSpPr>
              <a:spLocks noChangeAspect="1"/>
            </p:cNvSpPr>
            <p:nvPr>
              <p:custDataLst>
                <p:tags r:id="rId4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49425"/>
                  </a:moveTo>
                  <a:arcTo wR="317500" hR="317500" stAng="-3456000" swAng="1965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40" name="Harvey 10/100 [10]">
              <a:extLst>
                <a:ext uri="{FF2B5EF4-FFF2-40B4-BE49-F238E27FC236}">
                  <a16:creationId xmlns:a16="http://schemas.microsoft.com/office/drawing/2014/main" id="{F2FB72A6-CDF7-48B3-A3B8-5A5FC061802C}"/>
                </a:ext>
              </a:extLst>
            </p:cNvPr>
            <p:cNvSpPr>
              <a:spLocks noChangeAspect="1"/>
            </p:cNvSpPr>
            <p:nvPr>
              <p:custDataLst>
                <p:tags r:id="rId4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60637"/>
                  </a:moveTo>
                  <a:arcTo wR="317500" hR="317500" stAng="-3240000" swAng="194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41" name="Harvey 11/100 [11]">
              <a:extLst>
                <a:ext uri="{FF2B5EF4-FFF2-40B4-BE49-F238E27FC236}">
                  <a16:creationId xmlns:a16="http://schemas.microsoft.com/office/drawing/2014/main" id="{F3110C8B-1B18-4579-AB3F-0F4A0840CF38}"/>
                </a:ext>
              </a:extLst>
            </p:cNvPr>
            <p:cNvSpPr>
              <a:spLocks noChangeAspect="1"/>
            </p:cNvSpPr>
            <p:nvPr>
              <p:custDataLst>
                <p:tags r:id="rId4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3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72862"/>
                  </a:moveTo>
                  <a:arcTo wR="317500" hR="317500" stAng="-3024000" swAng="192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42" name="Harvey 12/100 [12]">
              <a:extLst>
                <a:ext uri="{FF2B5EF4-FFF2-40B4-BE49-F238E27FC236}">
                  <a16:creationId xmlns:a16="http://schemas.microsoft.com/office/drawing/2014/main" id="{84A1B722-E5AC-45F7-9498-7FF502B6FA2B}"/>
                </a:ext>
              </a:extLst>
            </p:cNvPr>
            <p:cNvSpPr>
              <a:spLocks noChangeAspect="1"/>
            </p:cNvSpPr>
            <p:nvPr>
              <p:custDataLst>
                <p:tags r:id="rId4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5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86052"/>
                  </a:moveTo>
                  <a:arcTo wR="317500" hR="317500" stAng="-2808000" swAng="190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43" name="Harvey 13/100 [13]">
              <a:extLst>
                <a:ext uri="{FF2B5EF4-FFF2-40B4-BE49-F238E27FC236}">
                  <a16:creationId xmlns:a16="http://schemas.microsoft.com/office/drawing/2014/main" id="{A5599F20-B957-4DF9-8B04-F2B77AAF0BDB}"/>
                </a:ext>
              </a:extLst>
            </p:cNvPr>
            <p:cNvSpPr>
              <a:spLocks noChangeAspect="1"/>
            </p:cNvSpPr>
            <p:nvPr>
              <p:custDataLst>
                <p:tags r:id="rId4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8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100156"/>
                  </a:moveTo>
                  <a:arcTo wR="317500" hR="317500" stAng="-2591999" swAng="1879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44" name="Harvey 14/100 [14]">
              <a:extLst>
                <a:ext uri="{FF2B5EF4-FFF2-40B4-BE49-F238E27FC236}">
                  <a16:creationId xmlns:a16="http://schemas.microsoft.com/office/drawing/2014/main" id="{F74357FC-EB3D-46C4-B56A-5007C9F4FB84}"/>
                </a:ext>
              </a:extLst>
            </p:cNvPr>
            <p:cNvSpPr>
              <a:spLocks noChangeAspect="1"/>
            </p:cNvSpPr>
            <p:nvPr>
              <p:custDataLst>
                <p:tags r:id="rId4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0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115117"/>
                  </a:moveTo>
                  <a:arcTo wR="317500" hR="317500" stAng="-2375999" swAng="1857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45" name="Harvey 15/100 [15]">
              <a:extLst>
                <a:ext uri="{FF2B5EF4-FFF2-40B4-BE49-F238E27FC236}">
                  <a16:creationId xmlns:a16="http://schemas.microsoft.com/office/drawing/2014/main" id="{32E8E8F3-9DBC-46F4-9700-CAF071913650}"/>
                </a:ext>
              </a:extLst>
            </p:cNvPr>
            <p:cNvSpPr>
              <a:spLocks noChangeAspect="1"/>
            </p:cNvSpPr>
            <p:nvPr>
              <p:custDataLst>
                <p:tags r:id="rId5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2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130878"/>
                  </a:moveTo>
                  <a:arcTo wR="317500" hR="317500" stAng="-2160000" swAng="1836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46" name="Harvey 16/100 [16]">
              <a:extLst>
                <a:ext uri="{FF2B5EF4-FFF2-40B4-BE49-F238E27FC236}">
                  <a16:creationId xmlns:a16="http://schemas.microsoft.com/office/drawing/2014/main" id="{71360883-3CF3-4439-9568-E456C60454A8}"/>
                </a:ext>
              </a:extLst>
            </p:cNvPr>
            <p:cNvSpPr>
              <a:spLocks noChangeAspect="1"/>
            </p:cNvSpPr>
            <p:nvPr>
              <p:custDataLst>
                <p:tags r:id="rId5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4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147374"/>
                  </a:moveTo>
                  <a:arcTo wR="317500" hR="317500" stAng="-1944000" swAng="1814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47" name="Harvey 17/100 [17]">
              <a:extLst>
                <a:ext uri="{FF2B5EF4-FFF2-40B4-BE49-F238E27FC236}">
                  <a16:creationId xmlns:a16="http://schemas.microsoft.com/office/drawing/2014/main" id="{AE88FC9E-FB95-4413-AE3E-B8BF504735B5}"/>
                </a:ext>
              </a:extLst>
            </p:cNvPr>
            <p:cNvSpPr>
              <a:spLocks noChangeAspect="1"/>
            </p:cNvSpPr>
            <p:nvPr>
              <p:custDataLst>
                <p:tags r:id="rId5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6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164543"/>
                  </a:moveTo>
                  <a:arcTo wR="317500" hR="317500" stAng="-1727999" swAng="1792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48" name="Harvey 18/100 [18]">
              <a:extLst>
                <a:ext uri="{FF2B5EF4-FFF2-40B4-BE49-F238E27FC236}">
                  <a16:creationId xmlns:a16="http://schemas.microsoft.com/office/drawing/2014/main" id="{62593B83-E4BE-4CE8-9B0B-25AF9B7D4254}"/>
                </a:ext>
              </a:extLst>
            </p:cNvPr>
            <p:cNvSpPr>
              <a:spLocks noChangeAspect="1"/>
            </p:cNvSpPr>
            <p:nvPr>
              <p:custDataLst>
                <p:tags r:id="rId5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8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182315"/>
                  </a:moveTo>
                  <a:arcTo wR="317500" hR="317500" stAng="-1512000" swAng="1771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49" name="Harvey 19/100 [19]">
              <a:extLst>
                <a:ext uri="{FF2B5EF4-FFF2-40B4-BE49-F238E27FC236}">
                  <a16:creationId xmlns:a16="http://schemas.microsoft.com/office/drawing/2014/main" id="{CD41838E-0172-403D-9B68-FD51310F5400}"/>
                </a:ext>
              </a:extLst>
            </p:cNvPr>
            <p:cNvSpPr>
              <a:spLocks noChangeAspect="1"/>
            </p:cNvSpPr>
            <p:nvPr>
              <p:custDataLst>
                <p:tags r:id="rId5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1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200620"/>
                  </a:moveTo>
                  <a:arcTo wR="317500" hR="317500" stAng="-1295999" swAng="174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50" name="Harvey 20/100 [20]">
              <a:extLst>
                <a:ext uri="{FF2B5EF4-FFF2-40B4-BE49-F238E27FC236}">
                  <a16:creationId xmlns:a16="http://schemas.microsoft.com/office/drawing/2014/main" id="{EDE3F4CF-CB3E-40C2-B070-AC09F1E8FBD5}"/>
                </a:ext>
              </a:extLst>
            </p:cNvPr>
            <p:cNvSpPr>
              <a:spLocks noChangeAspect="1"/>
            </p:cNvSpPr>
            <p:nvPr>
              <p:custDataLst>
                <p:tags r:id="rId5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219387"/>
                  </a:moveTo>
                  <a:arcTo wR="317500" hR="317500" stAng="-1080000" swAng="172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51" name="Harvey 21/100 [21]">
              <a:extLst>
                <a:ext uri="{FF2B5EF4-FFF2-40B4-BE49-F238E27FC236}">
                  <a16:creationId xmlns:a16="http://schemas.microsoft.com/office/drawing/2014/main" id="{CD8E25E7-83D2-4F78-92A7-435281704491}"/>
                </a:ext>
              </a:extLst>
            </p:cNvPr>
            <p:cNvSpPr>
              <a:spLocks noChangeAspect="1"/>
            </p:cNvSpPr>
            <p:nvPr>
              <p:custDataLst>
                <p:tags r:id="rId5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5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238540"/>
                  </a:moveTo>
                  <a:arcTo wR="317500" hR="317500" stAng="-864000" swAng="170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52" name="Harvey 22/100 [22]">
              <a:extLst>
                <a:ext uri="{FF2B5EF4-FFF2-40B4-BE49-F238E27FC236}">
                  <a16:creationId xmlns:a16="http://schemas.microsoft.com/office/drawing/2014/main" id="{C6A696FB-9EFC-47F6-9860-247C48C1FC3D}"/>
                </a:ext>
              </a:extLst>
            </p:cNvPr>
            <p:cNvSpPr>
              <a:spLocks noChangeAspect="1"/>
            </p:cNvSpPr>
            <p:nvPr>
              <p:custDataLst>
                <p:tags r:id="rId5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7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258006"/>
                  </a:moveTo>
                  <a:arcTo wR="317500" hR="317500" stAng="-647999" swAng="168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53" name="Harvey 23/100 [23]">
              <a:extLst>
                <a:ext uri="{FF2B5EF4-FFF2-40B4-BE49-F238E27FC236}">
                  <a16:creationId xmlns:a16="http://schemas.microsoft.com/office/drawing/2014/main" id="{252958D2-EE89-4FBF-BF7B-C8AFAD704413}"/>
                </a:ext>
              </a:extLst>
            </p:cNvPr>
            <p:cNvSpPr>
              <a:spLocks noChangeAspect="1"/>
            </p:cNvSpPr>
            <p:nvPr>
              <p:custDataLst>
                <p:tags r:id="rId5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9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277706"/>
                  </a:moveTo>
                  <a:arcTo wR="317500" hR="317500" stAng="-432000" swAng="166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54" name="Harvey 24/100 [24]">
              <a:extLst>
                <a:ext uri="{FF2B5EF4-FFF2-40B4-BE49-F238E27FC236}">
                  <a16:creationId xmlns:a16="http://schemas.microsoft.com/office/drawing/2014/main" id="{314E82DC-04B6-406C-9D65-1115F4D2AA22}"/>
                </a:ext>
              </a:extLst>
            </p:cNvPr>
            <p:cNvSpPr>
              <a:spLocks noChangeAspect="1"/>
            </p:cNvSpPr>
            <p:nvPr>
              <p:custDataLst>
                <p:tags r:id="rId5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1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297564"/>
                  </a:moveTo>
                  <a:arcTo wR="317500" hR="317500" stAng="-216000" swAng="164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55" name="Harvey 25/100 [25]">
              <a:extLst>
                <a:ext uri="{FF2B5EF4-FFF2-40B4-BE49-F238E27FC236}">
                  <a16:creationId xmlns:a16="http://schemas.microsoft.com/office/drawing/2014/main" id="{669D1B60-A74F-4296-8610-F3DCDDC15022}"/>
                </a:ext>
              </a:extLst>
            </p:cNvPr>
            <p:cNvSpPr>
              <a:spLocks noChangeAspect="1"/>
            </p:cNvSpPr>
            <p:nvPr>
              <p:custDataLst>
                <p:tags r:id="rId6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56" name="Harvey 26/100 [26]">
              <a:extLst>
                <a:ext uri="{FF2B5EF4-FFF2-40B4-BE49-F238E27FC236}">
                  <a16:creationId xmlns:a16="http://schemas.microsoft.com/office/drawing/2014/main" id="{FF6DD112-04B6-4656-AB9D-1F9950FEE2D9}"/>
                </a:ext>
              </a:extLst>
            </p:cNvPr>
            <p:cNvSpPr>
              <a:spLocks noChangeAspect="1"/>
            </p:cNvSpPr>
            <p:nvPr>
              <p:custDataLst>
                <p:tags r:id="rId6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6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337435"/>
                  </a:moveTo>
                  <a:arcTo wR="317500" hR="317500" stAng="216000" swAng="1598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57" name="Harvey 27/100 [27]">
              <a:extLst>
                <a:ext uri="{FF2B5EF4-FFF2-40B4-BE49-F238E27FC236}">
                  <a16:creationId xmlns:a16="http://schemas.microsoft.com/office/drawing/2014/main" id="{E2928B53-FC5C-427C-AE65-9286773D84B2}"/>
                </a:ext>
              </a:extLst>
            </p:cNvPr>
            <p:cNvSpPr>
              <a:spLocks noChangeAspect="1"/>
            </p:cNvSpPr>
            <p:nvPr>
              <p:custDataLst>
                <p:tags r:id="rId6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8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357293"/>
                  </a:moveTo>
                  <a:arcTo wR="317500" hR="317500" stAng="432000" swAng="1576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58" name="Harvey 28/100 [28]">
              <a:extLst>
                <a:ext uri="{FF2B5EF4-FFF2-40B4-BE49-F238E27FC236}">
                  <a16:creationId xmlns:a16="http://schemas.microsoft.com/office/drawing/2014/main" id="{D8CF4F20-8FEC-47FF-9B86-E818143B2C19}"/>
                </a:ext>
              </a:extLst>
            </p:cNvPr>
            <p:cNvSpPr>
              <a:spLocks noChangeAspect="1"/>
            </p:cNvSpPr>
            <p:nvPr>
              <p:custDataLst>
                <p:tags r:id="rId6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0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376993"/>
                  </a:moveTo>
                  <a:arcTo wR="317500" hR="317500" stAng="648000" swAng="1555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59" name="Harvey 29/100 [29]">
              <a:extLst>
                <a:ext uri="{FF2B5EF4-FFF2-40B4-BE49-F238E27FC236}">
                  <a16:creationId xmlns:a16="http://schemas.microsoft.com/office/drawing/2014/main" id="{E1AF074D-4599-4D0E-8078-66303FEBDE44}"/>
                </a:ext>
              </a:extLst>
            </p:cNvPr>
            <p:cNvSpPr>
              <a:spLocks noChangeAspect="1"/>
            </p:cNvSpPr>
            <p:nvPr>
              <p:custDataLst>
                <p:tags r:id="rId6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26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396459"/>
                  </a:moveTo>
                  <a:arcTo wR="317500" hR="317500" stAng="863999" swAng="1533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60" name="Harvey 30/100 [30]">
              <a:extLst>
                <a:ext uri="{FF2B5EF4-FFF2-40B4-BE49-F238E27FC236}">
                  <a16:creationId xmlns:a16="http://schemas.microsoft.com/office/drawing/2014/main" id="{2DF9C982-C062-4899-8A5F-20F49AD9E1B5}"/>
                </a:ext>
              </a:extLst>
            </p:cNvPr>
            <p:cNvSpPr>
              <a:spLocks noChangeAspect="1"/>
            </p:cNvSpPr>
            <p:nvPr>
              <p:custDataLst>
                <p:tags r:id="rId6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415612"/>
                  </a:moveTo>
                  <a:arcTo wR="317500" hR="317500" stAng="1080000" swAng="1511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61" name="Harvey 31/100 [31]">
              <a:extLst>
                <a:ext uri="{FF2B5EF4-FFF2-40B4-BE49-F238E27FC236}">
                  <a16:creationId xmlns:a16="http://schemas.microsoft.com/office/drawing/2014/main" id="{E98CD797-9DD9-4143-9058-D1ABF95E7406}"/>
                </a:ext>
              </a:extLst>
            </p:cNvPr>
            <p:cNvSpPr>
              <a:spLocks noChangeAspect="1"/>
            </p:cNvSpPr>
            <p:nvPr>
              <p:custDataLst>
                <p:tags r:id="rId6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6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434379"/>
                  </a:moveTo>
                  <a:arcTo wR="317500" hR="317500" stAng="1295999" swAng="1490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62" name="Harvey 32/100 [32]">
              <a:extLst>
                <a:ext uri="{FF2B5EF4-FFF2-40B4-BE49-F238E27FC236}">
                  <a16:creationId xmlns:a16="http://schemas.microsoft.com/office/drawing/2014/main" id="{39029FE4-844F-47DA-8FEF-FB68673FF10C}"/>
                </a:ext>
              </a:extLst>
            </p:cNvPr>
            <p:cNvSpPr>
              <a:spLocks noChangeAspect="1"/>
            </p:cNvSpPr>
            <p:nvPr>
              <p:custDataLst>
                <p:tags r:id="rId6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9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452684"/>
                  </a:moveTo>
                  <a:arcTo wR="317500" hR="317500" stAng="1512000" swAng="1468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63" name="Harvey 33/100 [33]">
              <a:extLst>
                <a:ext uri="{FF2B5EF4-FFF2-40B4-BE49-F238E27FC236}">
                  <a16:creationId xmlns:a16="http://schemas.microsoft.com/office/drawing/2014/main" id="{B99AA4D4-9C74-447B-89EF-8FD268FF95EE}"/>
                </a:ext>
              </a:extLst>
            </p:cNvPr>
            <p:cNvSpPr>
              <a:spLocks noChangeAspect="1"/>
            </p:cNvSpPr>
            <p:nvPr>
              <p:custDataLst>
                <p:tags r:id="rId6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1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470456"/>
                  </a:moveTo>
                  <a:arcTo wR="317500" hR="317500" stAng="1728000" swAng="144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64" name="Harvey 34/100 [34]">
              <a:extLst>
                <a:ext uri="{FF2B5EF4-FFF2-40B4-BE49-F238E27FC236}">
                  <a16:creationId xmlns:a16="http://schemas.microsoft.com/office/drawing/2014/main" id="{0880CCDE-4DDE-49A8-AFB2-FDDCE314B4D3}"/>
                </a:ext>
              </a:extLst>
            </p:cNvPr>
            <p:cNvSpPr>
              <a:spLocks noChangeAspect="1"/>
            </p:cNvSpPr>
            <p:nvPr>
              <p:custDataLst>
                <p:tags r:id="rId6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3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487625"/>
                  </a:moveTo>
                  <a:arcTo wR="317500" hR="317500" stAng="1944000" swAng="14255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65" name="Harvey 35/100 [35]">
              <a:extLst>
                <a:ext uri="{FF2B5EF4-FFF2-40B4-BE49-F238E27FC236}">
                  <a16:creationId xmlns:a16="http://schemas.microsoft.com/office/drawing/2014/main" id="{F37E834A-F9D8-4623-BC85-60359856CCD0}"/>
                </a:ext>
              </a:extLst>
            </p:cNvPr>
            <p:cNvSpPr>
              <a:spLocks noChangeAspect="1"/>
            </p:cNvSpPr>
            <p:nvPr>
              <p:custDataLst>
                <p:tags r:id="rId7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55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504121"/>
                  </a:moveTo>
                  <a:arcTo wR="317500" hR="317500" stAng="2159999" swAng="140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66" name="Harvey 36/100 [36]">
              <a:extLst>
                <a:ext uri="{FF2B5EF4-FFF2-40B4-BE49-F238E27FC236}">
                  <a16:creationId xmlns:a16="http://schemas.microsoft.com/office/drawing/2014/main" id="{15163940-B229-4368-B727-3714123C78AB}"/>
                </a:ext>
              </a:extLst>
            </p:cNvPr>
            <p:cNvSpPr>
              <a:spLocks noChangeAspect="1"/>
            </p:cNvSpPr>
            <p:nvPr>
              <p:custDataLst>
                <p:tags r:id="rId7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7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519882"/>
                  </a:moveTo>
                  <a:arcTo wR="317500" hR="317500" stAng="2375999" swAng="138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67" name="Harvey 37/100 [37]">
              <a:extLst>
                <a:ext uri="{FF2B5EF4-FFF2-40B4-BE49-F238E27FC236}">
                  <a16:creationId xmlns:a16="http://schemas.microsoft.com/office/drawing/2014/main" id="{64BAECDC-27C7-4333-B9D8-59DE42A1B1AA}"/>
                </a:ext>
              </a:extLst>
            </p:cNvPr>
            <p:cNvSpPr>
              <a:spLocks noChangeAspect="1"/>
            </p:cNvSpPr>
            <p:nvPr>
              <p:custDataLst>
                <p:tags r:id="rId7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9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534843"/>
                  </a:moveTo>
                  <a:arcTo wR="317500" hR="317500" stAng="2591999" swAng="136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68" name="Harvey 38/100 [38]">
              <a:extLst>
                <a:ext uri="{FF2B5EF4-FFF2-40B4-BE49-F238E27FC236}">
                  <a16:creationId xmlns:a16="http://schemas.microsoft.com/office/drawing/2014/main" id="{4F018A0A-A74A-4E47-BC47-203679D4F8C0}"/>
                </a:ext>
              </a:extLst>
            </p:cNvPr>
            <p:cNvSpPr>
              <a:spLocks noChangeAspect="1"/>
            </p:cNvSpPr>
            <p:nvPr>
              <p:custDataLst>
                <p:tags r:id="rId7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2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548947"/>
                  </a:moveTo>
                  <a:arcTo wR="317500" hR="317500" stAng="2808000" swAng="1339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69" name="Harvey 39/100 [39]">
              <a:extLst>
                <a:ext uri="{FF2B5EF4-FFF2-40B4-BE49-F238E27FC236}">
                  <a16:creationId xmlns:a16="http://schemas.microsoft.com/office/drawing/2014/main" id="{ACA75957-9FDB-46A2-82EC-77103CBEAC52}"/>
                </a:ext>
              </a:extLst>
            </p:cNvPr>
            <p:cNvSpPr>
              <a:spLocks noChangeAspect="1"/>
            </p:cNvSpPr>
            <p:nvPr>
              <p:custDataLst>
                <p:tags r:id="rId7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4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562137"/>
                  </a:moveTo>
                  <a:arcTo wR="317500" hR="317500" stAng="3024000" swAng="1317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70" name="Harvey 40/100 [40]">
              <a:extLst>
                <a:ext uri="{FF2B5EF4-FFF2-40B4-BE49-F238E27FC236}">
                  <a16:creationId xmlns:a16="http://schemas.microsoft.com/office/drawing/2014/main" id="{025DFA7F-A073-422A-8D20-E27D1ABE4342}"/>
                </a:ext>
              </a:extLst>
            </p:cNvPr>
            <p:cNvSpPr>
              <a:spLocks noChangeAspect="1"/>
            </p:cNvSpPr>
            <p:nvPr>
              <p:custDataLst>
                <p:tags r:id="rId7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574362"/>
                  </a:moveTo>
                  <a:arcTo wR="317500" hR="317500" stAng="3240000" swAng="1296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71" name="Harvey 41/100 [41]">
              <a:extLst>
                <a:ext uri="{FF2B5EF4-FFF2-40B4-BE49-F238E27FC236}">
                  <a16:creationId xmlns:a16="http://schemas.microsoft.com/office/drawing/2014/main" id="{BF311CE9-A4CB-4965-8F0F-5B6811E9FB20}"/>
                </a:ext>
              </a:extLst>
            </p:cNvPr>
            <p:cNvSpPr>
              <a:spLocks noChangeAspect="1"/>
            </p:cNvSpPr>
            <p:nvPr>
              <p:custDataLst>
                <p:tags r:id="rId7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8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585574"/>
                  </a:moveTo>
                  <a:arcTo wR="317500" hR="317500" stAng="3455999" swAng="1274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72" name="Harvey 42/100 [42]">
              <a:extLst>
                <a:ext uri="{FF2B5EF4-FFF2-40B4-BE49-F238E27FC236}">
                  <a16:creationId xmlns:a16="http://schemas.microsoft.com/office/drawing/2014/main" id="{1B415A3D-1E85-4E6A-8BAB-3BB56600BA4F}"/>
                </a:ext>
              </a:extLst>
            </p:cNvPr>
            <p:cNvSpPr>
              <a:spLocks noChangeAspect="1"/>
            </p:cNvSpPr>
            <p:nvPr>
              <p:custDataLst>
                <p:tags r:id="rId7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0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595727"/>
                  </a:moveTo>
                  <a:arcTo wR="317500" hR="317500" stAng="3671999" swAng="1252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73" name="Harvey 43/100 [43]">
              <a:extLst>
                <a:ext uri="{FF2B5EF4-FFF2-40B4-BE49-F238E27FC236}">
                  <a16:creationId xmlns:a16="http://schemas.microsoft.com/office/drawing/2014/main" id="{7EAD6077-4487-4E7D-846D-445E65B5291C}"/>
                </a:ext>
              </a:extLst>
            </p:cNvPr>
            <p:cNvSpPr>
              <a:spLocks noChangeAspect="1"/>
            </p:cNvSpPr>
            <p:nvPr>
              <p:custDataLst>
                <p:tags r:id="rId7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2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604782"/>
                  </a:moveTo>
                  <a:arcTo wR="317500" hR="317500" stAng="3888000" swAng="1231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74" name="Harvey 44/100 [44]">
              <a:extLst>
                <a:ext uri="{FF2B5EF4-FFF2-40B4-BE49-F238E27FC236}">
                  <a16:creationId xmlns:a16="http://schemas.microsoft.com/office/drawing/2014/main" id="{4B57ADAF-4A83-4CB4-8920-E2B9F994E83E}"/>
                </a:ext>
              </a:extLst>
            </p:cNvPr>
            <p:cNvSpPr>
              <a:spLocks noChangeAspect="1"/>
            </p:cNvSpPr>
            <p:nvPr>
              <p:custDataLst>
                <p:tags r:id="rId7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5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612704"/>
                  </a:moveTo>
                  <a:arcTo wR="317500" hR="317500" stAng="4104000" swAng="120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75" name="Harvey 45/100 [45]">
              <a:extLst>
                <a:ext uri="{FF2B5EF4-FFF2-40B4-BE49-F238E27FC236}">
                  <a16:creationId xmlns:a16="http://schemas.microsoft.com/office/drawing/2014/main" id="{FF3E5416-AC43-4CBB-A32A-A966ED03106F}"/>
                </a:ext>
              </a:extLst>
            </p:cNvPr>
            <p:cNvSpPr>
              <a:spLocks noChangeAspect="1"/>
            </p:cNvSpPr>
            <p:nvPr>
              <p:custDataLst>
                <p:tags r:id="rId8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7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619460"/>
                  </a:moveTo>
                  <a:arcTo wR="317500" hR="317500" stAng="4320000" swAng="118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76" name="Harvey 46/100 [46]">
              <a:extLst>
                <a:ext uri="{FF2B5EF4-FFF2-40B4-BE49-F238E27FC236}">
                  <a16:creationId xmlns:a16="http://schemas.microsoft.com/office/drawing/2014/main" id="{49AFF9C1-C19A-487C-A4C1-47DA87277C3B}"/>
                </a:ext>
              </a:extLst>
            </p:cNvPr>
            <p:cNvSpPr>
              <a:spLocks noChangeAspect="1"/>
            </p:cNvSpPr>
            <p:nvPr>
              <p:custDataLst>
                <p:tags r:id="rId8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9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625025"/>
                  </a:moveTo>
                  <a:arcTo wR="317500" hR="317500" stAng="4536000" swAng="116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77" name="Harvey 47/100 [47]">
              <a:extLst>
                <a:ext uri="{FF2B5EF4-FFF2-40B4-BE49-F238E27FC236}">
                  <a16:creationId xmlns:a16="http://schemas.microsoft.com/office/drawing/2014/main" id="{F35AEE09-D82F-438F-9D01-96C6876241F1}"/>
                </a:ext>
              </a:extLst>
            </p:cNvPr>
            <p:cNvSpPr>
              <a:spLocks noChangeAspect="1"/>
            </p:cNvSpPr>
            <p:nvPr>
              <p:custDataLst>
                <p:tags r:id="rId8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1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629376"/>
                  </a:moveTo>
                  <a:arcTo wR="317500" hR="317500" stAng="4751999" swAng="114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78" name="Harvey 48/100 [48]">
              <a:extLst>
                <a:ext uri="{FF2B5EF4-FFF2-40B4-BE49-F238E27FC236}">
                  <a16:creationId xmlns:a16="http://schemas.microsoft.com/office/drawing/2014/main" id="{4FC3325B-EEB2-4420-9715-1149CEACE9AC}"/>
                </a:ext>
              </a:extLst>
            </p:cNvPr>
            <p:cNvSpPr>
              <a:spLocks noChangeAspect="1"/>
            </p:cNvSpPr>
            <p:nvPr>
              <p:custDataLst>
                <p:tags r:id="rId8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36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632496"/>
                  </a:moveTo>
                  <a:arcTo wR="317500" hR="317500" stAng="4967999" swAng="112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79" name="Harvey 49/100 [49]">
              <a:extLst>
                <a:ext uri="{FF2B5EF4-FFF2-40B4-BE49-F238E27FC236}">
                  <a16:creationId xmlns:a16="http://schemas.microsoft.com/office/drawing/2014/main" id="{3BE00D50-8FCE-4E11-AA24-10B621732F20}"/>
                </a:ext>
              </a:extLst>
            </p:cNvPr>
            <p:cNvSpPr>
              <a:spLocks noChangeAspect="1"/>
            </p:cNvSpPr>
            <p:nvPr>
              <p:custDataLst>
                <p:tags r:id="rId8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5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34373"/>
                  </a:moveTo>
                  <a:arcTo wR="317500" hR="317500" stAng="5184000" swAng="110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80" name="Harvey 50/100 [50]">
              <a:extLst>
                <a:ext uri="{FF2B5EF4-FFF2-40B4-BE49-F238E27FC236}">
                  <a16:creationId xmlns:a16="http://schemas.microsoft.com/office/drawing/2014/main" id="{97083993-8BFD-443F-A3A3-D28EF389CE2B}"/>
                </a:ext>
              </a:extLst>
            </p:cNvPr>
            <p:cNvSpPr>
              <a:spLocks noChangeAspect="1"/>
            </p:cNvSpPr>
            <p:nvPr>
              <p:custDataLst>
                <p:tags r:id="rId8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81" name="Harvey 51/100 [51]">
              <a:extLst>
                <a:ext uri="{FF2B5EF4-FFF2-40B4-BE49-F238E27FC236}">
                  <a16:creationId xmlns:a16="http://schemas.microsoft.com/office/drawing/2014/main" id="{BDE38762-18E9-47FF-895E-325F5976ECAA}"/>
                </a:ext>
              </a:extLst>
            </p:cNvPr>
            <p:cNvSpPr>
              <a:spLocks noChangeAspect="1"/>
            </p:cNvSpPr>
            <p:nvPr>
              <p:custDataLst>
                <p:tags r:id="rId8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0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34373"/>
                  </a:moveTo>
                  <a:arcTo wR="317500" hR="317500" stAng="5616000" swAng="1058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82" name="Harvey 52/100 [52]">
              <a:extLst>
                <a:ext uri="{FF2B5EF4-FFF2-40B4-BE49-F238E27FC236}">
                  <a16:creationId xmlns:a16="http://schemas.microsoft.com/office/drawing/2014/main" id="{785EAA21-FBCD-46DC-8430-7AB12F5A66AF}"/>
                </a:ext>
              </a:extLst>
            </p:cNvPr>
            <p:cNvSpPr>
              <a:spLocks noChangeAspect="1"/>
            </p:cNvSpPr>
            <p:nvPr>
              <p:custDataLst>
                <p:tags r:id="rId8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2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632496"/>
                  </a:moveTo>
                  <a:arcTo wR="317500" hR="317500" stAng="5832000" swAng="1036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83" name="Harvey 53/100 [53]">
              <a:extLst>
                <a:ext uri="{FF2B5EF4-FFF2-40B4-BE49-F238E27FC236}">
                  <a16:creationId xmlns:a16="http://schemas.microsoft.com/office/drawing/2014/main" id="{858D54BA-F4A5-4C67-830E-E85FF6EE735D}"/>
                </a:ext>
              </a:extLst>
            </p:cNvPr>
            <p:cNvSpPr>
              <a:spLocks noChangeAspect="1"/>
            </p:cNvSpPr>
            <p:nvPr>
              <p:custDataLst>
                <p:tags r:id="rId8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4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629376"/>
                  </a:moveTo>
                  <a:arcTo wR="317500" hR="317500" stAng="6048000" swAng="1015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84" name="Harvey 54/100 [54]">
              <a:extLst>
                <a:ext uri="{FF2B5EF4-FFF2-40B4-BE49-F238E27FC236}">
                  <a16:creationId xmlns:a16="http://schemas.microsoft.com/office/drawing/2014/main" id="{AC41BD7B-E1FA-4AED-B11C-E03936A672E6}"/>
                </a:ext>
              </a:extLst>
            </p:cNvPr>
            <p:cNvSpPr>
              <a:spLocks noChangeAspect="1"/>
            </p:cNvSpPr>
            <p:nvPr>
              <p:custDataLst>
                <p:tags r:id="rId8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6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625025"/>
                  </a:moveTo>
                  <a:arcTo wR="317500" hR="317500" stAng="6264000" swAng="993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85" name="Harvey 55/100 [55]">
              <a:extLst>
                <a:ext uri="{FF2B5EF4-FFF2-40B4-BE49-F238E27FC236}">
                  <a16:creationId xmlns:a16="http://schemas.microsoft.com/office/drawing/2014/main" id="{BAF901A0-5FD1-4B29-9AF9-DB8B19412429}"/>
                </a:ext>
              </a:extLst>
            </p:cNvPr>
            <p:cNvSpPr>
              <a:spLocks noChangeAspect="1"/>
            </p:cNvSpPr>
            <p:nvPr>
              <p:custDataLst>
                <p:tags r:id="rId9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8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619460"/>
                  </a:moveTo>
                  <a:arcTo wR="317500" hR="317500" stAng="6480000" swAng="971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86" name="Harvey 56/100 [56]">
              <a:extLst>
                <a:ext uri="{FF2B5EF4-FFF2-40B4-BE49-F238E27FC236}">
                  <a16:creationId xmlns:a16="http://schemas.microsoft.com/office/drawing/2014/main" id="{3EFF555D-6B7F-481F-ADC2-746953BA7F97}"/>
                </a:ext>
              </a:extLst>
            </p:cNvPr>
            <p:cNvSpPr>
              <a:spLocks noChangeAspect="1"/>
            </p:cNvSpPr>
            <p:nvPr>
              <p:custDataLst>
                <p:tags r:id="rId9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0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612704"/>
                  </a:moveTo>
                  <a:arcTo wR="317500" hR="317500" stAng="6696000" swAng="950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87" name="Harvey 57/100 [57]">
              <a:extLst>
                <a:ext uri="{FF2B5EF4-FFF2-40B4-BE49-F238E27FC236}">
                  <a16:creationId xmlns:a16="http://schemas.microsoft.com/office/drawing/2014/main" id="{A4D3BE31-8C07-4912-AB8B-8331A665C238}"/>
                </a:ext>
              </a:extLst>
            </p:cNvPr>
            <p:cNvSpPr>
              <a:spLocks noChangeAspect="1"/>
            </p:cNvSpPr>
            <p:nvPr>
              <p:custDataLst>
                <p:tags r:id="rId9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3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604782"/>
                  </a:moveTo>
                  <a:arcTo wR="317500" hR="317500" stAng="6911999" swAng="928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88" name="Harvey 58/100 [58]">
              <a:extLst>
                <a:ext uri="{FF2B5EF4-FFF2-40B4-BE49-F238E27FC236}">
                  <a16:creationId xmlns:a16="http://schemas.microsoft.com/office/drawing/2014/main" id="{E7B5A5D9-6DD2-4B0A-9557-7A7AF774103E}"/>
                </a:ext>
              </a:extLst>
            </p:cNvPr>
            <p:cNvSpPr>
              <a:spLocks noChangeAspect="1"/>
            </p:cNvSpPr>
            <p:nvPr>
              <p:custDataLst>
                <p:tags r:id="rId9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52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595727"/>
                  </a:moveTo>
                  <a:arcTo wR="317500" hR="317500" stAng="7127999" swAng="90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89" name="Harvey 59/100 [59]">
              <a:extLst>
                <a:ext uri="{FF2B5EF4-FFF2-40B4-BE49-F238E27FC236}">
                  <a16:creationId xmlns:a16="http://schemas.microsoft.com/office/drawing/2014/main" id="{88458C0E-D234-4C86-A6CC-B8CD6C445F00}"/>
                </a:ext>
              </a:extLst>
            </p:cNvPr>
            <p:cNvSpPr>
              <a:spLocks noChangeAspect="1"/>
            </p:cNvSpPr>
            <p:nvPr>
              <p:custDataLst>
                <p:tags r:id="rId9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74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585574"/>
                  </a:moveTo>
                  <a:arcTo wR="317500" hR="317500" stAng="7343999" swAng="885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90" name="Harvey 60/100 [60]">
              <a:extLst>
                <a:ext uri="{FF2B5EF4-FFF2-40B4-BE49-F238E27FC236}">
                  <a16:creationId xmlns:a16="http://schemas.microsoft.com/office/drawing/2014/main" id="{0924D2C6-D224-49FD-A4B8-312AFD605E78}"/>
                </a:ext>
              </a:extLst>
            </p:cNvPr>
            <p:cNvSpPr>
              <a:spLocks noChangeAspect="1"/>
            </p:cNvSpPr>
            <p:nvPr>
              <p:custDataLst>
                <p:tags r:id="rId9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574362"/>
                  </a:moveTo>
                  <a:arcTo wR="317500" hR="317500" stAng="7560000" swAng="86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91" name="Harvey 61/100 [61]">
              <a:extLst>
                <a:ext uri="{FF2B5EF4-FFF2-40B4-BE49-F238E27FC236}">
                  <a16:creationId xmlns:a16="http://schemas.microsoft.com/office/drawing/2014/main" id="{F9FB23C2-D568-49AC-B8FD-0480EB019739}"/>
                </a:ext>
              </a:extLst>
            </p:cNvPr>
            <p:cNvSpPr>
              <a:spLocks noChangeAspect="1"/>
            </p:cNvSpPr>
            <p:nvPr>
              <p:custDataLst>
                <p:tags r:id="rId9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1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562137"/>
                  </a:moveTo>
                  <a:arcTo wR="317500" hR="317500" stAng="7776000" swAng="84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92" name="Harvey 62/100 [62]">
              <a:extLst>
                <a:ext uri="{FF2B5EF4-FFF2-40B4-BE49-F238E27FC236}">
                  <a16:creationId xmlns:a16="http://schemas.microsoft.com/office/drawing/2014/main" id="{9EF3159D-F4FB-4032-BCCB-55E6ED5EEFC7}"/>
                </a:ext>
              </a:extLst>
            </p:cNvPr>
            <p:cNvSpPr>
              <a:spLocks noChangeAspect="1"/>
            </p:cNvSpPr>
            <p:nvPr>
              <p:custDataLst>
                <p:tags r:id="rId9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3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548947"/>
                  </a:moveTo>
                  <a:arcTo wR="317500" hR="317500" stAng="7991999" swAng="82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93" name="Harvey 63/100 [63]">
              <a:extLst>
                <a:ext uri="{FF2B5EF4-FFF2-40B4-BE49-F238E27FC236}">
                  <a16:creationId xmlns:a16="http://schemas.microsoft.com/office/drawing/2014/main" id="{9362C8EA-6D15-4E0C-8AE9-B1B50EB297B8}"/>
                </a:ext>
              </a:extLst>
            </p:cNvPr>
            <p:cNvSpPr>
              <a:spLocks noChangeAspect="1"/>
            </p:cNvSpPr>
            <p:nvPr>
              <p:custDataLst>
                <p:tags r:id="rId9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6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534843"/>
                  </a:moveTo>
                  <a:arcTo wR="317500" hR="317500" stAng="8208000" swAng="799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94" name="Harvey 64/100 [64]">
              <a:extLst>
                <a:ext uri="{FF2B5EF4-FFF2-40B4-BE49-F238E27FC236}">
                  <a16:creationId xmlns:a16="http://schemas.microsoft.com/office/drawing/2014/main" id="{91EB375D-1444-4BE3-A696-66272A1564CD}"/>
                </a:ext>
              </a:extLst>
            </p:cNvPr>
            <p:cNvSpPr>
              <a:spLocks noChangeAspect="1"/>
            </p:cNvSpPr>
            <p:nvPr>
              <p:custDataLst>
                <p:tags r:id="rId9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8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519882"/>
                  </a:moveTo>
                  <a:arcTo wR="317500" hR="317500" stAng="8424000" swAng="777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95" name="Harvey 65/100 [65]">
              <a:extLst>
                <a:ext uri="{FF2B5EF4-FFF2-40B4-BE49-F238E27FC236}">
                  <a16:creationId xmlns:a16="http://schemas.microsoft.com/office/drawing/2014/main" id="{9A3002B1-5D17-4BCB-9A44-B2FB4025D02F}"/>
                </a:ext>
              </a:extLst>
            </p:cNvPr>
            <p:cNvSpPr>
              <a:spLocks noChangeAspect="1"/>
            </p:cNvSpPr>
            <p:nvPr>
              <p:custDataLst>
                <p:tags r:id="rId10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0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504121"/>
                  </a:moveTo>
                  <a:arcTo wR="317500" hR="317500" stAng="8640000" swAng="755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96" name="Harvey 66/100 [66]">
              <a:extLst>
                <a:ext uri="{FF2B5EF4-FFF2-40B4-BE49-F238E27FC236}">
                  <a16:creationId xmlns:a16="http://schemas.microsoft.com/office/drawing/2014/main" id="{E5F2FDE4-04B2-4A45-A685-14E0C51883A5}"/>
                </a:ext>
              </a:extLst>
            </p:cNvPr>
            <p:cNvSpPr>
              <a:spLocks noChangeAspect="1"/>
            </p:cNvSpPr>
            <p:nvPr>
              <p:custDataLst>
                <p:tags r:id="rId10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2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487625"/>
                  </a:moveTo>
                  <a:arcTo wR="317500" hR="317500" stAng="8856000" swAng="734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97" name="Harvey 67/100 [67]">
              <a:extLst>
                <a:ext uri="{FF2B5EF4-FFF2-40B4-BE49-F238E27FC236}">
                  <a16:creationId xmlns:a16="http://schemas.microsoft.com/office/drawing/2014/main" id="{D399A169-3845-4CD5-A62C-F4586F1FAFE8}"/>
                </a:ext>
              </a:extLst>
            </p:cNvPr>
            <p:cNvSpPr>
              <a:spLocks noChangeAspect="1"/>
            </p:cNvSpPr>
            <p:nvPr>
              <p:custDataLst>
                <p:tags r:id="rId10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470456"/>
                  </a:moveTo>
                  <a:arcTo wR="317500" hR="317500" stAng="9072000" swAng="712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98" name="Harvey 68/100 [68]">
              <a:extLst>
                <a:ext uri="{FF2B5EF4-FFF2-40B4-BE49-F238E27FC236}">
                  <a16:creationId xmlns:a16="http://schemas.microsoft.com/office/drawing/2014/main" id="{E12F5173-9960-47F5-9A91-B043294E14CB}"/>
                </a:ext>
              </a:extLst>
            </p:cNvPr>
            <p:cNvSpPr>
              <a:spLocks noChangeAspect="1"/>
            </p:cNvSpPr>
            <p:nvPr>
              <p:custDataLst>
                <p:tags r:id="rId10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6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452684"/>
                  </a:moveTo>
                  <a:arcTo wR="317500" hR="317500" stAng="9288000" swAng="691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99" name="Harvey 69/100 [69]">
              <a:extLst>
                <a:ext uri="{FF2B5EF4-FFF2-40B4-BE49-F238E27FC236}">
                  <a16:creationId xmlns:a16="http://schemas.microsoft.com/office/drawing/2014/main" id="{DD9B9229-3D3A-4706-BEEC-04C19A30C5C3}"/>
                </a:ext>
              </a:extLst>
            </p:cNvPr>
            <p:cNvSpPr>
              <a:spLocks noChangeAspect="1"/>
            </p:cNvSpPr>
            <p:nvPr>
              <p:custDataLst>
                <p:tags r:id="rId10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90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434379"/>
                  </a:moveTo>
                  <a:arcTo wR="317500" hR="317500" stAng="9503999" swAng="66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00" name="Harvey 70/100 [70]">
              <a:extLst>
                <a:ext uri="{FF2B5EF4-FFF2-40B4-BE49-F238E27FC236}">
                  <a16:creationId xmlns:a16="http://schemas.microsoft.com/office/drawing/2014/main" id="{795A4CC8-0C08-491C-8D7F-95EC8E0E25B8}"/>
                </a:ext>
              </a:extLst>
            </p:cNvPr>
            <p:cNvSpPr>
              <a:spLocks noChangeAspect="1"/>
            </p:cNvSpPr>
            <p:nvPr>
              <p:custDataLst>
                <p:tags r:id="rId10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1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415612"/>
                  </a:moveTo>
                  <a:arcTo wR="317500" hR="317500" stAng="9719999" swAng="64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01" name="Harvey 71/100 [71]">
              <a:extLst>
                <a:ext uri="{FF2B5EF4-FFF2-40B4-BE49-F238E27FC236}">
                  <a16:creationId xmlns:a16="http://schemas.microsoft.com/office/drawing/2014/main" id="{91862A76-5FCC-4C25-9A3F-A10651AC7725}"/>
                </a:ext>
              </a:extLst>
            </p:cNvPr>
            <p:cNvSpPr>
              <a:spLocks noChangeAspect="1"/>
            </p:cNvSpPr>
            <p:nvPr>
              <p:custDataLst>
                <p:tags r:id="rId10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3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396459"/>
                  </a:moveTo>
                  <a:arcTo wR="317500" hR="317500" stAng="9936000" swAng="62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02" name="Harvey 72/100 [72]">
              <a:extLst>
                <a:ext uri="{FF2B5EF4-FFF2-40B4-BE49-F238E27FC236}">
                  <a16:creationId xmlns:a16="http://schemas.microsoft.com/office/drawing/2014/main" id="{46969644-17D9-45C9-A88A-9A88622DCE45}"/>
                </a:ext>
              </a:extLst>
            </p:cNvPr>
            <p:cNvSpPr>
              <a:spLocks noChangeAspect="1"/>
            </p:cNvSpPr>
            <p:nvPr>
              <p:custDataLst>
                <p:tags r:id="rId10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5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376993"/>
                  </a:moveTo>
                  <a:arcTo wR="317500" hR="317500" stAng="10152000" swAng="60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03" name="Harvey 73/100 [73]">
              <a:extLst>
                <a:ext uri="{FF2B5EF4-FFF2-40B4-BE49-F238E27FC236}">
                  <a16:creationId xmlns:a16="http://schemas.microsoft.com/office/drawing/2014/main" id="{F89621F9-3ABB-450D-913E-7B467F289A9B}"/>
                </a:ext>
              </a:extLst>
            </p:cNvPr>
            <p:cNvSpPr>
              <a:spLocks noChangeAspect="1"/>
            </p:cNvSpPr>
            <p:nvPr>
              <p:custDataLst>
                <p:tags r:id="rId10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7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357293"/>
                  </a:moveTo>
                  <a:arcTo wR="317500" hR="317500" stAng="10368000" swAng="58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04" name="Harvey 74/100 [74]">
              <a:extLst>
                <a:ext uri="{FF2B5EF4-FFF2-40B4-BE49-F238E27FC236}">
                  <a16:creationId xmlns:a16="http://schemas.microsoft.com/office/drawing/2014/main" id="{89EE4B1F-E703-471D-8307-BFB9EDEDB9F7}"/>
                </a:ext>
              </a:extLst>
            </p:cNvPr>
            <p:cNvSpPr>
              <a:spLocks noChangeAspect="1"/>
            </p:cNvSpPr>
            <p:nvPr>
              <p:custDataLst>
                <p:tags r:id="rId10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9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337435"/>
                  </a:moveTo>
                  <a:arcTo wR="317500" hR="317500" stAng="10583999" swAng="56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05" name="Harvey 75/100 [75]">
              <a:extLst>
                <a:ext uri="{FF2B5EF4-FFF2-40B4-BE49-F238E27FC236}">
                  <a16:creationId xmlns:a16="http://schemas.microsoft.com/office/drawing/2014/main" id="{8AB2EEA8-04AC-4B6C-8D90-28093DB647E6}"/>
                </a:ext>
              </a:extLst>
            </p:cNvPr>
            <p:cNvSpPr>
              <a:spLocks noChangeAspect="1"/>
            </p:cNvSpPr>
            <p:nvPr>
              <p:custDataLst>
                <p:tags r:id="rId11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06" name="Harvey 76/100 [76]">
              <a:extLst>
                <a:ext uri="{FF2B5EF4-FFF2-40B4-BE49-F238E27FC236}">
                  <a16:creationId xmlns:a16="http://schemas.microsoft.com/office/drawing/2014/main" id="{6F4E00F2-EA6F-4809-B2FD-4CE3ABE8C480}"/>
                </a:ext>
              </a:extLst>
            </p:cNvPr>
            <p:cNvSpPr>
              <a:spLocks noChangeAspect="1"/>
            </p:cNvSpPr>
            <p:nvPr>
              <p:custDataLst>
                <p:tags r:id="rId11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4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297564"/>
                  </a:moveTo>
                  <a:arcTo wR="317500" hR="317500" stAng="11016000" swAng="518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07" name="Harvey 77/100 [77]">
              <a:extLst>
                <a:ext uri="{FF2B5EF4-FFF2-40B4-BE49-F238E27FC236}">
                  <a16:creationId xmlns:a16="http://schemas.microsoft.com/office/drawing/2014/main" id="{CF5CA593-7B87-4492-9B35-2255514CB496}"/>
                </a:ext>
              </a:extLst>
            </p:cNvPr>
            <p:cNvSpPr>
              <a:spLocks noChangeAspect="1"/>
            </p:cNvSpPr>
            <p:nvPr>
              <p:custDataLst>
                <p:tags r:id="rId11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6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277706"/>
                  </a:moveTo>
                  <a:arcTo wR="317500" hR="317500" stAng="11232000" swAng="496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08" name="Harvey 78/100 [78]">
              <a:extLst>
                <a:ext uri="{FF2B5EF4-FFF2-40B4-BE49-F238E27FC236}">
                  <a16:creationId xmlns:a16="http://schemas.microsoft.com/office/drawing/2014/main" id="{8C036464-458E-48D4-BAC8-84819F820C60}"/>
                </a:ext>
              </a:extLst>
            </p:cNvPr>
            <p:cNvSpPr>
              <a:spLocks noChangeAspect="1"/>
            </p:cNvSpPr>
            <p:nvPr>
              <p:custDataLst>
                <p:tags r:id="rId11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8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258006"/>
                  </a:moveTo>
                  <a:arcTo wR="317500" hR="317500" stAng="11448000" swAng="475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09" name="Harvey 79/100 [79]">
              <a:extLst>
                <a:ext uri="{FF2B5EF4-FFF2-40B4-BE49-F238E27FC236}">
                  <a16:creationId xmlns:a16="http://schemas.microsoft.com/office/drawing/2014/main" id="{6FD5AC00-8293-447C-B728-B963DD67B1C2}"/>
                </a:ext>
              </a:extLst>
            </p:cNvPr>
            <p:cNvSpPr>
              <a:spLocks noChangeAspect="1"/>
            </p:cNvSpPr>
            <p:nvPr>
              <p:custDataLst>
                <p:tags r:id="rId11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0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238540"/>
                  </a:moveTo>
                  <a:arcTo wR="317500" hR="317500" stAng="11664000" swAng="453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10" name="Harvey 80/100 [80]">
              <a:extLst>
                <a:ext uri="{FF2B5EF4-FFF2-40B4-BE49-F238E27FC236}">
                  <a16:creationId xmlns:a16="http://schemas.microsoft.com/office/drawing/2014/main" id="{29C0F859-BC49-430F-8C59-C0B9109E47A3}"/>
                </a:ext>
              </a:extLst>
            </p:cNvPr>
            <p:cNvSpPr>
              <a:spLocks noChangeAspect="1"/>
            </p:cNvSpPr>
            <p:nvPr>
              <p:custDataLst>
                <p:tags r:id="rId11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219387"/>
                  </a:moveTo>
                  <a:arcTo wR="317500" hR="317500" stAng="11880000" swAng="431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11" name="Harvey 81/100 [81]">
              <a:extLst>
                <a:ext uri="{FF2B5EF4-FFF2-40B4-BE49-F238E27FC236}">
                  <a16:creationId xmlns:a16="http://schemas.microsoft.com/office/drawing/2014/main" id="{F78719E3-0417-4867-B70D-21538B3AC36E}"/>
                </a:ext>
              </a:extLst>
            </p:cNvPr>
            <p:cNvSpPr>
              <a:spLocks noChangeAspect="1"/>
            </p:cNvSpPr>
            <p:nvPr>
              <p:custDataLst>
                <p:tags r:id="rId11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4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200620"/>
                  </a:moveTo>
                  <a:arcTo wR="317500" hR="317500" stAng="12096000" swAng="410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12" name="Harvey 82/100 [82]">
              <a:extLst>
                <a:ext uri="{FF2B5EF4-FFF2-40B4-BE49-F238E27FC236}">
                  <a16:creationId xmlns:a16="http://schemas.microsoft.com/office/drawing/2014/main" id="{9C5D0905-7412-4C75-BC20-E51105CA783D}"/>
                </a:ext>
              </a:extLst>
            </p:cNvPr>
            <p:cNvSpPr>
              <a:spLocks noChangeAspect="1"/>
            </p:cNvSpPr>
            <p:nvPr>
              <p:custDataLst>
                <p:tags r:id="rId11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7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182315"/>
                  </a:moveTo>
                  <a:arcTo wR="317500" hR="317500" stAng="12312000" swAng="388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13" name="Harvey 83/100 [83]">
              <a:extLst>
                <a:ext uri="{FF2B5EF4-FFF2-40B4-BE49-F238E27FC236}">
                  <a16:creationId xmlns:a16="http://schemas.microsoft.com/office/drawing/2014/main" id="{96AA2E20-CC65-4632-B3D4-93E962B59D4C}"/>
                </a:ext>
              </a:extLst>
            </p:cNvPr>
            <p:cNvSpPr>
              <a:spLocks noChangeAspect="1"/>
            </p:cNvSpPr>
            <p:nvPr>
              <p:custDataLst>
                <p:tags r:id="rId11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9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164543"/>
                  </a:moveTo>
                  <a:arcTo wR="317500" hR="317500" stAng="12528000" swAng="36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14" name="Harvey 84/100 [84]">
              <a:extLst>
                <a:ext uri="{FF2B5EF4-FFF2-40B4-BE49-F238E27FC236}">
                  <a16:creationId xmlns:a16="http://schemas.microsoft.com/office/drawing/2014/main" id="{9B4360A3-E0B2-48F7-B5A8-D24513748A82}"/>
                </a:ext>
              </a:extLst>
            </p:cNvPr>
            <p:cNvSpPr>
              <a:spLocks noChangeAspect="1"/>
            </p:cNvSpPr>
            <p:nvPr>
              <p:custDataLst>
                <p:tags r:id="rId11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1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147374"/>
                  </a:moveTo>
                  <a:arcTo wR="317500" hR="317500" stAng="12743999" swAng="345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15" name="Harvey 85/100 [85]">
              <a:extLst>
                <a:ext uri="{FF2B5EF4-FFF2-40B4-BE49-F238E27FC236}">
                  <a16:creationId xmlns:a16="http://schemas.microsoft.com/office/drawing/2014/main" id="{D694B21E-EEA0-48FA-A35C-7B6570B3F861}"/>
                </a:ext>
              </a:extLst>
            </p:cNvPr>
            <p:cNvSpPr>
              <a:spLocks noChangeAspect="1"/>
            </p:cNvSpPr>
            <p:nvPr>
              <p:custDataLst>
                <p:tags r:id="rId12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3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130878"/>
                  </a:moveTo>
                  <a:arcTo wR="317500" hR="317500" stAng="12960000" swAng="32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16" name="Harvey 86/100 [86]">
              <a:extLst>
                <a:ext uri="{FF2B5EF4-FFF2-40B4-BE49-F238E27FC236}">
                  <a16:creationId xmlns:a16="http://schemas.microsoft.com/office/drawing/2014/main" id="{85E1AF41-C21D-4514-B37E-CC830BC09C0A}"/>
                </a:ext>
              </a:extLst>
            </p:cNvPr>
            <p:cNvSpPr>
              <a:spLocks noChangeAspect="1"/>
            </p:cNvSpPr>
            <p:nvPr>
              <p:custDataLst>
                <p:tags r:id="rId12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5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115117"/>
                  </a:moveTo>
                  <a:arcTo wR="317500" hR="317500" stAng="13176000" swAng="30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17" name="Harvey 87/100 [87]">
              <a:extLst>
                <a:ext uri="{FF2B5EF4-FFF2-40B4-BE49-F238E27FC236}">
                  <a16:creationId xmlns:a16="http://schemas.microsoft.com/office/drawing/2014/main" id="{E3948F2E-FD5F-4107-B122-9AC75FE0CD9E}"/>
                </a:ext>
              </a:extLst>
            </p:cNvPr>
            <p:cNvSpPr>
              <a:spLocks noChangeAspect="1"/>
            </p:cNvSpPr>
            <p:nvPr>
              <p:custDataLst>
                <p:tags r:id="rId12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7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100156"/>
                  </a:moveTo>
                  <a:arcTo wR="317500" hR="317500" stAng="13392000" swAng="28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18" name="Harvey 88/100 [88]">
              <a:extLst>
                <a:ext uri="{FF2B5EF4-FFF2-40B4-BE49-F238E27FC236}">
                  <a16:creationId xmlns:a16="http://schemas.microsoft.com/office/drawing/2014/main" id="{744E57ED-019F-4A8B-A06E-9FB965FEBB23}"/>
                </a:ext>
              </a:extLst>
            </p:cNvPr>
            <p:cNvSpPr>
              <a:spLocks noChangeAspect="1"/>
            </p:cNvSpPr>
            <p:nvPr>
              <p:custDataLst>
                <p:tags r:id="rId12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0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86052"/>
                  </a:moveTo>
                  <a:arcTo wR="317500" hR="317500" stAng="13608000" swAng="259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19" name="Harvey 89/100 [89]">
              <a:extLst>
                <a:ext uri="{FF2B5EF4-FFF2-40B4-BE49-F238E27FC236}">
                  <a16:creationId xmlns:a16="http://schemas.microsoft.com/office/drawing/2014/main" id="{5567719B-31CA-4A86-801E-E0531122E504}"/>
                </a:ext>
              </a:extLst>
            </p:cNvPr>
            <p:cNvSpPr>
              <a:spLocks noChangeAspect="1"/>
            </p:cNvSpPr>
            <p:nvPr>
              <p:custDataLst>
                <p:tags r:id="rId12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2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72862"/>
                  </a:moveTo>
                  <a:arcTo wR="317500" hR="317500" stAng="13823999" swAng="2375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20" name="Harvey 90/100 [90]">
              <a:extLst>
                <a:ext uri="{FF2B5EF4-FFF2-40B4-BE49-F238E27FC236}">
                  <a16:creationId xmlns:a16="http://schemas.microsoft.com/office/drawing/2014/main" id="{2CD4B3A1-B882-43A6-A4CA-C9FCA394B28B}"/>
                </a:ext>
              </a:extLst>
            </p:cNvPr>
            <p:cNvSpPr>
              <a:spLocks noChangeAspect="1"/>
            </p:cNvSpPr>
            <p:nvPr>
              <p:custDataLst>
                <p:tags r:id="rId12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60637"/>
                  </a:moveTo>
                  <a:arcTo wR="317500" hR="317500" stAng="14040000" swAng="215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21" name="Harvey 91/100 [91]">
              <a:extLst>
                <a:ext uri="{FF2B5EF4-FFF2-40B4-BE49-F238E27FC236}">
                  <a16:creationId xmlns:a16="http://schemas.microsoft.com/office/drawing/2014/main" id="{68606D93-5175-4900-AD89-6D0710AFE75F}"/>
                </a:ext>
              </a:extLst>
            </p:cNvPr>
            <p:cNvSpPr>
              <a:spLocks noChangeAspect="1"/>
            </p:cNvSpPr>
            <p:nvPr>
              <p:custDataLst>
                <p:tags r:id="rId12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6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49425"/>
                  </a:moveTo>
                  <a:arcTo wR="317500" hR="317500" stAng="14256000" swAng="194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22" name="Harvey 92/100 [92]">
              <a:extLst>
                <a:ext uri="{FF2B5EF4-FFF2-40B4-BE49-F238E27FC236}">
                  <a16:creationId xmlns:a16="http://schemas.microsoft.com/office/drawing/2014/main" id="{7EE30864-DDCC-4BBA-B70A-48810E224581}"/>
                </a:ext>
              </a:extLst>
            </p:cNvPr>
            <p:cNvSpPr>
              <a:spLocks noChangeAspect="1"/>
            </p:cNvSpPr>
            <p:nvPr>
              <p:custDataLst>
                <p:tags r:id="rId12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8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39272"/>
                  </a:moveTo>
                  <a:arcTo wR="317500" hR="317500" stAng="14472000" swAng="172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23" name="Harvey 93/100 [93]">
              <a:extLst>
                <a:ext uri="{FF2B5EF4-FFF2-40B4-BE49-F238E27FC236}">
                  <a16:creationId xmlns:a16="http://schemas.microsoft.com/office/drawing/2014/main" id="{608CA488-A707-4C7A-9287-9DA9A38ED3D4}"/>
                </a:ext>
              </a:extLst>
            </p:cNvPr>
            <p:cNvSpPr>
              <a:spLocks noChangeAspect="1"/>
            </p:cNvSpPr>
            <p:nvPr>
              <p:custDataLst>
                <p:tags r:id="rId12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0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30217"/>
                  </a:moveTo>
                  <a:arcTo wR="317500" hR="317500" stAng="14688000" swAng="151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24" name="Harvey 94/100 [94]">
              <a:extLst>
                <a:ext uri="{FF2B5EF4-FFF2-40B4-BE49-F238E27FC236}">
                  <a16:creationId xmlns:a16="http://schemas.microsoft.com/office/drawing/2014/main" id="{FE1836A9-F92A-4F07-BBB8-2274E290E952}"/>
                </a:ext>
              </a:extLst>
            </p:cNvPr>
            <p:cNvSpPr>
              <a:spLocks noChangeAspect="1"/>
            </p:cNvSpPr>
            <p:nvPr>
              <p:custDataLst>
                <p:tags r:id="rId12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3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22295"/>
                  </a:moveTo>
                  <a:arcTo wR="317500" hR="317500" stAng="14903999" swAng="12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25" name="Harvey 95/100 [95]">
              <a:extLst>
                <a:ext uri="{FF2B5EF4-FFF2-40B4-BE49-F238E27FC236}">
                  <a16:creationId xmlns:a16="http://schemas.microsoft.com/office/drawing/2014/main" id="{3169BE73-7F99-46E3-BDA9-D9BB85BE343E}"/>
                </a:ext>
              </a:extLst>
            </p:cNvPr>
            <p:cNvSpPr>
              <a:spLocks noChangeAspect="1"/>
            </p:cNvSpPr>
            <p:nvPr>
              <p:custDataLst>
                <p:tags r:id="rId13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5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15539"/>
                  </a:moveTo>
                  <a:arcTo wR="317500" hR="317500" stAng="15120000" swAng="10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26" name="Harvey 96/100 [96]">
              <a:extLst>
                <a:ext uri="{FF2B5EF4-FFF2-40B4-BE49-F238E27FC236}">
                  <a16:creationId xmlns:a16="http://schemas.microsoft.com/office/drawing/2014/main" id="{12E3B5ED-B1AB-4A99-BD20-FF638135BE37}"/>
                </a:ext>
              </a:extLst>
            </p:cNvPr>
            <p:cNvSpPr>
              <a:spLocks noChangeAspect="1"/>
            </p:cNvSpPr>
            <p:nvPr>
              <p:custDataLst>
                <p:tags r:id="rId13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73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9974"/>
                  </a:moveTo>
                  <a:arcTo wR="317500" hR="317500" stAng="15335999" swAng="8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27" name="Harvey 97/100 [97]">
              <a:extLst>
                <a:ext uri="{FF2B5EF4-FFF2-40B4-BE49-F238E27FC236}">
                  <a16:creationId xmlns:a16="http://schemas.microsoft.com/office/drawing/2014/main" id="{75A7FEAD-6C4B-4F7A-BB60-3A68D96114DE}"/>
                </a:ext>
              </a:extLst>
            </p:cNvPr>
            <p:cNvSpPr>
              <a:spLocks noChangeAspect="1"/>
            </p:cNvSpPr>
            <p:nvPr>
              <p:custDataLst>
                <p:tags r:id="rId13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9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5623"/>
                  </a:moveTo>
                  <a:arcTo wR="317500" hR="317500" stAng="15552000" swAng="6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28" name="Harvey 98/100 [98]">
              <a:extLst>
                <a:ext uri="{FF2B5EF4-FFF2-40B4-BE49-F238E27FC236}">
                  <a16:creationId xmlns:a16="http://schemas.microsoft.com/office/drawing/2014/main" id="{C4B5128E-9380-4C38-A1EB-CB12E7401609}"/>
                </a:ext>
              </a:extLst>
            </p:cNvPr>
            <p:cNvSpPr>
              <a:spLocks noChangeAspect="1"/>
            </p:cNvSpPr>
            <p:nvPr>
              <p:custDataLst>
                <p:tags r:id="rId13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1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2503"/>
                  </a:moveTo>
                  <a:arcTo wR="317500" hR="317500" stAng="15768000" swAng="4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29" name="Harvey 99/100 [99]">
              <a:extLst>
                <a:ext uri="{FF2B5EF4-FFF2-40B4-BE49-F238E27FC236}">
                  <a16:creationId xmlns:a16="http://schemas.microsoft.com/office/drawing/2014/main" id="{50F634E4-E5B9-4DA6-9F91-8AF5B6ACF1FB}"/>
                </a:ext>
              </a:extLst>
            </p:cNvPr>
            <p:cNvSpPr>
              <a:spLocks noChangeAspect="1"/>
            </p:cNvSpPr>
            <p:nvPr>
              <p:custDataLst>
                <p:tags r:id="rId13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3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26"/>
                  </a:moveTo>
                  <a:arcTo wR="317500" hR="317500" stAng="15983999" swAng="2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30" name="Harvey 100/100 [100]">
              <a:extLst>
                <a:ext uri="{FF2B5EF4-FFF2-40B4-BE49-F238E27FC236}">
                  <a16:creationId xmlns:a16="http://schemas.microsoft.com/office/drawing/2014/main" id="{94AA53CD-8233-470E-AFEE-0BCC721BFAE9}"/>
                </a:ext>
              </a:extLst>
            </p:cNvPr>
            <p:cNvSpPr>
              <a:spLocks noChangeAspect="1"/>
            </p:cNvSpPr>
            <p:nvPr>
              <p:custDataLst>
                <p:tags r:id="rId13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</p:grpSp>
      <p:sp>
        <p:nvSpPr>
          <p:cNvPr id="131" name="Footnote [Placeholder]" hidden="1">
            <a:extLst>
              <a:ext uri="{FF2B5EF4-FFF2-40B4-BE49-F238E27FC236}">
                <a16:creationId xmlns:a16="http://schemas.microsoft.com/office/drawing/2014/main" id="{1B41FB17-6D57-4EE1-9C4C-9C305D5D6BEC}"/>
              </a:ext>
            </a:extLst>
          </p:cNvPr>
          <p:cNvSpPr txBox="1"/>
          <p:nvPr userDrawn="1"/>
        </p:nvSpPr>
        <p:spPr>
          <a:xfrm>
            <a:off x="503238" y="5984668"/>
            <a:ext cx="1018820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900" b="0" i="0" kern="0" dirty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(r) Footnote</a:t>
            </a:r>
          </a:p>
        </p:txBody>
      </p:sp>
      <p:sp>
        <p:nvSpPr>
          <p:cNvPr id="133" name="Discussion [Sticker]" hidden="1">
            <a:extLst>
              <a:ext uri="{FF2B5EF4-FFF2-40B4-BE49-F238E27FC236}">
                <a16:creationId xmlns:a16="http://schemas.microsoft.com/office/drawing/2014/main" id="{7C793D27-9296-461C-878D-BA16CBD91587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" panose="020B0504030603020204" pitchFamily="34" charset="0"/>
                <a:ea typeface="72 Brand Medium" panose="02000000000000000000" pitchFamily="2" charset="0"/>
                <a:cs typeface="+mn-cs"/>
              </a:rPr>
              <a:t>For discussion</a:t>
            </a:r>
          </a:p>
        </p:txBody>
      </p:sp>
      <p:sp>
        <p:nvSpPr>
          <p:cNvPr id="134" name="Internal [Sticker]" hidden="1">
            <a:extLst>
              <a:ext uri="{FF2B5EF4-FFF2-40B4-BE49-F238E27FC236}">
                <a16:creationId xmlns:a16="http://schemas.microsoft.com/office/drawing/2014/main" id="{704CE42F-5A9B-4CC0-8048-99928A53C0C4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" panose="020B0504030603020204" pitchFamily="34" charset="0"/>
                <a:ea typeface="+mn-ea"/>
                <a:cs typeface="+mn-cs"/>
              </a:rPr>
              <a:t>Internal use only</a:t>
            </a:r>
          </a:p>
        </p:txBody>
      </p:sp>
      <p:sp>
        <p:nvSpPr>
          <p:cNvPr id="135" name="Final [Sticker]" hidden="1">
            <a:extLst>
              <a:ext uri="{FF2B5EF4-FFF2-40B4-BE49-F238E27FC236}">
                <a16:creationId xmlns:a16="http://schemas.microsoft.com/office/drawing/2014/main" id="{348603E9-9858-4213-9B5B-929AD136906A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" panose="020B0504030603020204" pitchFamily="34" charset="0"/>
                <a:ea typeface="+mn-ea"/>
                <a:cs typeface="+mn-cs"/>
              </a:rPr>
              <a:t>Final slide</a:t>
            </a:r>
          </a:p>
        </p:txBody>
      </p:sp>
      <p:sp>
        <p:nvSpPr>
          <p:cNvPr id="136" name="Backup [Sticker]" hidden="1">
            <a:extLst>
              <a:ext uri="{FF2B5EF4-FFF2-40B4-BE49-F238E27FC236}">
                <a16:creationId xmlns:a16="http://schemas.microsoft.com/office/drawing/2014/main" id="{7EEB833A-9AFC-4A66-8469-9D3897CE1E66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" panose="020B0504030603020204" pitchFamily="34" charset="0"/>
                <a:ea typeface="+mn-ea"/>
                <a:cs typeface="+mn-cs"/>
              </a:rPr>
              <a:t>Backup</a:t>
            </a:r>
          </a:p>
        </p:txBody>
      </p:sp>
      <p:sp>
        <p:nvSpPr>
          <p:cNvPr id="137" name="Update [Sticker]" hidden="1">
            <a:extLst>
              <a:ext uri="{FF2B5EF4-FFF2-40B4-BE49-F238E27FC236}">
                <a16:creationId xmlns:a16="http://schemas.microsoft.com/office/drawing/2014/main" id="{D41FF937-AB04-46EE-82EF-FCE26A919A7B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" panose="020B0504030603020204" pitchFamily="34" charset="0"/>
                <a:ea typeface="+mn-ea"/>
                <a:cs typeface="+mn-cs"/>
              </a:rPr>
              <a:t>Update data</a:t>
            </a:r>
          </a:p>
        </p:txBody>
      </p:sp>
      <p:sp>
        <p:nvSpPr>
          <p:cNvPr id="138" name="Dummy [Sticker]" hidden="1">
            <a:extLst>
              <a:ext uri="{FF2B5EF4-FFF2-40B4-BE49-F238E27FC236}">
                <a16:creationId xmlns:a16="http://schemas.microsoft.com/office/drawing/2014/main" id="{06C5579C-7A02-48D6-A733-4B9E6D9F1443}"/>
              </a:ext>
            </a:extLst>
          </p:cNvPr>
          <p:cNvSpPr>
            <a:spLocks/>
          </p:cNvSpPr>
          <p:nvPr userDrawn="1"/>
        </p:nvSpPr>
        <p:spPr>
          <a:xfrm>
            <a:off x="10071105" y="896920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" panose="020B0504030603020204" pitchFamily="34" charset="0"/>
              </a:rPr>
              <a:t>Dummy data</a:t>
            </a:r>
          </a:p>
        </p:txBody>
      </p:sp>
      <p:sp>
        <p:nvSpPr>
          <p:cNvPr id="139" name="Formatting [Comment]" hidden="1">
            <a:extLst>
              <a:ext uri="{FF2B5EF4-FFF2-40B4-BE49-F238E27FC236}">
                <a16:creationId xmlns:a16="http://schemas.microsoft.com/office/drawing/2014/main" id="{89EB4C18-DFF3-4A27-ACBB-99DCDC8961A8}"/>
              </a:ext>
            </a:extLst>
          </p:cNvPr>
          <p:cNvSpPr>
            <a:spLocks/>
          </p:cNvSpPr>
          <p:nvPr userDrawn="1"/>
        </p:nvSpPr>
        <p:spPr>
          <a:xfrm>
            <a:off x="9483344" y="1097679"/>
            <a:ext cx="2479101" cy="1277432"/>
          </a:xfrm>
          <a:prstGeom prst="wedgeRectCallout">
            <a:avLst/>
          </a:prstGeom>
          <a:solidFill>
            <a:srgbClr val="FFFF00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lIns="143252" tIns="143252" rIns="143252" bIns="143252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&lt;initials&gt; &lt;date&gt;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yyyy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-MM-dd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hh:mm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&lt;/date&gt;: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A0A0A"/>
              </a:solidFill>
              <a:effectLst/>
              <a:uLnTx/>
              <a:uFillTx/>
              <a:latin typeface="72 Brand" panose="020B0504030603020204" pitchFamily="34" charset="0"/>
            </a:endParaRPr>
          </a:p>
        </p:txBody>
      </p:sp>
      <p:sp>
        <p:nvSpPr>
          <p:cNvPr id="140" name="Content [Comment]" hidden="1">
            <a:extLst>
              <a:ext uri="{FF2B5EF4-FFF2-40B4-BE49-F238E27FC236}">
                <a16:creationId xmlns:a16="http://schemas.microsoft.com/office/drawing/2014/main" id="{906252E7-98DB-45F0-8278-EB60F71B7340}"/>
              </a:ext>
            </a:extLst>
          </p:cNvPr>
          <p:cNvSpPr>
            <a:spLocks/>
          </p:cNvSpPr>
          <p:nvPr userDrawn="1"/>
        </p:nvSpPr>
        <p:spPr>
          <a:xfrm>
            <a:off x="9483344" y="1097671"/>
            <a:ext cx="2479101" cy="1277440"/>
          </a:xfrm>
          <a:prstGeom prst="wedgeRectCallout">
            <a:avLst/>
          </a:prstGeom>
          <a:solidFill>
            <a:srgbClr val="FFFF00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lIns="143252" tIns="143252" rIns="143252" bIns="143252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&lt;initials&gt; &lt;date&gt;</a:t>
            </a:r>
            <a:r>
              <a:rPr kumimoji="0" lang="en-US" sz="12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yyyy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-MM-dd </a:t>
            </a:r>
            <a:r>
              <a:rPr kumimoji="0" lang="en-US" sz="12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hh:mm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&lt;/date&gt;: </a:t>
            </a:r>
          </a:p>
        </p:txBody>
      </p:sp>
      <p:sp>
        <p:nvSpPr>
          <p:cNvPr id="141" name="Draft [Sticker]" hidden="1">
            <a:extLst>
              <a:ext uri="{FF2B5EF4-FFF2-40B4-BE49-F238E27FC236}">
                <a16:creationId xmlns:a16="http://schemas.microsoft.com/office/drawing/2014/main" id="{904633E3-6BC9-4C5E-B74A-8B9D4AE95B20}"/>
              </a:ext>
            </a:extLst>
          </p:cNvPr>
          <p:cNvSpPr/>
          <p:nvPr userDrawn="1"/>
        </p:nvSpPr>
        <p:spPr bwMode="gray">
          <a:xfrm rot="18900000">
            <a:off x="2916643" y="2819462"/>
            <a:ext cx="6361889" cy="1219077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8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DRAFT</a:t>
            </a:r>
          </a:p>
        </p:txBody>
      </p:sp>
      <p:sp>
        <p:nvSpPr>
          <p:cNvPr id="5" name="Copyright Placeholder" descr="{&quot;templafy&quot;:{&quot;id&quot;:&quot;9a0a9839-89b5-451b-a75d-841bfe9d032c&quot;}}">
            <a:extLst>
              <a:ext uri="{FF2B5EF4-FFF2-40B4-BE49-F238E27FC236}">
                <a16:creationId xmlns:a16="http://schemas.microsoft.com/office/drawing/2014/main" id="{87302DC8-6B8A-D8A4-7ECB-9AD0B84AA93F}"/>
              </a:ext>
            </a:extLst>
          </p:cNvPr>
          <p:cNvSpPr txBox="1">
            <a:spLocks/>
          </p:cNvSpPr>
          <p:nvPr userDrawn="1"/>
        </p:nvSpPr>
        <p:spPr>
          <a:xfrm>
            <a:off x="504001" y="6536751"/>
            <a:ext cx="10155600" cy="138498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>
                <a:schemeClr val="accent1"/>
              </a:buClr>
              <a:buSzPct val="80000"/>
              <a:buFontTx/>
              <a:buNone/>
              <a:defRPr sz="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20000"/>
              <a:buFont typeface="Arial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892" indent="0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sz="600" b="0" i="0" dirty="0">
                <a:latin typeface="72 Brand" panose="020B0504030603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3408294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80" r:id="rId2"/>
    <p:sldLayoutId id="2147483787" r:id="rId3"/>
    <p:sldLayoutId id="214748377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41" r:id="rId12"/>
    <p:sldLayoutId id="2147483765" r:id="rId13"/>
    <p:sldLayoutId id="2147483767" r:id="rId14"/>
    <p:sldLayoutId id="2147483786" r:id="rId15"/>
    <p:sldLayoutId id="2147483743" r:id="rId16"/>
    <p:sldLayoutId id="2147483774" r:id="rId17"/>
    <p:sldLayoutId id="2147483745" r:id="rId18"/>
    <p:sldLayoutId id="2147483760" r:id="rId19"/>
    <p:sldLayoutId id="2147483768" r:id="rId20"/>
    <p:sldLayoutId id="2147483769" r:id="rId21"/>
    <p:sldLayoutId id="2147483770" r:id="rId22"/>
    <p:sldLayoutId id="2147483744" r:id="rId23"/>
    <p:sldLayoutId id="2147483757" r:id="rId24"/>
    <p:sldLayoutId id="2147483771" r:id="rId25"/>
    <p:sldLayoutId id="2147483763" r:id="rId26"/>
    <p:sldLayoutId id="2147483751" r:id="rId27"/>
    <p:sldLayoutId id="2147483756" r:id="rId28"/>
    <p:sldLayoutId id="2147483740" r:id="rId29"/>
  </p:sldLayoutIdLst>
  <p:hf hdr="0" ftr="0" dt="0"/>
  <p:txStyles>
    <p:titleStyle>
      <a:lvl1pPr algn="l" defTabSz="1088558" rtl="0" eaLnBrk="1" latinLnBrk="0" hangingPunct="1">
        <a:spcBef>
          <a:spcPct val="0"/>
        </a:spcBef>
        <a:buNone/>
        <a:defRPr sz="2400" b="0" i="0" kern="1200" baseline="0">
          <a:solidFill>
            <a:schemeClr val="tx1"/>
          </a:solidFill>
          <a:latin typeface="72 Brand Medium" panose="020B0504030603020204" pitchFamily="34" charset="0"/>
          <a:ea typeface="+mj-ea"/>
          <a:cs typeface="+mj-cs"/>
        </a:defRPr>
      </a:lvl1pPr>
    </p:titleStyle>
    <p:bodyStyle>
      <a:lvl1pPr marL="0" indent="0" algn="l" defTabSz="1088558" rtl="0" eaLnBrk="1" latinLnBrk="0" hangingPunct="1">
        <a:spcBef>
          <a:spcPts val="1800"/>
        </a:spcBef>
        <a:buClrTx/>
        <a:buSzPct val="80000"/>
        <a:buFont typeface="72 Brand" panose="02000000000000000000" pitchFamily="2" charset="0"/>
        <a:buChar char="​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179964" indent="-179964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358775" indent="-179388" algn="l" defTabSz="1088558" rtl="0" eaLnBrk="1" latinLnBrk="0" hangingPunct="1">
        <a:spcBef>
          <a:spcPts val="300"/>
        </a:spcBef>
        <a:buClr>
          <a:schemeClr val="tx1"/>
        </a:buClr>
        <a:buSzPct val="100000"/>
        <a:buFont typeface="Arial" panose="020B0604020202020204" pitchFamily="34" charset="0"/>
        <a:buChar char="–"/>
        <a:defRPr lang="en-US" sz="18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539892" indent="-179964" algn="l" defTabSz="1088558" rtl="0" eaLnBrk="1" latinLnBrk="0" hangingPunct="1">
        <a:spcBef>
          <a:spcPts val="300"/>
        </a:spcBef>
        <a:buClr>
          <a:schemeClr val="tx1"/>
        </a:buClr>
        <a:buSzPct val="80000"/>
        <a:buFont typeface="Courier New" panose="02070309020205020404" pitchFamily="49" charset="0"/>
        <a:buChar char="o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719856" indent="-179964" algn="l" defTabSz="1088558" rtl="0" eaLnBrk="1" latinLnBrk="0" hangingPunct="1">
        <a:spcBef>
          <a:spcPts val="100"/>
        </a:spcBef>
        <a:buClr>
          <a:schemeClr val="tx1"/>
        </a:buClr>
        <a:buSzPct val="100000"/>
        <a:buFont typeface="Symbol" panose="05050102010706020507" pitchFamily="18" charset="2"/>
        <a:buChar char="-"/>
        <a:defRPr sz="140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993535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7814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2093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6373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279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558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837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711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139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675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9954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233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57293E41-954C-9E9C-7DE2-32FEDBD5A1C6}"/>
              </a:ext>
            </a:extLst>
          </p:cNvPr>
          <p:cNvSpPr/>
          <p:nvPr userDrawn="1"/>
        </p:nvSpPr>
        <p:spPr bwMode="gray">
          <a:xfrm>
            <a:off x="-1" y="0"/>
            <a:ext cx="12195175" cy="6858000"/>
          </a:xfrm>
          <a:prstGeom prst="rect">
            <a:avLst/>
          </a:prstGeom>
          <a:solidFill>
            <a:schemeClr val="bg1"/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4" name="Slide number"/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sp>
        <p:nvSpPr>
          <p:cNvPr id="12" name="Copyright Placeholder" descr="{&quot;templafy&quot;:{&quot;id&quot;:&quot;e05b9042-0e45-4cdf-a177-91a0befc3ce7&quot;}}">
            <a:extLst>
              <a:ext uri="{FF2B5EF4-FFF2-40B4-BE49-F238E27FC236}">
                <a16:creationId xmlns:a16="http://schemas.microsoft.com/office/drawing/2014/main" id="{539D88F9-B48F-F143-B90F-EDFB85A350E8}"/>
              </a:ext>
            </a:extLst>
          </p:cNvPr>
          <p:cNvSpPr txBox="1">
            <a:spLocks/>
          </p:cNvSpPr>
          <p:nvPr userDrawn="1"/>
        </p:nvSpPr>
        <p:spPr>
          <a:xfrm>
            <a:off x="504001" y="6536751"/>
            <a:ext cx="10155600" cy="138498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>
                <a:schemeClr val="accent1"/>
              </a:buClr>
              <a:buSzPct val="80000"/>
              <a:buFontTx/>
              <a:buNone/>
              <a:defRPr sz="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20000"/>
              <a:buFont typeface="Arial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892" indent="0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sz="600" b="0" i="0">
                <a:latin typeface="72 Brand" panose="020B0504030603020204" pitchFamily="34" charset="0"/>
              </a:rPr>
              <a:t>SAP Internal Only</a:t>
            </a:r>
          </a:p>
        </p:txBody>
      </p:sp>
      <p:sp>
        <p:nvSpPr>
          <p:cNvPr id="3" name="Text Placeholder"/>
          <p:cNvSpPr>
            <a:spLocks noGrp="1"/>
          </p:cNvSpPr>
          <p:nvPr userDrawn="1">
            <p:ph type="body" idx="1"/>
          </p:nvPr>
        </p:nvSpPr>
        <p:spPr bwMode="black">
          <a:xfrm>
            <a:off x="504001" y="1548560"/>
            <a:ext cx="11186476" cy="478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Start typing to add text without a bullet point. To add a bullet point, place the cursor at the start of this line and press tab.</a:t>
            </a:r>
            <a:endParaRPr lang="en-US" noProof="0"/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 Placeholder"/>
          <p:cNvSpPr>
            <a:spLocks noGrp="1"/>
          </p:cNvSpPr>
          <p:nvPr userDrawn="1">
            <p:ph type="title"/>
          </p:nvPr>
        </p:nvSpPr>
        <p:spPr bwMode="black">
          <a:xfrm>
            <a:off x="504001" y="504000"/>
            <a:ext cx="11186476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/>
              <a:t>Insert page title (sentence case)</a:t>
            </a:r>
          </a:p>
        </p:txBody>
      </p:sp>
      <p:grpSp>
        <p:nvGrpSpPr>
          <p:cNvPr id="6" name="Harvey 3" hidden="1">
            <a:extLst>
              <a:ext uri="{FF2B5EF4-FFF2-40B4-BE49-F238E27FC236}">
                <a16:creationId xmlns:a16="http://schemas.microsoft.com/office/drawing/2014/main" id="{B3E7C216-6801-4AB8-8D95-E7D60F39B210}"/>
              </a:ext>
            </a:extLst>
          </p:cNvPr>
          <p:cNvGrpSpPr>
            <a:grpSpLocks/>
          </p:cNvGrpSpPr>
          <p:nvPr userDrawn="1">
            <p:custDataLst>
              <p:tags r:id="rId31"/>
            </p:custDataLst>
          </p:nvPr>
        </p:nvGrpSpPr>
        <p:grpSpPr>
          <a:xfrm>
            <a:off x="3938798" y="3978000"/>
            <a:ext cx="1024878" cy="1024878"/>
            <a:chOff x="0" y="0"/>
            <a:chExt cx="914400" cy="914400"/>
          </a:xfrm>
          <a:solidFill>
            <a:schemeClr val="accent1"/>
          </a:solidFill>
        </p:grpSpPr>
        <p:sp>
          <p:nvSpPr>
            <p:cNvPr id="7" name="Harvey 0/3 [0]">
              <a:extLst>
                <a:ext uri="{FF2B5EF4-FFF2-40B4-BE49-F238E27FC236}">
                  <a16:creationId xmlns:a16="http://schemas.microsoft.com/office/drawing/2014/main" id="{FC8CECD5-A3FB-4DD5-A846-DC09FDB6EB04}"/>
                </a:ext>
              </a:extLst>
            </p:cNvPr>
            <p:cNvSpPr>
              <a:spLocks noChangeAspect="1"/>
            </p:cNvSpPr>
            <p:nvPr>
              <p:custDataLst>
                <p:tags r:id="rId15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8" name="Harvey 1/3 [1]">
              <a:extLst>
                <a:ext uri="{FF2B5EF4-FFF2-40B4-BE49-F238E27FC236}">
                  <a16:creationId xmlns:a16="http://schemas.microsoft.com/office/drawing/2014/main" id="{750B853B-8389-4427-AFB9-1CE880FE9BEE}"/>
                </a:ext>
              </a:extLst>
            </p:cNvPr>
            <p:cNvSpPr>
              <a:spLocks noChangeAspect="1"/>
            </p:cNvSpPr>
            <p:nvPr>
              <p:custDataLst>
                <p:tags r:id="rId15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2463" y="476249"/>
                  </a:moveTo>
                  <a:arcTo wR="317500" hR="317500" stAng="1800000" swAng="14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9" name="Harvey 2/3 [2]">
              <a:extLst>
                <a:ext uri="{FF2B5EF4-FFF2-40B4-BE49-F238E27FC236}">
                  <a16:creationId xmlns:a16="http://schemas.microsoft.com/office/drawing/2014/main" id="{0CA9A207-7055-4A72-8ED2-D82605C3D0C8}"/>
                </a:ext>
              </a:extLst>
            </p:cNvPr>
            <p:cNvSpPr>
              <a:spLocks noChangeAspect="1"/>
            </p:cNvSpPr>
            <p:nvPr>
              <p:custDataLst>
                <p:tags r:id="rId15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2536" y="476250"/>
                  </a:moveTo>
                  <a:arcTo wR="317500" hR="317500" stAng="9000000" swAng="7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0" name="Harvey 3/3 [3]">
              <a:extLst>
                <a:ext uri="{FF2B5EF4-FFF2-40B4-BE49-F238E27FC236}">
                  <a16:creationId xmlns:a16="http://schemas.microsoft.com/office/drawing/2014/main" id="{4422C816-875A-41F5-9DC0-8DBAE4C5C6CB}"/>
                </a:ext>
              </a:extLst>
            </p:cNvPr>
            <p:cNvSpPr>
              <a:spLocks noChangeAspect="1"/>
            </p:cNvSpPr>
            <p:nvPr>
              <p:custDataLst>
                <p:tags r:id="rId15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11" name="Harvey 4" hidden="1">
            <a:extLst>
              <a:ext uri="{FF2B5EF4-FFF2-40B4-BE49-F238E27FC236}">
                <a16:creationId xmlns:a16="http://schemas.microsoft.com/office/drawing/2014/main" id="{DDC5C333-7028-4F79-8940-98DC17723588}"/>
              </a:ext>
            </a:extLst>
          </p:cNvPr>
          <p:cNvGrpSpPr>
            <a:grpSpLocks/>
          </p:cNvGrpSpPr>
          <p:nvPr userDrawn="1">
            <p:custDataLst>
              <p:tags r:id="rId32"/>
            </p:custDataLst>
          </p:nvPr>
        </p:nvGrpSpPr>
        <p:grpSpPr>
          <a:xfrm>
            <a:off x="5391506" y="3978000"/>
            <a:ext cx="1024878" cy="1024878"/>
            <a:chOff x="0" y="0"/>
            <a:chExt cx="914400" cy="914400"/>
          </a:xfrm>
          <a:solidFill>
            <a:schemeClr val="accent1"/>
          </a:solidFill>
        </p:grpSpPr>
        <p:sp>
          <p:nvSpPr>
            <p:cNvPr id="13" name="Harvey 0/4 [0]">
              <a:extLst>
                <a:ext uri="{FF2B5EF4-FFF2-40B4-BE49-F238E27FC236}">
                  <a16:creationId xmlns:a16="http://schemas.microsoft.com/office/drawing/2014/main" id="{70B331E2-39A8-4BAF-8DDD-C631B51EB56E}"/>
                </a:ext>
              </a:extLst>
            </p:cNvPr>
            <p:cNvSpPr>
              <a:spLocks noChangeAspect="1"/>
            </p:cNvSpPr>
            <p:nvPr>
              <p:custDataLst>
                <p:tags r:id="rId145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4" name="Harvey 1/4 [1]">
              <a:extLst>
                <a:ext uri="{FF2B5EF4-FFF2-40B4-BE49-F238E27FC236}">
                  <a16:creationId xmlns:a16="http://schemas.microsoft.com/office/drawing/2014/main" id="{47F66FBA-2801-4875-BD13-0BF512FC3C6A}"/>
                </a:ext>
              </a:extLst>
            </p:cNvPr>
            <p:cNvSpPr>
              <a:spLocks noChangeAspect="1"/>
            </p:cNvSpPr>
            <p:nvPr>
              <p:custDataLst>
                <p:tags r:id="rId14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5" name="Harvey 2/4 [2]">
              <a:extLst>
                <a:ext uri="{FF2B5EF4-FFF2-40B4-BE49-F238E27FC236}">
                  <a16:creationId xmlns:a16="http://schemas.microsoft.com/office/drawing/2014/main" id="{99673DAB-5272-45DC-B222-CA8CAA9FD2BB}"/>
                </a:ext>
              </a:extLst>
            </p:cNvPr>
            <p:cNvSpPr>
              <a:spLocks noChangeAspect="1"/>
            </p:cNvSpPr>
            <p:nvPr>
              <p:custDataLst>
                <p:tags r:id="rId14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6" name="Harvey 3/4 [3]">
              <a:extLst>
                <a:ext uri="{FF2B5EF4-FFF2-40B4-BE49-F238E27FC236}">
                  <a16:creationId xmlns:a16="http://schemas.microsoft.com/office/drawing/2014/main" id="{F9B9444B-C98D-45FC-BA92-881D06827328}"/>
                </a:ext>
              </a:extLst>
            </p:cNvPr>
            <p:cNvSpPr>
              <a:spLocks noChangeAspect="1"/>
            </p:cNvSpPr>
            <p:nvPr>
              <p:custDataLst>
                <p:tags r:id="rId14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7" name="Harvey 4/4 [4]">
              <a:extLst>
                <a:ext uri="{FF2B5EF4-FFF2-40B4-BE49-F238E27FC236}">
                  <a16:creationId xmlns:a16="http://schemas.microsoft.com/office/drawing/2014/main" id="{5FFB853D-F550-4F16-8269-A070A19E381C}"/>
                </a:ext>
              </a:extLst>
            </p:cNvPr>
            <p:cNvSpPr>
              <a:spLocks noChangeAspect="1"/>
            </p:cNvSpPr>
            <p:nvPr>
              <p:custDataLst>
                <p:tags r:id="rId14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18" name="Harvey 8" hidden="1">
            <a:extLst>
              <a:ext uri="{FF2B5EF4-FFF2-40B4-BE49-F238E27FC236}">
                <a16:creationId xmlns:a16="http://schemas.microsoft.com/office/drawing/2014/main" id="{0630AB66-7B5F-41CE-A2EB-2EB4C67794AE}"/>
              </a:ext>
            </a:extLst>
          </p:cNvPr>
          <p:cNvGrpSpPr>
            <a:grpSpLocks/>
          </p:cNvGrpSpPr>
          <p:nvPr userDrawn="1">
            <p:custDataLst>
              <p:tags r:id="rId33"/>
            </p:custDataLst>
          </p:nvPr>
        </p:nvGrpSpPr>
        <p:grpSpPr>
          <a:xfrm>
            <a:off x="6844214" y="3978000"/>
            <a:ext cx="1024878" cy="1024878"/>
            <a:chOff x="0" y="0"/>
            <a:chExt cx="914400" cy="914400"/>
          </a:xfrm>
          <a:solidFill>
            <a:schemeClr val="accent1"/>
          </a:solidFill>
        </p:grpSpPr>
        <p:sp>
          <p:nvSpPr>
            <p:cNvPr id="19" name="Harvey 0/8 [0]">
              <a:extLst>
                <a:ext uri="{FF2B5EF4-FFF2-40B4-BE49-F238E27FC236}">
                  <a16:creationId xmlns:a16="http://schemas.microsoft.com/office/drawing/2014/main" id="{051D5678-1EFE-40CF-8563-B5E9EA35A271}"/>
                </a:ext>
              </a:extLst>
            </p:cNvPr>
            <p:cNvSpPr>
              <a:spLocks noChangeAspect="1"/>
            </p:cNvSpPr>
            <p:nvPr>
              <p:custDataLst>
                <p:tags r:id="rId13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0" name="Harvey 1/8 [1]">
              <a:extLst>
                <a:ext uri="{FF2B5EF4-FFF2-40B4-BE49-F238E27FC236}">
                  <a16:creationId xmlns:a16="http://schemas.microsoft.com/office/drawing/2014/main" id="{E5DDEB4B-B8B3-42DA-AF30-4FD0A1770D91}"/>
                </a:ext>
              </a:extLst>
            </p:cNvPr>
            <p:cNvSpPr>
              <a:spLocks noChangeAspect="1"/>
            </p:cNvSpPr>
            <p:nvPr>
              <p:custDataLst>
                <p:tags r:id="rId13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7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92993"/>
                  </a:moveTo>
                  <a:arcTo wR="317500" hR="317500" stAng="-2700000" swAng="189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1" name="Harvey 2/8 [2]">
              <a:extLst>
                <a:ext uri="{FF2B5EF4-FFF2-40B4-BE49-F238E27FC236}">
                  <a16:creationId xmlns:a16="http://schemas.microsoft.com/office/drawing/2014/main" id="{FB9200C4-0418-4CEF-BBB8-18F997AD7CA8}"/>
                </a:ext>
              </a:extLst>
            </p:cNvPr>
            <p:cNvSpPr>
              <a:spLocks noChangeAspect="1"/>
            </p:cNvSpPr>
            <p:nvPr>
              <p:custDataLst>
                <p:tags r:id="rId13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2" name="Harvey 3/8 [3]">
              <a:extLst>
                <a:ext uri="{FF2B5EF4-FFF2-40B4-BE49-F238E27FC236}">
                  <a16:creationId xmlns:a16="http://schemas.microsoft.com/office/drawing/2014/main" id="{8E4DE7E8-0809-4E2E-BE6A-E989A6AEBF62}"/>
                </a:ext>
              </a:extLst>
            </p:cNvPr>
            <p:cNvSpPr>
              <a:spLocks noChangeAspect="1"/>
            </p:cNvSpPr>
            <p:nvPr>
              <p:custDataLst>
                <p:tags r:id="rId13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1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542006"/>
                  </a:moveTo>
                  <a:arcTo wR="317500" hR="317500" stAng="2700000" swAng="135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3" name="Harvey 4/8 [4]">
              <a:extLst>
                <a:ext uri="{FF2B5EF4-FFF2-40B4-BE49-F238E27FC236}">
                  <a16:creationId xmlns:a16="http://schemas.microsoft.com/office/drawing/2014/main" id="{F839E6A9-0DED-402B-8F4C-2176769B55CD}"/>
                </a:ext>
              </a:extLst>
            </p:cNvPr>
            <p:cNvSpPr>
              <a:spLocks noChangeAspect="1"/>
            </p:cNvSpPr>
            <p:nvPr>
              <p:custDataLst>
                <p:tags r:id="rId14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4" name="Harvey 5/8 [5]">
              <a:extLst>
                <a:ext uri="{FF2B5EF4-FFF2-40B4-BE49-F238E27FC236}">
                  <a16:creationId xmlns:a16="http://schemas.microsoft.com/office/drawing/2014/main" id="{C3EE8663-AD08-4237-8344-6543EC4B688C}"/>
                </a:ext>
              </a:extLst>
            </p:cNvPr>
            <p:cNvSpPr>
              <a:spLocks noChangeAspect="1"/>
            </p:cNvSpPr>
            <p:nvPr>
              <p:custDataLst>
                <p:tags r:id="rId14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5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542006"/>
                  </a:moveTo>
                  <a:arcTo wR="317500" hR="317500" stAng="8100000" swAng="81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5" name="Harvey 6/8 [6]">
              <a:extLst>
                <a:ext uri="{FF2B5EF4-FFF2-40B4-BE49-F238E27FC236}">
                  <a16:creationId xmlns:a16="http://schemas.microsoft.com/office/drawing/2014/main" id="{ADE6F931-D156-4E59-A3ED-0B14B5F0EF7E}"/>
                </a:ext>
              </a:extLst>
            </p:cNvPr>
            <p:cNvSpPr>
              <a:spLocks noChangeAspect="1"/>
            </p:cNvSpPr>
            <p:nvPr>
              <p:custDataLst>
                <p:tags r:id="rId14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6" name="Harvey 7/8 [7]">
              <a:extLst>
                <a:ext uri="{FF2B5EF4-FFF2-40B4-BE49-F238E27FC236}">
                  <a16:creationId xmlns:a16="http://schemas.microsoft.com/office/drawing/2014/main" id="{A36821AE-2FF1-4F6E-AAF3-1BEA6AE153B8}"/>
                </a:ext>
              </a:extLst>
            </p:cNvPr>
            <p:cNvSpPr>
              <a:spLocks noChangeAspect="1"/>
            </p:cNvSpPr>
            <p:nvPr>
              <p:custDataLst>
                <p:tags r:id="rId14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9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92993"/>
                  </a:moveTo>
                  <a:arcTo wR="317500" hR="317500" stAng="13500000" swAng="27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7" name="Harvey 8/8 [8]">
              <a:extLst>
                <a:ext uri="{FF2B5EF4-FFF2-40B4-BE49-F238E27FC236}">
                  <a16:creationId xmlns:a16="http://schemas.microsoft.com/office/drawing/2014/main" id="{2D277E47-45D5-4503-8443-BED560C6560A}"/>
                </a:ext>
              </a:extLst>
            </p:cNvPr>
            <p:cNvSpPr>
              <a:spLocks noChangeAspect="1"/>
            </p:cNvSpPr>
            <p:nvPr>
              <p:custDataLst>
                <p:tags r:id="rId144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28" name="Harvey 100" hidden="1">
            <a:extLst>
              <a:ext uri="{FF2B5EF4-FFF2-40B4-BE49-F238E27FC236}">
                <a16:creationId xmlns:a16="http://schemas.microsoft.com/office/drawing/2014/main" id="{6D5D9337-395C-4FE4-97E6-E1CD47A644E9}"/>
              </a:ext>
            </a:extLst>
          </p:cNvPr>
          <p:cNvGrpSpPr/>
          <p:nvPr userDrawn="1">
            <p:custDataLst>
              <p:tags r:id="rId34"/>
            </p:custDataLst>
          </p:nvPr>
        </p:nvGrpSpPr>
        <p:grpSpPr>
          <a:xfrm>
            <a:off x="8296922" y="3978000"/>
            <a:ext cx="1024878" cy="1024878"/>
            <a:chOff x="4334905" y="3282696"/>
            <a:chExt cx="292608" cy="292608"/>
          </a:xfrm>
          <a:solidFill>
            <a:schemeClr val="accent1"/>
          </a:solidFill>
        </p:grpSpPr>
        <p:sp>
          <p:nvSpPr>
            <p:cNvPr id="29" name="Harvey 0/100 [0]">
              <a:extLst>
                <a:ext uri="{FF2B5EF4-FFF2-40B4-BE49-F238E27FC236}">
                  <a16:creationId xmlns:a16="http://schemas.microsoft.com/office/drawing/2014/main" id="{C2D4C837-2D4B-4D6B-81F8-9B001989609B}"/>
                </a:ext>
              </a:extLst>
            </p:cNvPr>
            <p:cNvSpPr>
              <a:spLocks noChangeAspect="1"/>
            </p:cNvSpPr>
            <p:nvPr>
              <p:custDataLst>
                <p:tags r:id="rId3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0" name="Harvey 1/100 [1]">
              <a:extLst>
                <a:ext uri="{FF2B5EF4-FFF2-40B4-BE49-F238E27FC236}">
                  <a16:creationId xmlns:a16="http://schemas.microsoft.com/office/drawing/2014/main" id="{BACD6AAA-4A1C-46BE-B491-9A4A9C7C56F3}"/>
                </a:ext>
              </a:extLst>
            </p:cNvPr>
            <p:cNvSpPr>
              <a:spLocks noChangeAspect="1"/>
            </p:cNvSpPr>
            <p:nvPr>
              <p:custDataLst>
                <p:tags r:id="rId3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26"/>
                  </a:moveTo>
                  <a:arcTo wR="317500" hR="317500" stAng="-5184000" swAng="2138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1" name="Harvey 2/100 [2]">
              <a:extLst>
                <a:ext uri="{FF2B5EF4-FFF2-40B4-BE49-F238E27FC236}">
                  <a16:creationId xmlns:a16="http://schemas.microsoft.com/office/drawing/2014/main" id="{701024C3-4DEF-477C-9CFB-100E0303499E}"/>
                </a:ext>
              </a:extLst>
            </p:cNvPr>
            <p:cNvSpPr>
              <a:spLocks noChangeAspect="1"/>
            </p:cNvSpPr>
            <p:nvPr>
              <p:custDataLst>
                <p:tags r:id="rId3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2503"/>
                  </a:moveTo>
                  <a:arcTo wR="317500" hR="317500" stAng="-4968000" swAng="2116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2" name="Harvey 3/100 [3]">
              <a:extLst>
                <a:ext uri="{FF2B5EF4-FFF2-40B4-BE49-F238E27FC236}">
                  <a16:creationId xmlns:a16="http://schemas.microsoft.com/office/drawing/2014/main" id="{46A461CD-8D28-4422-AF2A-8267EFA51CAD}"/>
                </a:ext>
              </a:extLst>
            </p:cNvPr>
            <p:cNvSpPr>
              <a:spLocks noChangeAspect="1"/>
            </p:cNvSpPr>
            <p:nvPr>
              <p:custDataLst>
                <p:tags r:id="rId3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5623"/>
                  </a:moveTo>
                  <a:arcTo wR="317500" hR="317500" stAng="-4752000" swAng="2095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3" name="Harvey 4/100 [4]">
              <a:extLst>
                <a:ext uri="{FF2B5EF4-FFF2-40B4-BE49-F238E27FC236}">
                  <a16:creationId xmlns:a16="http://schemas.microsoft.com/office/drawing/2014/main" id="{0A337C3A-F021-437D-9E3D-FDE5AF266029}"/>
                </a:ext>
              </a:extLst>
            </p:cNvPr>
            <p:cNvSpPr>
              <a:spLocks noChangeAspect="1"/>
            </p:cNvSpPr>
            <p:nvPr>
              <p:custDataLst>
                <p:tags r:id="rId3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9974"/>
                  </a:moveTo>
                  <a:arcTo wR="317500" hR="317500" stAng="-4536000" swAng="20735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5" name="Harvey 5/100 [5]">
              <a:extLst>
                <a:ext uri="{FF2B5EF4-FFF2-40B4-BE49-F238E27FC236}">
                  <a16:creationId xmlns:a16="http://schemas.microsoft.com/office/drawing/2014/main" id="{BDF66AF7-3D75-4118-B7E6-241B2C41B2C9}"/>
                </a:ext>
              </a:extLst>
            </p:cNvPr>
            <p:cNvSpPr>
              <a:spLocks noChangeAspect="1"/>
            </p:cNvSpPr>
            <p:nvPr>
              <p:custDataLst>
                <p:tags r:id="rId4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15539"/>
                  </a:moveTo>
                  <a:arcTo wR="317500" hR="317500" stAng="-4320000" swAng="2052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6" name="Harvey 6/100 [6]">
              <a:extLst>
                <a:ext uri="{FF2B5EF4-FFF2-40B4-BE49-F238E27FC236}">
                  <a16:creationId xmlns:a16="http://schemas.microsoft.com/office/drawing/2014/main" id="{E74E7438-4315-4097-9BA7-F0CE3252AC14}"/>
                </a:ext>
              </a:extLst>
            </p:cNvPr>
            <p:cNvSpPr>
              <a:spLocks noChangeAspect="1"/>
            </p:cNvSpPr>
            <p:nvPr>
              <p:custDataLst>
                <p:tags r:id="rId4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22295"/>
                  </a:moveTo>
                  <a:arcTo wR="317500" hR="317500" stAng="-4104000" swAng="2030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7" name="Harvey 7/100 [7]">
              <a:extLst>
                <a:ext uri="{FF2B5EF4-FFF2-40B4-BE49-F238E27FC236}">
                  <a16:creationId xmlns:a16="http://schemas.microsoft.com/office/drawing/2014/main" id="{FEBA4E91-97BB-4DAC-B193-66FA4828DB26}"/>
                </a:ext>
              </a:extLst>
            </p:cNvPr>
            <p:cNvSpPr>
              <a:spLocks noChangeAspect="1"/>
            </p:cNvSpPr>
            <p:nvPr>
              <p:custDataLst>
                <p:tags r:id="rId4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30217"/>
                  </a:moveTo>
                  <a:arcTo wR="317500" hR="317500" stAng="-3888000" swAng="2008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8" name="Harvey 8/100 [8]">
              <a:extLst>
                <a:ext uri="{FF2B5EF4-FFF2-40B4-BE49-F238E27FC236}">
                  <a16:creationId xmlns:a16="http://schemas.microsoft.com/office/drawing/2014/main" id="{EEB85E02-177B-40CF-B926-A4423CC7C827}"/>
                </a:ext>
              </a:extLst>
            </p:cNvPr>
            <p:cNvSpPr>
              <a:spLocks noChangeAspect="1"/>
            </p:cNvSpPr>
            <p:nvPr>
              <p:custDataLst>
                <p:tags r:id="rId4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39272"/>
                  </a:moveTo>
                  <a:arcTo wR="317500" hR="317500" stAng="-3672000" swAng="198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9" name="Harvey 9/100 [9]">
              <a:extLst>
                <a:ext uri="{FF2B5EF4-FFF2-40B4-BE49-F238E27FC236}">
                  <a16:creationId xmlns:a16="http://schemas.microsoft.com/office/drawing/2014/main" id="{C133BC7F-B0E3-404F-92D1-BB930C4F3311}"/>
                </a:ext>
              </a:extLst>
            </p:cNvPr>
            <p:cNvSpPr>
              <a:spLocks noChangeAspect="1"/>
            </p:cNvSpPr>
            <p:nvPr>
              <p:custDataLst>
                <p:tags r:id="rId4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49425"/>
                  </a:moveTo>
                  <a:arcTo wR="317500" hR="317500" stAng="-3456000" swAng="1965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0" name="Harvey 10/100 [10]">
              <a:extLst>
                <a:ext uri="{FF2B5EF4-FFF2-40B4-BE49-F238E27FC236}">
                  <a16:creationId xmlns:a16="http://schemas.microsoft.com/office/drawing/2014/main" id="{F2FB72A6-CDF7-48B3-A3B8-5A5FC061802C}"/>
                </a:ext>
              </a:extLst>
            </p:cNvPr>
            <p:cNvSpPr>
              <a:spLocks noChangeAspect="1"/>
            </p:cNvSpPr>
            <p:nvPr>
              <p:custDataLst>
                <p:tags r:id="rId4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60637"/>
                  </a:moveTo>
                  <a:arcTo wR="317500" hR="317500" stAng="-3240000" swAng="194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1" name="Harvey 11/100 [11]">
              <a:extLst>
                <a:ext uri="{FF2B5EF4-FFF2-40B4-BE49-F238E27FC236}">
                  <a16:creationId xmlns:a16="http://schemas.microsoft.com/office/drawing/2014/main" id="{F3110C8B-1B18-4579-AB3F-0F4A0840CF38}"/>
                </a:ext>
              </a:extLst>
            </p:cNvPr>
            <p:cNvSpPr>
              <a:spLocks noChangeAspect="1"/>
            </p:cNvSpPr>
            <p:nvPr>
              <p:custDataLst>
                <p:tags r:id="rId4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3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72862"/>
                  </a:moveTo>
                  <a:arcTo wR="317500" hR="317500" stAng="-3024000" swAng="192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2" name="Harvey 12/100 [12]">
              <a:extLst>
                <a:ext uri="{FF2B5EF4-FFF2-40B4-BE49-F238E27FC236}">
                  <a16:creationId xmlns:a16="http://schemas.microsoft.com/office/drawing/2014/main" id="{84A1B722-E5AC-45F7-9498-7FF502B6FA2B}"/>
                </a:ext>
              </a:extLst>
            </p:cNvPr>
            <p:cNvSpPr>
              <a:spLocks noChangeAspect="1"/>
            </p:cNvSpPr>
            <p:nvPr>
              <p:custDataLst>
                <p:tags r:id="rId4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5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86052"/>
                  </a:moveTo>
                  <a:arcTo wR="317500" hR="317500" stAng="-2808000" swAng="190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3" name="Harvey 13/100 [13]">
              <a:extLst>
                <a:ext uri="{FF2B5EF4-FFF2-40B4-BE49-F238E27FC236}">
                  <a16:creationId xmlns:a16="http://schemas.microsoft.com/office/drawing/2014/main" id="{A5599F20-B957-4DF9-8B04-F2B77AAF0BDB}"/>
                </a:ext>
              </a:extLst>
            </p:cNvPr>
            <p:cNvSpPr>
              <a:spLocks noChangeAspect="1"/>
            </p:cNvSpPr>
            <p:nvPr>
              <p:custDataLst>
                <p:tags r:id="rId4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8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100156"/>
                  </a:moveTo>
                  <a:arcTo wR="317500" hR="317500" stAng="-2591999" swAng="1879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4" name="Harvey 14/100 [14]">
              <a:extLst>
                <a:ext uri="{FF2B5EF4-FFF2-40B4-BE49-F238E27FC236}">
                  <a16:creationId xmlns:a16="http://schemas.microsoft.com/office/drawing/2014/main" id="{F74357FC-EB3D-46C4-B56A-5007C9F4FB84}"/>
                </a:ext>
              </a:extLst>
            </p:cNvPr>
            <p:cNvSpPr>
              <a:spLocks noChangeAspect="1"/>
            </p:cNvSpPr>
            <p:nvPr>
              <p:custDataLst>
                <p:tags r:id="rId4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0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115117"/>
                  </a:moveTo>
                  <a:arcTo wR="317500" hR="317500" stAng="-2375999" swAng="1857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5" name="Harvey 15/100 [15]">
              <a:extLst>
                <a:ext uri="{FF2B5EF4-FFF2-40B4-BE49-F238E27FC236}">
                  <a16:creationId xmlns:a16="http://schemas.microsoft.com/office/drawing/2014/main" id="{32E8E8F3-9DBC-46F4-9700-CAF071913650}"/>
                </a:ext>
              </a:extLst>
            </p:cNvPr>
            <p:cNvSpPr>
              <a:spLocks noChangeAspect="1"/>
            </p:cNvSpPr>
            <p:nvPr>
              <p:custDataLst>
                <p:tags r:id="rId5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2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130878"/>
                  </a:moveTo>
                  <a:arcTo wR="317500" hR="317500" stAng="-2160000" swAng="1836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6" name="Harvey 16/100 [16]">
              <a:extLst>
                <a:ext uri="{FF2B5EF4-FFF2-40B4-BE49-F238E27FC236}">
                  <a16:creationId xmlns:a16="http://schemas.microsoft.com/office/drawing/2014/main" id="{71360883-3CF3-4439-9568-E456C60454A8}"/>
                </a:ext>
              </a:extLst>
            </p:cNvPr>
            <p:cNvSpPr>
              <a:spLocks noChangeAspect="1"/>
            </p:cNvSpPr>
            <p:nvPr>
              <p:custDataLst>
                <p:tags r:id="rId5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4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147374"/>
                  </a:moveTo>
                  <a:arcTo wR="317500" hR="317500" stAng="-1944000" swAng="1814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7" name="Harvey 17/100 [17]">
              <a:extLst>
                <a:ext uri="{FF2B5EF4-FFF2-40B4-BE49-F238E27FC236}">
                  <a16:creationId xmlns:a16="http://schemas.microsoft.com/office/drawing/2014/main" id="{AE88FC9E-FB95-4413-AE3E-B8BF504735B5}"/>
                </a:ext>
              </a:extLst>
            </p:cNvPr>
            <p:cNvSpPr>
              <a:spLocks noChangeAspect="1"/>
            </p:cNvSpPr>
            <p:nvPr>
              <p:custDataLst>
                <p:tags r:id="rId5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6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164543"/>
                  </a:moveTo>
                  <a:arcTo wR="317500" hR="317500" stAng="-1727999" swAng="1792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8" name="Harvey 18/100 [18]">
              <a:extLst>
                <a:ext uri="{FF2B5EF4-FFF2-40B4-BE49-F238E27FC236}">
                  <a16:creationId xmlns:a16="http://schemas.microsoft.com/office/drawing/2014/main" id="{62593B83-E4BE-4CE8-9B0B-25AF9B7D4254}"/>
                </a:ext>
              </a:extLst>
            </p:cNvPr>
            <p:cNvSpPr>
              <a:spLocks noChangeAspect="1"/>
            </p:cNvSpPr>
            <p:nvPr>
              <p:custDataLst>
                <p:tags r:id="rId5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8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182315"/>
                  </a:moveTo>
                  <a:arcTo wR="317500" hR="317500" stAng="-1512000" swAng="1771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9" name="Harvey 19/100 [19]">
              <a:extLst>
                <a:ext uri="{FF2B5EF4-FFF2-40B4-BE49-F238E27FC236}">
                  <a16:creationId xmlns:a16="http://schemas.microsoft.com/office/drawing/2014/main" id="{CD41838E-0172-403D-9B68-FD51310F5400}"/>
                </a:ext>
              </a:extLst>
            </p:cNvPr>
            <p:cNvSpPr>
              <a:spLocks noChangeAspect="1"/>
            </p:cNvSpPr>
            <p:nvPr>
              <p:custDataLst>
                <p:tags r:id="rId5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1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200620"/>
                  </a:moveTo>
                  <a:arcTo wR="317500" hR="317500" stAng="-1295999" swAng="174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0" name="Harvey 20/100 [20]">
              <a:extLst>
                <a:ext uri="{FF2B5EF4-FFF2-40B4-BE49-F238E27FC236}">
                  <a16:creationId xmlns:a16="http://schemas.microsoft.com/office/drawing/2014/main" id="{EDE3F4CF-CB3E-40C2-B070-AC09F1E8FBD5}"/>
                </a:ext>
              </a:extLst>
            </p:cNvPr>
            <p:cNvSpPr>
              <a:spLocks noChangeAspect="1"/>
            </p:cNvSpPr>
            <p:nvPr>
              <p:custDataLst>
                <p:tags r:id="rId5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219387"/>
                  </a:moveTo>
                  <a:arcTo wR="317500" hR="317500" stAng="-1080000" swAng="172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1" name="Harvey 21/100 [21]">
              <a:extLst>
                <a:ext uri="{FF2B5EF4-FFF2-40B4-BE49-F238E27FC236}">
                  <a16:creationId xmlns:a16="http://schemas.microsoft.com/office/drawing/2014/main" id="{CD8E25E7-83D2-4F78-92A7-435281704491}"/>
                </a:ext>
              </a:extLst>
            </p:cNvPr>
            <p:cNvSpPr>
              <a:spLocks noChangeAspect="1"/>
            </p:cNvSpPr>
            <p:nvPr>
              <p:custDataLst>
                <p:tags r:id="rId5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5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238540"/>
                  </a:moveTo>
                  <a:arcTo wR="317500" hR="317500" stAng="-864000" swAng="170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2" name="Harvey 22/100 [22]">
              <a:extLst>
                <a:ext uri="{FF2B5EF4-FFF2-40B4-BE49-F238E27FC236}">
                  <a16:creationId xmlns:a16="http://schemas.microsoft.com/office/drawing/2014/main" id="{C6A696FB-9EFC-47F6-9860-247C48C1FC3D}"/>
                </a:ext>
              </a:extLst>
            </p:cNvPr>
            <p:cNvSpPr>
              <a:spLocks noChangeAspect="1"/>
            </p:cNvSpPr>
            <p:nvPr>
              <p:custDataLst>
                <p:tags r:id="rId5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7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258006"/>
                  </a:moveTo>
                  <a:arcTo wR="317500" hR="317500" stAng="-647999" swAng="168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3" name="Harvey 23/100 [23]">
              <a:extLst>
                <a:ext uri="{FF2B5EF4-FFF2-40B4-BE49-F238E27FC236}">
                  <a16:creationId xmlns:a16="http://schemas.microsoft.com/office/drawing/2014/main" id="{252958D2-EE89-4FBF-BF7B-C8AFAD704413}"/>
                </a:ext>
              </a:extLst>
            </p:cNvPr>
            <p:cNvSpPr>
              <a:spLocks noChangeAspect="1"/>
            </p:cNvSpPr>
            <p:nvPr>
              <p:custDataLst>
                <p:tags r:id="rId5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9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277706"/>
                  </a:moveTo>
                  <a:arcTo wR="317500" hR="317500" stAng="-432000" swAng="166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4" name="Harvey 24/100 [24]">
              <a:extLst>
                <a:ext uri="{FF2B5EF4-FFF2-40B4-BE49-F238E27FC236}">
                  <a16:creationId xmlns:a16="http://schemas.microsoft.com/office/drawing/2014/main" id="{314E82DC-04B6-406C-9D65-1115F4D2AA22}"/>
                </a:ext>
              </a:extLst>
            </p:cNvPr>
            <p:cNvSpPr>
              <a:spLocks noChangeAspect="1"/>
            </p:cNvSpPr>
            <p:nvPr>
              <p:custDataLst>
                <p:tags r:id="rId5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1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297564"/>
                  </a:moveTo>
                  <a:arcTo wR="317500" hR="317500" stAng="-216000" swAng="164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5" name="Harvey 25/100 [25]">
              <a:extLst>
                <a:ext uri="{FF2B5EF4-FFF2-40B4-BE49-F238E27FC236}">
                  <a16:creationId xmlns:a16="http://schemas.microsoft.com/office/drawing/2014/main" id="{669D1B60-A74F-4296-8610-F3DCDDC15022}"/>
                </a:ext>
              </a:extLst>
            </p:cNvPr>
            <p:cNvSpPr>
              <a:spLocks noChangeAspect="1"/>
            </p:cNvSpPr>
            <p:nvPr>
              <p:custDataLst>
                <p:tags r:id="rId6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6" name="Harvey 26/100 [26]">
              <a:extLst>
                <a:ext uri="{FF2B5EF4-FFF2-40B4-BE49-F238E27FC236}">
                  <a16:creationId xmlns:a16="http://schemas.microsoft.com/office/drawing/2014/main" id="{FF6DD112-04B6-4656-AB9D-1F9950FEE2D9}"/>
                </a:ext>
              </a:extLst>
            </p:cNvPr>
            <p:cNvSpPr>
              <a:spLocks noChangeAspect="1"/>
            </p:cNvSpPr>
            <p:nvPr>
              <p:custDataLst>
                <p:tags r:id="rId6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6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337435"/>
                  </a:moveTo>
                  <a:arcTo wR="317500" hR="317500" stAng="216000" swAng="1598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7" name="Harvey 27/100 [27]">
              <a:extLst>
                <a:ext uri="{FF2B5EF4-FFF2-40B4-BE49-F238E27FC236}">
                  <a16:creationId xmlns:a16="http://schemas.microsoft.com/office/drawing/2014/main" id="{E2928B53-FC5C-427C-AE65-9286773D84B2}"/>
                </a:ext>
              </a:extLst>
            </p:cNvPr>
            <p:cNvSpPr>
              <a:spLocks noChangeAspect="1"/>
            </p:cNvSpPr>
            <p:nvPr>
              <p:custDataLst>
                <p:tags r:id="rId6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8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357293"/>
                  </a:moveTo>
                  <a:arcTo wR="317500" hR="317500" stAng="432000" swAng="1576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8" name="Harvey 28/100 [28]">
              <a:extLst>
                <a:ext uri="{FF2B5EF4-FFF2-40B4-BE49-F238E27FC236}">
                  <a16:creationId xmlns:a16="http://schemas.microsoft.com/office/drawing/2014/main" id="{D8CF4F20-8FEC-47FF-9B86-E818143B2C19}"/>
                </a:ext>
              </a:extLst>
            </p:cNvPr>
            <p:cNvSpPr>
              <a:spLocks noChangeAspect="1"/>
            </p:cNvSpPr>
            <p:nvPr>
              <p:custDataLst>
                <p:tags r:id="rId6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0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376993"/>
                  </a:moveTo>
                  <a:arcTo wR="317500" hR="317500" stAng="648000" swAng="1555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9" name="Harvey 29/100 [29]">
              <a:extLst>
                <a:ext uri="{FF2B5EF4-FFF2-40B4-BE49-F238E27FC236}">
                  <a16:creationId xmlns:a16="http://schemas.microsoft.com/office/drawing/2014/main" id="{E1AF074D-4599-4D0E-8078-66303FEBDE44}"/>
                </a:ext>
              </a:extLst>
            </p:cNvPr>
            <p:cNvSpPr>
              <a:spLocks noChangeAspect="1"/>
            </p:cNvSpPr>
            <p:nvPr>
              <p:custDataLst>
                <p:tags r:id="rId6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26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396459"/>
                  </a:moveTo>
                  <a:arcTo wR="317500" hR="317500" stAng="863999" swAng="1533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0" name="Harvey 30/100 [30]">
              <a:extLst>
                <a:ext uri="{FF2B5EF4-FFF2-40B4-BE49-F238E27FC236}">
                  <a16:creationId xmlns:a16="http://schemas.microsoft.com/office/drawing/2014/main" id="{2DF9C982-C062-4899-8A5F-20F49AD9E1B5}"/>
                </a:ext>
              </a:extLst>
            </p:cNvPr>
            <p:cNvSpPr>
              <a:spLocks noChangeAspect="1"/>
            </p:cNvSpPr>
            <p:nvPr>
              <p:custDataLst>
                <p:tags r:id="rId6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415612"/>
                  </a:moveTo>
                  <a:arcTo wR="317500" hR="317500" stAng="1080000" swAng="1511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1" name="Harvey 31/100 [31]">
              <a:extLst>
                <a:ext uri="{FF2B5EF4-FFF2-40B4-BE49-F238E27FC236}">
                  <a16:creationId xmlns:a16="http://schemas.microsoft.com/office/drawing/2014/main" id="{E98CD797-9DD9-4143-9058-D1ABF95E7406}"/>
                </a:ext>
              </a:extLst>
            </p:cNvPr>
            <p:cNvSpPr>
              <a:spLocks noChangeAspect="1"/>
            </p:cNvSpPr>
            <p:nvPr>
              <p:custDataLst>
                <p:tags r:id="rId6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6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434379"/>
                  </a:moveTo>
                  <a:arcTo wR="317500" hR="317500" stAng="1295999" swAng="1490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2" name="Harvey 32/100 [32]">
              <a:extLst>
                <a:ext uri="{FF2B5EF4-FFF2-40B4-BE49-F238E27FC236}">
                  <a16:creationId xmlns:a16="http://schemas.microsoft.com/office/drawing/2014/main" id="{39029FE4-844F-47DA-8FEF-FB68673FF10C}"/>
                </a:ext>
              </a:extLst>
            </p:cNvPr>
            <p:cNvSpPr>
              <a:spLocks noChangeAspect="1"/>
            </p:cNvSpPr>
            <p:nvPr>
              <p:custDataLst>
                <p:tags r:id="rId6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9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452684"/>
                  </a:moveTo>
                  <a:arcTo wR="317500" hR="317500" stAng="1512000" swAng="1468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3" name="Harvey 33/100 [33]">
              <a:extLst>
                <a:ext uri="{FF2B5EF4-FFF2-40B4-BE49-F238E27FC236}">
                  <a16:creationId xmlns:a16="http://schemas.microsoft.com/office/drawing/2014/main" id="{B99AA4D4-9C74-447B-89EF-8FD268FF95EE}"/>
                </a:ext>
              </a:extLst>
            </p:cNvPr>
            <p:cNvSpPr>
              <a:spLocks noChangeAspect="1"/>
            </p:cNvSpPr>
            <p:nvPr>
              <p:custDataLst>
                <p:tags r:id="rId6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1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470456"/>
                  </a:moveTo>
                  <a:arcTo wR="317500" hR="317500" stAng="1728000" swAng="144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4" name="Harvey 34/100 [34]">
              <a:extLst>
                <a:ext uri="{FF2B5EF4-FFF2-40B4-BE49-F238E27FC236}">
                  <a16:creationId xmlns:a16="http://schemas.microsoft.com/office/drawing/2014/main" id="{0880CCDE-4DDE-49A8-AFB2-FDDCE314B4D3}"/>
                </a:ext>
              </a:extLst>
            </p:cNvPr>
            <p:cNvSpPr>
              <a:spLocks noChangeAspect="1"/>
            </p:cNvSpPr>
            <p:nvPr>
              <p:custDataLst>
                <p:tags r:id="rId6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3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487625"/>
                  </a:moveTo>
                  <a:arcTo wR="317500" hR="317500" stAng="1944000" swAng="14255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5" name="Harvey 35/100 [35]">
              <a:extLst>
                <a:ext uri="{FF2B5EF4-FFF2-40B4-BE49-F238E27FC236}">
                  <a16:creationId xmlns:a16="http://schemas.microsoft.com/office/drawing/2014/main" id="{F37E834A-F9D8-4623-BC85-60359856CCD0}"/>
                </a:ext>
              </a:extLst>
            </p:cNvPr>
            <p:cNvSpPr>
              <a:spLocks noChangeAspect="1"/>
            </p:cNvSpPr>
            <p:nvPr>
              <p:custDataLst>
                <p:tags r:id="rId7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55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504121"/>
                  </a:moveTo>
                  <a:arcTo wR="317500" hR="317500" stAng="2159999" swAng="140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6" name="Harvey 36/100 [36]">
              <a:extLst>
                <a:ext uri="{FF2B5EF4-FFF2-40B4-BE49-F238E27FC236}">
                  <a16:creationId xmlns:a16="http://schemas.microsoft.com/office/drawing/2014/main" id="{15163940-B229-4368-B727-3714123C78AB}"/>
                </a:ext>
              </a:extLst>
            </p:cNvPr>
            <p:cNvSpPr>
              <a:spLocks noChangeAspect="1"/>
            </p:cNvSpPr>
            <p:nvPr>
              <p:custDataLst>
                <p:tags r:id="rId7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7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519882"/>
                  </a:moveTo>
                  <a:arcTo wR="317500" hR="317500" stAng="2375999" swAng="138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7" name="Harvey 37/100 [37]">
              <a:extLst>
                <a:ext uri="{FF2B5EF4-FFF2-40B4-BE49-F238E27FC236}">
                  <a16:creationId xmlns:a16="http://schemas.microsoft.com/office/drawing/2014/main" id="{64BAECDC-27C7-4333-B9D8-59DE42A1B1AA}"/>
                </a:ext>
              </a:extLst>
            </p:cNvPr>
            <p:cNvSpPr>
              <a:spLocks noChangeAspect="1"/>
            </p:cNvSpPr>
            <p:nvPr>
              <p:custDataLst>
                <p:tags r:id="rId7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9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534843"/>
                  </a:moveTo>
                  <a:arcTo wR="317500" hR="317500" stAng="2591999" swAng="136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8" name="Harvey 38/100 [38]">
              <a:extLst>
                <a:ext uri="{FF2B5EF4-FFF2-40B4-BE49-F238E27FC236}">
                  <a16:creationId xmlns:a16="http://schemas.microsoft.com/office/drawing/2014/main" id="{4F018A0A-A74A-4E47-BC47-203679D4F8C0}"/>
                </a:ext>
              </a:extLst>
            </p:cNvPr>
            <p:cNvSpPr>
              <a:spLocks noChangeAspect="1"/>
            </p:cNvSpPr>
            <p:nvPr>
              <p:custDataLst>
                <p:tags r:id="rId7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2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548947"/>
                  </a:moveTo>
                  <a:arcTo wR="317500" hR="317500" stAng="2808000" swAng="1339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9" name="Harvey 39/100 [39]">
              <a:extLst>
                <a:ext uri="{FF2B5EF4-FFF2-40B4-BE49-F238E27FC236}">
                  <a16:creationId xmlns:a16="http://schemas.microsoft.com/office/drawing/2014/main" id="{ACA75957-9FDB-46A2-82EC-77103CBEAC52}"/>
                </a:ext>
              </a:extLst>
            </p:cNvPr>
            <p:cNvSpPr>
              <a:spLocks noChangeAspect="1"/>
            </p:cNvSpPr>
            <p:nvPr>
              <p:custDataLst>
                <p:tags r:id="rId7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4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562137"/>
                  </a:moveTo>
                  <a:arcTo wR="317500" hR="317500" stAng="3024000" swAng="1317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0" name="Harvey 40/100 [40]">
              <a:extLst>
                <a:ext uri="{FF2B5EF4-FFF2-40B4-BE49-F238E27FC236}">
                  <a16:creationId xmlns:a16="http://schemas.microsoft.com/office/drawing/2014/main" id="{025DFA7F-A073-422A-8D20-E27D1ABE4342}"/>
                </a:ext>
              </a:extLst>
            </p:cNvPr>
            <p:cNvSpPr>
              <a:spLocks noChangeAspect="1"/>
            </p:cNvSpPr>
            <p:nvPr>
              <p:custDataLst>
                <p:tags r:id="rId7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574362"/>
                  </a:moveTo>
                  <a:arcTo wR="317500" hR="317500" stAng="3240000" swAng="1296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1" name="Harvey 41/100 [41]">
              <a:extLst>
                <a:ext uri="{FF2B5EF4-FFF2-40B4-BE49-F238E27FC236}">
                  <a16:creationId xmlns:a16="http://schemas.microsoft.com/office/drawing/2014/main" id="{BF311CE9-A4CB-4965-8F0F-5B6811E9FB20}"/>
                </a:ext>
              </a:extLst>
            </p:cNvPr>
            <p:cNvSpPr>
              <a:spLocks noChangeAspect="1"/>
            </p:cNvSpPr>
            <p:nvPr>
              <p:custDataLst>
                <p:tags r:id="rId7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8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585574"/>
                  </a:moveTo>
                  <a:arcTo wR="317500" hR="317500" stAng="3455999" swAng="1274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2" name="Harvey 42/100 [42]">
              <a:extLst>
                <a:ext uri="{FF2B5EF4-FFF2-40B4-BE49-F238E27FC236}">
                  <a16:creationId xmlns:a16="http://schemas.microsoft.com/office/drawing/2014/main" id="{1B415A3D-1E85-4E6A-8BAB-3BB56600BA4F}"/>
                </a:ext>
              </a:extLst>
            </p:cNvPr>
            <p:cNvSpPr>
              <a:spLocks noChangeAspect="1"/>
            </p:cNvSpPr>
            <p:nvPr>
              <p:custDataLst>
                <p:tags r:id="rId7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0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595727"/>
                  </a:moveTo>
                  <a:arcTo wR="317500" hR="317500" stAng="3671999" swAng="1252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3" name="Harvey 43/100 [43]">
              <a:extLst>
                <a:ext uri="{FF2B5EF4-FFF2-40B4-BE49-F238E27FC236}">
                  <a16:creationId xmlns:a16="http://schemas.microsoft.com/office/drawing/2014/main" id="{7EAD6077-4487-4E7D-846D-445E65B5291C}"/>
                </a:ext>
              </a:extLst>
            </p:cNvPr>
            <p:cNvSpPr>
              <a:spLocks noChangeAspect="1"/>
            </p:cNvSpPr>
            <p:nvPr>
              <p:custDataLst>
                <p:tags r:id="rId7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2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604782"/>
                  </a:moveTo>
                  <a:arcTo wR="317500" hR="317500" stAng="3888000" swAng="1231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4" name="Harvey 44/100 [44]">
              <a:extLst>
                <a:ext uri="{FF2B5EF4-FFF2-40B4-BE49-F238E27FC236}">
                  <a16:creationId xmlns:a16="http://schemas.microsoft.com/office/drawing/2014/main" id="{4B57ADAF-4A83-4CB4-8920-E2B9F994E83E}"/>
                </a:ext>
              </a:extLst>
            </p:cNvPr>
            <p:cNvSpPr>
              <a:spLocks noChangeAspect="1"/>
            </p:cNvSpPr>
            <p:nvPr>
              <p:custDataLst>
                <p:tags r:id="rId7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5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612704"/>
                  </a:moveTo>
                  <a:arcTo wR="317500" hR="317500" stAng="4104000" swAng="120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5" name="Harvey 45/100 [45]">
              <a:extLst>
                <a:ext uri="{FF2B5EF4-FFF2-40B4-BE49-F238E27FC236}">
                  <a16:creationId xmlns:a16="http://schemas.microsoft.com/office/drawing/2014/main" id="{FF3E5416-AC43-4CBB-A32A-A966ED03106F}"/>
                </a:ext>
              </a:extLst>
            </p:cNvPr>
            <p:cNvSpPr>
              <a:spLocks noChangeAspect="1"/>
            </p:cNvSpPr>
            <p:nvPr>
              <p:custDataLst>
                <p:tags r:id="rId8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7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619460"/>
                  </a:moveTo>
                  <a:arcTo wR="317500" hR="317500" stAng="4320000" swAng="118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6" name="Harvey 46/100 [46]">
              <a:extLst>
                <a:ext uri="{FF2B5EF4-FFF2-40B4-BE49-F238E27FC236}">
                  <a16:creationId xmlns:a16="http://schemas.microsoft.com/office/drawing/2014/main" id="{49AFF9C1-C19A-487C-A4C1-47DA87277C3B}"/>
                </a:ext>
              </a:extLst>
            </p:cNvPr>
            <p:cNvSpPr>
              <a:spLocks noChangeAspect="1"/>
            </p:cNvSpPr>
            <p:nvPr>
              <p:custDataLst>
                <p:tags r:id="rId8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9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625025"/>
                  </a:moveTo>
                  <a:arcTo wR="317500" hR="317500" stAng="4536000" swAng="116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7" name="Harvey 47/100 [47]">
              <a:extLst>
                <a:ext uri="{FF2B5EF4-FFF2-40B4-BE49-F238E27FC236}">
                  <a16:creationId xmlns:a16="http://schemas.microsoft.com/office/drawing/2014/main" id="{F35AEE09-D82F-438F-9D01-96C6876241F1}"/>
                </a:ext>
              </a:extLst>
            </p:cNvPr>
            <p:cNvSpPr>
              <a:spLocks noChangeAspect="1"/>
            </p:cNvSpPr>
            <p:nvPr>
              <p:custDataLst>
                <p:tags r:id="rId8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1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629376"/>
                  </a:moveTo>
                  <a:arcTo wR="317500" hR="317500" stAng="4751999" swAng="114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8" name="Harvey 48/100 [48]">
              <a:extLst>
                <a:ext uri="{FF2B5EF4-FFF2-40B4-BE49-F238E27FC236}">
                  <a16:creationId xmlns:a16="http://schemas.microsoft.com/office/drawing/2014/main" id="{4FC3325B-EEB2-4420-9715-1149CEACE9AC}"/>
                </a:ext>
              </a:extLst>
            </p:cNvPr>
            <p:cNvSpPr>
              <a:spLocks noChangeAspect="1"/>
            </p:cNvSpPr>
            <p:nvPr>
              <p:custDataLst>
                <p:tags r:id="rId8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36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632496"/>
                  </a:moveTo>
                  <a:arcTo wR="317500" hR="317500" stAng="4967999" swAng="112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9" name="Harvey 49/100 [49]">
              <a:extLst>
                <a:ext uri="{FF2B5EF4-FFF2-40B4-BE49-F238E27FC236}">
                  <a16:creationId xmlns:a16="http://schemas.microsoft.com/office/drawing/2014/main" id="{3BE00D50-8FCE-4E11-AA24-10B621732F20}"/>
                </a:ext>
              </a:extLst>
            </p:cNvPr>
            <p:cNvSpPr>
              <a:spLocks noChangeAspect="1"/>
            </p:cNvSpPr>
            <p:nvPr>
              <p:custDataLst>
                <p:tags r:id="rId8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5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34373"/>
                  </a:moveTo>
                  <a:arcTo wR="317500" hR="317500" stAng="5184000" swAng="110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0" name="Harvey 50/100 [50]">
              <a:extLst>
                <a:ext uri="{FF2B5EF4-FFF2-40B4-BE49-F238E27FC236}">
                  <a16:creationId xmlns:a16="http://schemas.microsoft.com/office/drawing/2014/main" id="{97083993-8BFD-443F-A3A3-D28EF389CE2B}"/>
                </a:ext>
              </a:extLst>
            </p:cNvPr>
            <p:cNvSpPr>
              <a:spLocks noChangeAspect="1"/>
            </p:cNvSpPr>
            <p:nvPr>
              <p:custDataLst>
                <p:tags r:id="rId8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1" name="Harvey 51/100 [51]">
              <a:extLst>
                <a:ext uri="{FF2B5EF4-FFF2-40B4-BE49-F238E27FC236}">
                  <a16:creationId xmlns:a16="http://schemas.microsoft.com/office/drawing/2014/main" id="{BDE38762-18E9-47FF-895E-325F5976ECAA}"/>
                </a:ext>
              </a:extLst>
            </p:cNvPr>
            <p:cNvSpPr>
              <a:spLocks noChangeAspect="1"/>
            </p:cNvSpPr>
            <p:nvPr>
              <p:custDataLst>
                <p:tags r:id="rId8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0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34373"/>
                  </a:moveTo>
                  <a:arcTo wR="317500" hR="317500" stAng="5616000" swAng="1058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2" name="Harvey 52/100 [52]">
              <a:extLst>
                <a:ext uri="{FF2B5EF4-FFF2-40B4-BE49-F238E27FC236}">
                  <a16:creationId xmlns:a16="http://schemas.microsoft.com/office/drawing/2014/main" id="{785EAA21-FBCD-46DC-8430-7AB12F5A66AF}"/>
                </a:ext>
              </a:extLst>
            </p:cNvPr>
            <p:cNvSpPr>
              <a:spLocks noChangeAspect="1"/>
            </p:cNvSpPr>
            <p:nvPr>
              <p:custDataLst>
                <p:tags r:id="rId8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2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632496"/>
                  </a:moveTo>
                  <a:arcTo wR="317500" hR="317500" stAng="5832000" swAng="1036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3" name="Harvey 53/100 [53]">
              <a:extLst>
                <a:ext uri="{FF2B5EF4-FFF2-40B4-BE49-F238E27FC236}">
                  <a16:creationId xmlns:a16="http://schemas.microsoft.com/office/drawing/2014/main" id="{858D54BA-F4A5-4C67-830E-E85FF6EE735D}"/>
                </a:ext>
              </a:extLst>
            </p:cNvPr>
            <p:cNvSpPr>
              <a:spLocks noChangeAspect="1"/>
            </p:cNvSpPr>
            <p:nvPr>
              <p:custDataLst>
                <p:tags r:id="rId8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4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629376"/>
                  </a:moveTo>
                  <a:arcTo wR="317500" hR="317500" stAng="6048000" swAng="1015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4" name="Harvey 54/100 [54]">
              <a:extLst>
                <a:ext uri="{FF2B5EF4-FFF2-40B4-BE49-F238E27FC236}">
                  <a16:creationId xmlns:a16="http://schemas.microsoft.com/office/drawing/2014/main" id="{AC41BD7B-E1FA-4AED-B11C-E03936A672E6}"/>
                </a:ext>
              </a:extLst>
            </p:cNvPr>
            <p:cNvSpPr>
              <a:spLocks noChangeAspect="1"/>
            </p:cNvSpPr>
            <p:nvPr>
              <p:custDataLst>
                <p:tags r:id="rId8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6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625025"/>
                  </a:moveTo>
                  <a:arcTo wR="317500" hR="317500" stAng="6264000" swAng="993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5" name="Harvey 55/100 [55]">
              <a:extLst>
                <a:ext uri="{FF2B5EF4-FFF2-40B4-BE49-F238E27FC236}">
                  <a16:creationId xmlns:a16="http://schemas.microsoft.com/office/drawing/2014/main" id="{BAF901A0-5FD1-4B29-9AF9-DB8B19412429}"/>
                </a:ext>
              </a:extLst>
            </p:cNvPr>
            <p:cNvSpPr>
              <a:spLocks noChangeAspect="1"/>
            </p:cNvSpPr>
            <p:nvPr>
              <p:custDataLst>
                <p:tags r:id="rId9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8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619460"/>
                  </a:moveTo>
                  <a:arcTo wR="317500" hR="317500" stAng="6480000" swAng="971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6" name="Harvey 56/100 [56]">
              <a:extLst>
                <a:ext uri="{FF2B5EF4-FFF2-40B4-BE49-F238E27FC236}">
                  <a16:creationId xmlns:a16="http://schemas.microsoft.com/office/drawing/2014/main" id="{3EFF555D-6B7F-481F-ADC2-746953BA7F97}"/>
                </a:ext>
              </a:extLst>
            </p:cNvPr>
            <p:cNvSpPr>
              <a:spLocks noChangeAspect="1"/>
            </p:cNvSpPr>
            <p:nvPr>
              <p:custDataLst>
                <p:tags r:id="rId9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0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612704"/>
                  </a:moveTo>
                  <a:arcTo wR="317500" hR="317500" stAng="6696000" swAng="950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7" name="Harvey 57/100 [57]">
              <a:extLst>
                <a:ext uri="{FF2B5EF4-FFF2-40B4-BE49-F238E27FC236}">
                  <a16:creationId xmlns:a16="http://schemas.microsoft.com/office/drawing/2014/main" id="{A4D3BE31-8C07-4912-AB8B-8331A665C238}"/>
                </a:ext>
              </a:extLst>
            </p:cNvPr>
            <p:cNvSpPr>
              <a:spLocks noChangeAspect="1"/>
            </p:cNvSpPr>
            <p:nvPr>
              <p:custDataLst>
                <p:tags r:id="rId9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3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604782"/>
                  </a:moveTo>
                  <a:arcTo wR="317500" hR="317500" stAng="6911999" swAng="928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8" name="Harvey 58/100 [58]">
              <a:extLst>
                <a:ext uri="{FF2B5EF4-FFF2-40B4-BE49-F238E27FC236}">
                  <a16:creationId xmlns:a16="http://schemas.microsoft.com/office/drawing/2014/main" id="{E7B5A5D9-6DD2-4B0A-9557-7A7AF774103E}"/>
                </a:ext>
              </a:extLst>
            </p:cNvPr>
            <p:cNvSpPr>
              <a:spLocks noChangeAspect="1"/>
            </p:cNvSpPr>
            <p:nvPr>
              <p:custDataLst>
                <p:tags r:id="rId9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52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595727"/>
                  </a:moveTo>
                  <a:arcTo wR="317500" hR="317500" stAng="7127999" swAng="90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9" name="Harvey 59/100 [59]">
              <a:extLst>
                <a:ext uri="{FF2B5EF4-FFF2-40B4-BE49-F238E27FC236}">
                  <a16:creationId xmlns:a16="http://schemas.microsoft.com/office/drawing/2014/main" id="{88458C0E-D234-4C86-A6CC-B8CD6C445F00}"/>
                </a:ext>
              </a:extLst>
            </p:cNvPr>
            <p:cNvSpPr>
              <a:spLocks noChangeAspect="1"/>
            </p:cNvSpPr>
            <p:nvPr>
              <p:custDataLst>
                <p:tags r:id="rId9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74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585574"/>
                  </a:moveTo>
                  <a:arcTo wR="317500" hR="317500" stAng="7343999" swAng="885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0" name="Harvey 60/100 [60]">
              <a:extLst>
                <a:ext uri="{FF2B5EF4-FFF2-40B4-BE49-F238E27FC236}">
                  <a16:creationId xmlns:a16="http://schemas.microsoft.com/office/drawing/2014/main" id="{0924D2C6-D224-49FD-A4B8-312AFD605E78}"/>
                </a:ext>
              </a:extLst>
            </p:cNvPr>
            <p:cNvSpPr>
              <a:spLocks noChangeAspect="1"/>
            </p:cNvSpPr>
            <p:nvPr>
              <p:custDataLst>
                <p:tags r:id="rId9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574362"/>
                  </a:moveTo>
                  <a:arcTo wR="317500" hR="317500" stAng="7560000" swAng="86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1" name="Harvey 61/100 [61]">
              <a:extLst>
                <a:ext uri="{FF2B5EF4-FFF2-40B4-BE49-F238E27FC236}">
                  <a16:creationId xmlns:a16="http://schemas.microsoft.com/office/drawing/2014/main" id="{F9FB23C2-D568-49AC-B8FD-0480EB019739}"/>
                </a:ext>
              </a:extLst>
            </p:cNvPr>
            <p:cNvSpPr>
              <a:spLocks noChangeAspect="1"/>
            </p:cNvSpPr>
            <p:nvPr>
              <p:custDataLst>
                <p:tags r:id="rId9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1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562137"/>
                  </a:moveTo>
                  <a:arcTo wR="317500" hR="317500" stAng="7776000" swAng="84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2" name="Harvey 62/100 [62]">
              <a:extLst>
                <a:ext uri="{FF2B5EF4-FFF2-40B4-BE49-F238E27FC236}">
                  <a16:creationId xmlns:a16="http://schemas.microsoft.com/office/drawing/2014/main" id="{9EF3159D-F4FB-4032-BCCB-55E6ED5EEFC7}"/>
                </a:ext>
              </a:extLst>
            </p:cNvPr>
            <p:cNvSpPr>
              <a:spLocks noChangeAspect="1"/>
            </p:cNvSpPr>
            <p:nvPr>
              <p:custDataLst>
                <p:tags r:id="rId9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3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548947"/>
                  </a:moveTo>
                  <a:arcTo wR="317500" hR="317500" stAng="7991999" swAng="82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3" name="Harvey 63/100 [63]">
              <a:extLst>
                <a:ext uri="{FF2B5EF4-FFF2-40B4-BE49-F238E27FC236}">
                  <a16:creationId xmlns:a16="http://schemas.microsoft.com/office/drawing/2014/main" id="{9362C8EA-6D15-4E0C-8AE9-B1B50EB297B8}"/>
                </a:ext>
              </a:extLst>
            </p:cNvPr>
            <p:cNvSpPr>
              <a:spLocks noChangeAspect="1"/>
            </p:cNvSpPr>
            <p:nvPr>
              <p:custDataLst>
                <p:tags r:id="rId9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6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534843"/>
                  </a:moveTo>
                  <a:arcTo wR="317500" hR="317500" stAng="8208000" swAng="799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4" name="Harvey 64/100 [64]">
              <a:extLst>
                <a:ext uri="{FF2B5EF4-FFF2-40B4-BE49-F238E27FC236}">
                  <a16:creationId xmlns:a16="http://schemas.microsoft.com/office/drawing/2014/main" id="{91EB375D-1444-4BE3-A696-66272A1564CD}"/>
                </a:ext>
              </a:extLst>
            </p:cNvPr>
            <p:cNvSpPr>
              <a:spLocks noChangeAspect="1"/>
            </p:cNvSpPr>
            <p:nvPr>
              <p:custDataLst>
                <p:tags r:id="rId9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8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519882"/>
                  </a:moveTo>
                  <a:arcTo wR="317500" hR="317500" stAng="8424000" swAng="777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5" name="Harvey 65/100 [65]">
              <a:extLst>
                <a:ext uri="{FF2B5EF4-FFF2-40B4-BE49-F238E27FC236}">
                  <a16:creationId xmlns:a16="http://schemas.microsoft.com/office/drawing/2014/main" id="{9A3002B1-5D17-4BCB-9A44-B2FB4025D02F}"/>
                </a:ext>
              </a:extLst>
            </p:cNvPr>
            <p:cNvSpPr>
              <a:spLocks noChangeAspect="1"/>
            </p:cNvSpPr>
            <p:nvPr>
              <p:custDataLst>
                <p:tags r:id="rId10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0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504121"/>
                  </a:moveTo>
                  <a:arcTo wR="317500" hR="317500" stAng="8640000" swAng="755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6" name="Harvey 66/100 [66]">
              <a:extLst>
                <a:ext uri="{FF2B5EF4-FFF2-40B4-BE49-F238E27FC236}">
                  <a16:creationId xmlns:a16="http://schemas.microsoft.com/office/drawing/2014/main" id="{E5F2FDE4-04B2-4A45-A685-14E0C51883A5}"/>
                </a:ext>
              </a:extLst>
            </p:cNvPr>
            <p:cNvSpPr>
              <a:spLocks noChangeAspect="1"/>
            </p:cNvSpPr>
            <p:nvPr>
              <p:custDataLst>
                <p:tags r:id="rId10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2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487625"/>
                  </a:moveTo>
                  <a:arcTo wR="317500" hR="317500" stAng="8856000" swAng="734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7" name="Harvey 67/100 [67]">
              <a:extLst>
                <a:ext uri="{FF2B5EF4-FFF2-40B4-BE49-F238E27FC236}">
                  <a16:creationId xmlns:a16="http://schemas.microsoft.com/office/drawing/2014/main" id="{D399A169-3845-4CD5-A62C-F4586F1FAFE8}"/>
                </a:ext>
              </a:extLst>
            </p:cNvPr>
            <p:cNvSpPr>
              <a:spLocks noChangeAspect="1"/>
            </p:cNvSpPr>
            <p:nvPr>
              <p:custDataLst>
                <p:tags r:id="rId10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470456"/>
                  </a:moveTo>
                  <a:arcTo wR="317500" hR="317500" stAng="9072000" swAng="712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8" name="Harvey 68/100 [68]">
              <a:extLst>
                <a:ext uri="{FF2B5EF4-FFF2-40B4-BE49-F238E27FC236}">
                  <a16:creationId xmlns:a16="http://schemas.microsoft.com/office/drawing/2014/main" id="{E12F5173-9960-47F5-9A91-B043294E14CB}"/>
                </a:ext>
              </a:extLst>
            </p:cNvPr>
            <p:cNvSpPr>
              <a:spLocks noChangeAspect="1"/>
            </p:cNvSpPr>
            <p:nvPr>
              <p:custDataLst>
                <p:tags r:id="rId10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6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452684"/>
                  </a:moveTo>
                  <a:arcTo wR="317500" hR="317500" stAng="9288000" swAng="691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9" name="Harvey 69/100 [69]">
              <a:extLst>
                <a:ext uri="{FF2B5EF4-FFF2-40B4-BE49-F238E27FC236}">
                  <a16:creationId xmlns:a16="http://schemas.microsoft.com/office/drawing/2014/main" id="{DD9B9229-3D3A-4706-BEEC-04C19A30C5C3}"/>
                </a:ext>
              </a:extLst>
            </p:cNvPr>
            <p:cNvSpPr>
              <a:spLocks noChangeAspect="1"/>
            </p:cNvSpPr>
            <p:nvPr>
              <p:custDataLst>
                <p:tags r:id="rId10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90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434379"/>
                  </a:moveTo>
                  <a:arcTo wR="317500" hR="317500" stAng="9503999" swAng="66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0" name="Harvey 70/100 [70]">
              <a:extLst>
                <a:ext uri="{FF2B5EF4-FFF2-40B4-BE49-F238E27FC236}">
                  <a16:creationId xmlns:a16="http://schemas.microsoft.com/office/drawing/2014/main" id="{795A4CC8-0C08-491C-8D7F-95EC8E0E25B8}"/>
                </a:ext>
              </a:extLst>
            </p:cNvPr>
            <p:cNvSpPr>
              <a:spLocks noChangeAspect="1"/>
            </p:cNvSpPr>
            <p:nvPr>
              <p:custDataLst>
                <p:tags r:id="rId10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1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415612"/>
                  </a:moveTo>
                  <a:arcTo wR="317500" hR="317500" stAng="9719999" swAng="64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1" name="Harvey 71/100 [71]">
              <a:extLst>
                <a:ext uri="{FF2B5EF4-FFF2-40B4-BE49-F238E27FC236}">
                  <a16:creationId xmlns:a16="http://schemas.microsoft.com/office/drawing/2014/main" id="{91862A76-5FCC-4C25-9A3F-A10651AC7725}"/>
                </a:ext>
              </a:extLst>
            </p:cNvPr>
            <p:cNvSpPr>
              <a:spLocks noChangeAspect="1"/>
            </p:cNvSpPr>
            <p:nvPr>
              <p:custDataLst>
                <p:tags r:id="rId10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3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396459"/>
                  </a:moveTo>
                  <a:arcTo wR="317500" hR="317500" stAng="9936000" swAng="62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2" name="Harvey 72/100 [72]">
              <a:extLst>
                <a:ext uri="{FF2B5EF4-FFF2-40B4-BE49-F238E27FC236}">
                  <a16:creationId xmlns:a16="http://schemas.microsoft.com/office/drawing/2014/main" id="{46969644-17D9-45C9-A88A-9A88622DCE45}"/>
                </a:ext>
              </a:extLst>
            </p:cNvPr>
            <p:cNvSpPr>
              <a:spLocks noChangeAspect="1"/>
            </p:cNvSpPr>
            <p:nvPr>
              <p:custDataLst>
                <p:tags r:id="rId10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5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376993"/>
                  </a:moveTo>
                  <a:arcTo wR="317500" hR="317500" stAng="10152000" swAng="60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3" name="Harvey 73/100 [73]">
              <a:extLst>
                <a:ext uri="{FF2B5EF4-FFF2-40B4-BE49-F238E27FC236}">
                  <a16:creationId xmlns:a16="http://schemas.microsoft.com/office/drawing/2014/main" id="{F89621F9-3ABB-450D-913E-7B467F289A9B}"/>
                </a:ext>
              </a:extLst>
            </p:cNvPr>
            <p:cNvSpPr>
              <a:spLocks noChangeAspect="1"/>
            </p:cNvSpPr>
            <p:nvPr>
              <p:custDataLst>
                <p:tags r:id="rId10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7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357293"/>
                  </a:moveTo>
                  <a:arcTo wR="317500" hR="317500" stAng="10368000" swAng="58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4" name="Harvey 74/100 [74]">
              <a:extLst>
                <a:ext uri="{FF2B5EF4-FFF2-40B4-BE49-F238E27FC236}">
                  <a16:creationId xmlns:a16="http://schemas.microsoft.com/office/drawing/2014/main" id="{89EE4B1F-E703-471D-8307-BFB9EDEDB9F7}"/>
                </a:ext>
              </a:extLst>
            </p:cNvPr>
            <p:cNvSpPr>
              <a:spLocks noChangeAspect="1"/>
            </p:cNvSpPr>
            <p:nvPr>
              <p:custDataLst>
                <p:tags r:id="rId10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9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337435"/>
                  </a:moveTo>
                  <a:arcTo wR="317500" hR="317500" stAng="10583999" swAng="56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5" name="Harvey 75/100 [75]">
              <a:extLst>
                <a:ext uri="{FF2B5EF4-FFF2-40B4-BE49-F238E27FC236}">
                  <a16:creationId xmlns:a16="http://schemas.microsoft.com/office/drawing/2014/main" id="{8AB2EEA8-04AC-4B6C-8D90-28093DB647E6}"/>
                </a:ext>
              </a:extLst>
            </p:cNvPr>
            <p:cNvSpPr>
              <a:spLocks noChangeAspect="1"/>
            </p:cNvSpPr>
            <p:nvPr>
              <p:custDataLst>
                <p:tags r:id="rId11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6" name="Harvey 76/100 [76]">
              <a:extLst>
                <a:ext uri="{FF2B5EF4-FFF2-40B4-BE49-F238E27FC236}">
                  <a16:creationId xmlns:a16="http://schemas.microsoft.com/office/drawing/2014/main" id="{6F4E00F2-EA6F-4809-B2FD-4CE3ABE8C480}"/>
                </a:ext>
              </a:extLst>
            </p:cNvPr>
            <p:cNvSpPr>
              <a:spLocks noChangeAspect="1"/>
            </p:cNvSpPr>
            <p:nvPr>
              <p:custDataLst>
                <p:tags r:id="rId11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4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297564"/>
                  </a:moveTo>
                  <a:arcTo wR="317500" hR="317500" stAng="11016000" swAng="518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7" name="Harvey 77/100 [77]">
              <a:extLst>
                <a:ext uri="{FF2B5EF4-FFF2-40B4-BE49-F238E27FC236}">
                  <a16:creationId xmlns:a16="http://schemas.microsoft.com/office/drawing/2014/main" id="{CF5CA593-7B87-4492-9B35-2255514CB496}"/>
                </a:ext>
              </a:extLst>
            </p:cNvPr>
            <p:cNvSpPr>
              <a:spLocks noChangeAspect="1"/>
            </p:cNvSpPr>
            <p:nvPr>
              <p:custDataLst>
                <p:tags r:id="rId11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6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277706"/>
                  </a:moveTo>
                  <a:arcTo wR="317500" hR="317500" stAng="11232000" swAng="496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8" name="Harvey 78/100 [78]">
              <a:extLst>
                <a:ext uri="{FF2B5EF4-FFF2-40B4-BE49-F238E27FC236}">
                  <a16:creationId xmlns:a16="http://schemas.microsoft.com/office/drawing/2014/main" id="{8C036464-458E-48D4-BAC8-84819F820C60}"/>
                </a:ext>
              </a:extLst>
            </p:cNvPr>
            <p:cNvSpPr>
              <a:spLocks noChangeAspect="1"/>
            </p:cNvSpPr>
            <p:nvPr>
              <p:custDataLst>
                <p:tags r:id="rId11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8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258006"/>
                  </a:moveTo>
                  <a:arcTo wR="317500" hR="317500" stAng="11448000" swAng="475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9" name="Harvey 79/100 [79]">
              <a:extLst>
                <a:ext uri="{FF2B5EF4-FFF2-40B4-BE49-F238E27FC236}">
                  <a16:creationId xmlns:a16="http://schemas.microsoft.com/office/drawing/2014/main" id="{6FD5AC00-8293-447C-B728-B963DD67B1C2}"/>
                </a:ext>
              </a:extLst>
            </p:cNvPr>
            <p:cNvSpPr>
              <a:spLocks noChangeAspect="1"/>
            </p:cNvSpPr>
            <p:nvPr>
              <p:custDataLst>
                <p:tags r:id="rId11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0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238540"/>
                  </a:moveTo>
                  <a:arcTo wR="317500" hR="317500" stAng="11664000" swAng="453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0" name="Harvey 80/100 [80]">
              <a:extLst>
                <a:ext uri="{FF2B5EF4-FFF2-40B4-BE49-F238E27FC236}">
                  <a16:creationId xmlns:a16="http://schemas.microsoft.com/office/drawing/2014/main" id="{29C0F859-BC49-430F-8C59-C0B9109E47A3}"/>
                </a:ext>
              </a:extLst>
            </p:cNvPr>
            <p:cNvSpPr>
              <a:spLocks noChangeAspect="1"/>
            </p:cNvSpPr>
            <p:nvPr>
              <p:custDataLst>
                <p:tags r:id="rId11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219387"/>
                  </a:moveTo>
                  <a:arcTo wR="317500" hR="317500" stAng="11880000" swAng="431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1" name="Harvey 81/100 [81]">
              <a:extLst>
                <a:ext uri="{FF2B5EF4-FFF2-40B4-BE49-F238E27FC236}">
                  <a16:creationId xmlns:a16="http://schemas.microsoft.com/office/drawing/2014/main" id="{F78719E3-0417-4867-B70D-21538B3AC36E}"/>
                </a:ext>
              </a:extLst>
            </p:cNvPr>
            <p:cNvSpPr>
              <a:spLocks noChangeAspect="1"/>
            </p:cNvSpPr>
            <p:nvPr>
              <p:custDataLst>
                <p:tags r:id="rId11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4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200620"/>
                  </a:moveTo>
                  <a:arcTo wR="317500" hR="317500" stAng="12096000" swAng="410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2" name="Harvey 82/100 [82]">
              <a:extLst>
                <a:ext uri="{FF2B5EF4-FFF2-40B4-BE49-F238E27FC236}">
                  <a16:creationId xmlns:a16="http://schemas.microsoft.com/office/drawing/2014/main" id="{9C5D0905-7412-4C75-BC20-E51105CA783D}"/>
                </a:ext>
              </a:extLst>
            </p:cNvPr>
            <p:cNvSpPr>
              <a:spLocks noChangeAspect="1"/>
            </p:cNvSpPr>
            <p:nvPr>
              <p:custDataLst>
                <p:tags r:id="rId11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7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182315"/>
                  </a:moveTo>
                  <a:arcTo wR="317500" hR="317500" stAng="12312000" swAng="388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3" name="Harvey 83/100 [83]">
              <a:extLst>
                <a:ext uri="{FF2B5EF4-FFF2-40B4-BE49-F238E27FC236}">
                  <a16:creationId xmlns:a16="http://schemas.microsoft.com/office/drawing/2014/main" id="{96AA2E20-CC65-4632-B3D4-93E962B59D4C}"/>
                </a:ext>
              </a:extLst>
            </p:cNvPr>
            <p:cNvSpPr>
              <a:spLocks noChangeAspect="1"/>
            </p:cNvSpPr>
            <p:nvPr>
              <p:custDataLst>
                <p:tags r:id="rId11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9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164543"/>
                  </a:moveTo>
                  <a:arcTo wR="317500" hR="317500" stAng="12528000" swAng="36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4" name="Harvey 84/100 [84]">
              <a:extLst>
                <a:ext uri="{FF2B5EF4-FFF2-40B4-BE49-F238E27FC236}">
                  <a16:creationId xmlns:a16="http://schemas.microsoft.com/office/drawing/2014/main" id="{9B4360A3-E0B2-48F7-B5A8-D24513748A82}"/>
                </a:ext>
              </a:extLst>
            </p:cNvPr>
            <p:cNvSpPr>
              <a:spLocks noChangeAspect="1"/>
            </p:cNvSpPr>
            <p:nvPr>
              <p:custDataLst>
                <p:tags r:id="rId11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1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147374"/>
                  </a:moveTo>
                  <a:arcTo wR="317500" hR="317500" stAng="12743999" swAng="345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5" name="Harvey 85/100 [85]">
              <a:extLst>
                <a:ext uri="{FF2B5EF4-FFF2-40B4-BE49-F238E27FC236}">
                  <a16:creationId xmlns:a16="http://schemas.microsoft.com/office/drawing/2014/main" id="{D694B21E-EEA0-48FA-A35C-7B6570B3F861}"/>
                </a:ext>
              </a:extLst>
            </p:cNvPr>
            <p:cNvSpPr>
              <a:spLocks noChangeAspect="1"/>
            </p:cNvSpPr>
            <p:nvPr>
              <p:custDataLst>
                <p:tags r:id="rId12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3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130878"/>
                  </a:moveTo>
                  <a:arcTo wR="317500" hR="317500" stAng="12960000" swAng="32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6" name="Harvey 86/100 [86]">
              <a:extLst>
                <a:ext uri="{FF2B5EF4-FFF2-40B4-BE49-F238E27FC236}">
                  <a16:creationId xmlns:a16="http://schemas.microsoft.com/office/drawing/2014/main" id="{85E1AF41-C21D-4514-B37E-CC830BC09C0A}"/>
                </a:ext>
              </a:extLst>
            </p:cNvPr>
            <p:cNvSpPr>
              <a:spLocks noChangeAspect="1"/>
            </p:cNvSpPr>
            <p:nvPr>
              <p:custDataLst>
                <p:tags r:id="rId12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5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115117"/>
                  </a:moveTo>
                  <a:arcTo wR="317500" hR="317500" stAng="13176000" swAng="30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7" name="Harvey 87/100 [87]">
              <a:extLst>
                <a:ext uri="{FF2B5EF4-FFF2-40B4-BE49-F238E27FC236}">
                  <a16:creationId xmlns:a16="http://schemas.microsoft.com/office/drawing/2014/main" id="{E3948F2E-FD5F-4107-B122-9AC75FE0CD9E}"/>
                </a:ext>
              </a:extLst>
            </p:cNvPr>
            <p:cNvSpPr>
              <a:spLocks noChangeAspect="1"/>
            </p:cNvSpPr>
            <p:nvPr>
              <p:custDataLst>
                <p:tags r:id="rId12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7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100156"/>
                  </a:moveTo>
                  <a:arcTo wR="317500" hR="317500" stAng="13392000" swAng="28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8" name="Harvey 88/100 [88]">
              <a:extLst>
                <a:ext uri="{FF2B5EF4-FFF2-40B4-BE49-F238E27FC236}">
                  <a16:creationId xmlns:a16="http://schemas.microsoft.com/office/drawing/2014/main" id="{744E57ED-019F-4A8B-A06E-9FB965FEBB23}"/>
                </a:ext>
              </a:extLst>
            </p:cNvPr>
            <p:cNvSpPr>
              <a:spLocks noChangeAspect="1"/>
            </p:cNvSpPr>
            <p:nvPr>
              <p:custDataLst>
                <p:tags r:id="rId12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0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86052"/>
                  </a:moveTo>
                  <a:arcTo wR="317500" hR="317500" stAng="13608000" swAng="259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9" name="Harvey 89/100 [89]">
              <a:extLst>
                <a:ext uri="{FF2B5EF4-FFF2-40B4-BE49-F238E27FC236}">
                  <a16:creationId xmlns:a16="http://schemas.microsoft.com/office/drawing/2014/main" id="{5567719B-31CA-4A86-801E-E0531122E504}"/>
                </a:ext>
              </a:extLst>
            </p:cNvPr>
            <p:cNvSpPr>
              <a:spLocks noChangeAspect="1"/>
            </p:cNvSpPr>
            <p:nvPr>
              <p:custDataLst>
                <p:tags r:id="rId12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2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72862"/>
                  </a:moveTo>
                  <a:arcTo wR="317500" hR="317500" stAng="13823999" swAng="2375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0" name="Harvey 90/100 [90]">
              <a:extLst>
                <a:ext uri="{FF2B5EF4-FFF2-40B4-BE49-F238E27FC236}">
                  <a16:creationId xmlns:a16="http://schemas.microsoft.com/office/drawing/2014/main" id="{2CD4B3A1-B882-43A6-A4CA-C9FCA394B28B}"/>
                </a:ext>
              </a:extLst>
            </p:cNvPr>
            <p:cNvSpPr>
              <a:spLocks noChangeAspect="1"/>
            </p:cNvSpPr>
            <p:nvPr>
              <p:custDataLst>
                <p:tags r:id="rId12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60637"/>
                  </a:moveTo>
                  <a:arcTo wR="317500" hR="317500" stAng="14040000" swAng="215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1" name="Harvey 91/100 [91]">
              <a:extLst>
                <a:ext uri="{FF2B5EF4-FFF2-40B4-BE49-F238E27FC236}">
                  <a16:creationId xmlns:a16="http://schemas.microsoft.com/office/drawing/2014/main" id="{68606D93-5175-4900-AD89-6D0710AFE75F}"/>
                </a:ext>
              </a:extLst>
            </p:cNvPr>
            <p:cNvSpPr>
              <a:spLocks noChangeAspect="1"/>
            </p:cNvSpPr>
            <p:nvPr>
              <p:custDataLst>
                <p:tags r:id="rId12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6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49425"/>
                  </a:moveTo>
                  <a:arcTo wR="317500" hR="317500" stAng="14256000" swAng="194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2" name="Harvey 92/100 [92]">
              <a:extLst>
                <a:ext uri="{FF2B5EF4-FFF2-40B4-BE49-F238E27FC236}">
                  <a16:creationId xmlns:a16="http://schemas.microsoft.com/office/drawing/2014/main" id="{7EE30864-DDCC-4BBA-B70A-48810E224581}"/>
                </a:ext>
              </a:extLst>
            </p:cNvPr>
            <p:cNvSpPr>
              <a:spLocks noChangeAspect="1"/>
            </p:cNvSpPr>
            <p:nvPr>
              <p:custDataLst>
                <p:tags r:id="rId12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8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39272"/>
                  </a:moveTo>
                  <a:arcTo wR="317500" hR="317500" stAng="14472000" swAng="172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3" name="Harvey 93/100 [93]">
              <a:extLst>
                <a:ext uri="{FF2B5EF4-FFF2-40B4-BE49-F238E27FC236}">
                  <a16:creationId xmlns:a16="http://schemas.microsoft.com/office/drawing/2014/main" id="{608CA488-A707-4C7A-9287-9DA9A38ED3D4}"/>
                </a:ext>
              </a:extLst>
            </p:cNvPr>
            <p:cNvSpPr>
              <a:spLocks noChangeAspect="1"/>
            </p:cNvSpPr>
            <p:nvPr>
              <p:custDataLst>
                <p:tags r:id="rId12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0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30217"/>
                  </a:moveTo>
                  <a:arcTo wR="317500" hR="317500" stAng="14688000" swAng="151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4" name="Harvey 94/100 [94]">
              <a:extLst>
                <a:ext uri="{FF2B5EF4-FFF2-40B4-BE49-F238E27FC236}">
                  <a16:creationId xmlns:a16="http://schemas.microsoft.com/office/drawing/2014/main" id="{FE1836A9-F92A-4F07-BBB8-2274E290E952}"/>
                </a:ext>
              </a:extLst>
            </p:cNvPr>
            <p:cNvSpPr>
              <a:spLocks noChangeAspect="1"/>
            </p:cNvSpPr>
            <p:nvPr>
              <p:custDataLst>
                <p:tags r:id="rId12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3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22295"/>
                  </a:moveTo>
                  <a:arcTo wR="317500" hR="317500" stAng="14903999" swAng="12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5" name="Harvey 95/100 [95]">
              <a:extLst>
                <a:ext uri="{FF2B5EF4-FFF2-40B4-BE49-F238E27FC236}">
                  <a16:creationId xmlns:a16="http://schemas.microsoft.com/office/drawing/2014/main" id="{3169BE73-7F99-46E3-BDA9-D9BB85BE343E}"/>
                </a:ext>
              </a:extLst>
            </p:cNvPr>
            <p:cNvSpPr>
              <a:spLocks noChangeAspect="1"/>
            </p:cNvSpPr>
            <p:nvPr>
              <p:custDataLst>
                <p:tags r:id="rId13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5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15539"/>
                  </a:moveTo>
                  <a:arcTo wR="317500" hR="317500" stAng="15120000" swAng="10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6" name="Harvey 96/100 [96]">
              <a:extLst>
                <a:ext uri="{FF2B5EF4-FFF2-40B4-BE49-F238E27FC236}">
                  <a16:creationId xmlns:a16="http://schemas.microsoft.com/office/drawing/2014/main" id="{12E3B5ED-B1AB-4A99-BD20-FF638135BE37}"/>
                </a:ext>
              </a:extLst>
            </p:cNvPr>
            <p:cNvSpPr>
              <a:spLocks noChangeAspect="1"/>
            </p:cNvSpPr>
            <p:nvPr>
              <p:custDataLst>
                <p:tags r:id="rId13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73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9974"/>
                  </a:moveTo>
                  <a:arcTo wR="317500" hR="317500" stAng="15335999" swAng="8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7" name="Harvey 97/100 [97]">
              <a:extLst>
                <a:ext uri="{FF2B5EF4-FFF2-40B4-BE49-F238E27FC236}">
                  <a16:creationId xmlns:a16="http://schemas.microsoft.com/office/drawing/2014/main" id="{75A7FEAD-6C4B-4F7A-BB60-3A68D96114DE}"/>
                </a:ext>
              </a:extLst>
            </p:cNvPr>
            <p:cNvSpPr>
              <a:spLocks noChangeAspect="1"/>
            </p:cNvSpPr>
            <p:nvPr>
              <p:custDataLst>
                <p:tags r:id="rId13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9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5623"/>
                  </a:moveTo>
                  <a:arcTo wR="317500" hR="317500" stAng="15552000" swAng="6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8" name="Harvey 98/100 [98]">
              <a:extLst>
                <a:ext uri="{FF2B5EF4-FFF2-40B4-BE49-F238E27FC236}">
                  <a16:creationId xmlns:a16="http://schemas.microsoft.com/office/drawing/2014/main" id="{C4B5128E-9380-4C38-A1EB-CB12E7401609}"/>
                </a:ext>
              </a:extLst>
            </p:cNvPr>
            <p:cNvSpPr>
              <a:spLocks noChangeAspect="1"/>
            </p:cNvSpPr>
            <p:nvPr>
              <p:custDataLst>
                <p:tags r:id="rId13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1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2503"/>
                  </a:moveTo>
                  <a:arcTo wR="317500" hR="317500" stAng="15768000" swAng="4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9" name="Harvey 99/100 [99]">
              <a:extLst>
                <a:ext uri="{FF2B5EF4-FFF2-40B4-BE49-F238E27FC236}">
                  <a16:creationId xmlns:a16="http://schemas.microsoft.com/office/drawing/2014/main" id="{50F634E4-E5B9-4DA6-9F91-8AF5B6ACF1FB}"/>
                </a:ext>
              </a:extLst>
            </p:cNvPr>
            <p:cNvSpPr>
              <a:spLocks noChangeAspect="1"/>
            </p:cNvSpPr>
            <p:nvPr>
              <p:custDataLst>
                <p:tags r:id="rId13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3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26"/>
                  </a:moveTo>
                  <a:arcTo wR="317500" hR="317500" stAng="15983999" swAng="2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30" name="Harvey 100/100 [100]">
              <a:extLst>
                <a:ext uri="{FF2B5EF4-FFF2-40B4-BE49-F238E27FC236}">
                  <a16:creationId xmlns:a16="http://schemas.microsoft.com/office/drawing/2014/main" id="{94AA53CD-8233-470E-AFEE-0BCC721BFAE9}"/>
                </a:ext>
              </a:extLst>
            </p:cNvPr>
            <p:cNvSpPr>
              <a:spLocks noChangeAspect="1"/>
            </p:cNvSpPr>
            <p:nvPr>
              <p:custDataLst>
                <p:tags r:id="rId13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</p:grpSp>
      <p:sp>
        <p:nvSpPr>
          <p:cNvPr id="131" name="Footnote [Placeholder]" hidden="1">
            <a:extLst>
              <a:ext uri="{FF2B5EF4-FFF2-40B4-BE49-F238E27FC236}">
                <a16:creationId xmlns:a16="http://schemas.microsoft.com/office/drawing/2014/main" id="{1B41FB17-6D57-4EE1-9C4C-9C305D5D6BEC}"/>
              </a:ext>
            </a:extLst>
          </p:cNvPr>
          <p:cNvSpPr txBox="1"/>
          <p:nvPr userDrawn="1"/>
        </p:nvSpPr>
        <p:spPr>
          <a:xfrm>
            <a:off x="503238" y="5984668"/>
            <a:ext cx="1018820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900" b="0" i="0" kern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(r) Footnote</a:t>
            </a:r>
          </a:p>
        </p:txBody>
      </p:sp>
      <p:sp>
        <p:nvSpPr>
          <p:cNvPr id="133" name="Discussion [Sticker]" hidden="1">
            <a:extLst>
              <a:ext uri="{FF2B5EF4-FFF2-40B4-BE49-F238E27FC236}">
                <a16:creationId xmlns:a16="http://schemas.microsoft.com/office/drawing/2014/main" id="{7C793D27-9296-461C-878D-BA16CBD91587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" panose="020B0504030603020204" pitchFamily="34" charset="0"/>
                <a:ea typeface="72 Brand Medium" panose="02000000000000000000" pitchFamily="2" charset="0"/>
                <a:cs typeface="+mn-cs"/>
              </a:rPr>
              <a:t>For discussion</a:t>
            </a:r>
          </a:p>
        </p:txBody>
      </p:sp>
      <p:sp>
        <p:nvSpPr>
          <p:cNvPr id="134" name="Internal [Sticker]" hidden="1">
            <a:extLst>
              <a:ext uri="{FF2B5EF4-FFF2-40B4-BE49-F238E27FC236}">
                <a16:creationId xmlns:a16="http://schemas.microsoft.com/office/drawing/2014/main" id="{704CE42F-5A9B-4CC0-8048-99928A53C0C4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" panose="020B0504030603020204" pitchFamily="34" charset="0"/>
                <a:ea typeface="+mn-ea"/>
                <a:cs typeface="+mn-cs"/>
              </a:rPr>
              <a:t>Internal use only</a:t>
            </a:r>
          </a:p>
        </p:txBody>
      </p:sp>
      <p:sp>
        <p:nvSpPr>
          <p:cNvPr id="135" name="Final [Sticker]" hidden="1">
            <a:extLst>
              <a:ext uri="{FF2B5EF4-FFF2-40B4-BE49-F238E27FC236}">
                <a16:creationId xmlns:a16="http://schemas.microsoft.com/office/drawing/2014/main" id="{348603E9-9858-4213-9B5B-929AD136906A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" panose="020B0504030603020204" pitchFamily="34" charset="0"/>
                <a:ea typeface="+mn-ea"/>
                <a:cs typeface="+mn-cs"/>
              </a:rPr>
              <a:t>Final slide</a:t>
            </a:r>
          </a:p>
        </p:txBody>
      </p:sp>
      <p:sp>
        <p:nvSpPr>
          <p:cNvPr id="136" name="Backup [Sticker]" hidden="1">
            <a:extLst>
              <a:ext uri="{FF2B5EF4-FFF2-40B4-BE49-F238E27FC236}">
                <a16:creationId xmlns:a16="http://schemas.microsoft.com/office/drawing/2014/main" id="{7EEB833A-9AFC-4A66-8469-9D3897CE1E66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" panose="020B0504030603020204" pitchFamily="34" charset="0"/>
                <a:ea typeface="+mn-ea"/>
                <a:cs typeface="+mn-cs"/>
              </a:rPr>
              <a:t>Backup</a:t>
            </a:r>
          </a:p>
        </p:txBody>
      </p:sp>
      <p:sp>
        <p:nvSpPr>
          <p:cNvPr id="137" name="Update [Sticker]" hidden="1">
            <a:extLst>
              <a:ext uri="{FF2B5EF4-FFF2-40B4-BE49-F238E27FC236}">
                <a16:creationId xmlns:a16="http://schemas.microsoft.com/office/drawing/2014/main" id="{D41FF937-AB04-46EE-82EF-FCE26A919A7B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" panose="020B0504030603020204" pitchFamily="34" charset="0"/>
                <a:ea typeface="+mn-ea"/>
                <a:cs typeface="+mn-cs"/>
              </a:rPr>
              <a:t>Update data</a:t>
            </a:r>
          </a:p>
        </p:txBody>
      </p:sp>
      <p:sp>
        <p:nvSpPr>
          <p:cNvPr id="138" name="Dummy [Sticker]" hidden="1">
            <a:extLst>
              <a:ext uri="{FF2B5EF4-FFF2-40B4-BE49-F238E27FC236}">
                <a16:creationId xmlns:a16="http://schemas.microsoft.com/office/drawing/2014/main" id="{06C5579C-7A02-48D6-A733-4B9E6D9F1443}"/>
              </a:ext>
            </a:extLst>
          </p:cNvPr>
          <p:cNvSpPr>
            <a:spLocks/>
          </p:cNvSpPr>
          <p:nvPr userDrawn="1"/>
        </p:nvSpPr>
        <p:spPr>
          <a:xfrm>
            <a:off x="10071105" y="896920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" panose="020B0504030603020204" pitchFamily="34" charset="0"/>
              </a:rPr>
              <a:t>Dummy data</a:t>
            </a:r>
          </a:p>
        </p:txBody>
      </p:sp>
      <p:sp>
        <p:nvSpPr>
          <p:cNvPr id="139" name="Formatting [Comment]" hidden="1">
            <a:extLst>
              <a:ext uri="{FF2B5EF4-FFF2-40B4-BE49-F238E27FC236}">
                <a16:creationId xmlns:a16="http://schemas.microsoft.com/office/drawing/2014/main" id="{89EB4C18-DFF3-4A27-ACBB-99DCDC8961A8}"/>
              </a:ext>
            </a:extLst>
          </p:cNvPr>
          <p:cNvSpPr>
            <a:spLocks/>
          </p:cNvSpPr>
          <p:nvPr userDrawn="1"/>
        </p:nvSpPr>
        <p:spPr>
          <a:xfrm>
            <a:off x="9483344" y="1097679"/>
            <a:ext cx="2479101" cy="1277432"/>
          </a:xfrm>
          <a:prstGeom prst="wedgeRectCallout">
            <a:avLst/>
          </a:prstGeom>
          <a:solidFill>
            <a:srgbClr val="FFFF00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lIns="143252" tIns="143252" rIns="143252" bIns="143252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&lt;initials&gt; &lt;date&gt;</a:t>
            </a:r>
            <a:r>
              <a:rPr kumimoji="0" lang="en-US" sz="12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yyyy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-MM-dd </a:t>
            </a:r>
            <a:r>
              <a:rPr kumimoji="0" lang="en-US" sz="12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hh:mm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&lt;/date&gt;: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A0A0A"/>
              </a:solidFill>
              <a:effectLst/>
              <a:uLnTx/>
              <a:uFillTx/>
              <a:latin typeface="72 Brand" panose="020B0504030603020204" pitchFamily="34" charset="0"/>
            </a:endParaRPr>
          </a:p>
        </p:txBody>
      </p:sp>
      <p:sp>
        <p:nvSpPr>
          <p:cNvPr id="140" name="Content [Comment]" hidden="1">
            <a:extLst>
              <a:ext uri="{FF2B5EF4-FFF2-40B4-BE49-F238E27FC236}">
                <a16:creationId xmlns:a16="http://schemas.microsoft.com/office/drawing/2014/main" id="{906252E7-98DB-45F0-8278-EB60F71B7340}"/>
              </a:ext>
            </a:extLst>
          </p:cNvPr>
          <p:cNvSpPr>
            <a:spLocks/>
          </p:cNvSpPr>
          <p:nvPr userDrawn="1"/>
        </p:nvSpPr>
        <p:spPr>
          <a:xfrm>
            <a:off x="9483344" y="1097671"/>
            <a:ext cx="2479101" cy="1277440"/>
          </a:xfrm>
          <a:prstGeom prst="wedgeRectCallout">
            <a:avLst/>
          </a:prstGeom>
          <a:solidFill>
            <a:srgbClr val="FFFF00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lIns="143252" tIns="143252" rIns="143252" bIns="143252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&lt;initials&gt; &lt;date&gt;</a:t>
            </a:r>
            <a:r>
              <a:rPr kumimoji="0" lang="en-US" sz="12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yyyy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-MM-dd </a:t>
            </a:r>
            <a:r>
              <a:rPr kumimoji="0" lang="en-US" sz="12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hh:mm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&lt;/date&gt;: </a:t>
            </a:r>
          </a:p>
        </p:txBody>
      </p:sp>
      <p:sp>
        <p:nvSpPr>
          <p:cNvPr id="141" name="Draft [Sticker]" hidden="1">
            <a:extLst>
              <a:ext uri="{FF2B5EF4-FFF2-40B4-BE49-F238E27FC236}">
                <a16:creationId xmlns:a16="http://schemas.microsoft.com/office/drawing/2014/main" id="{904633E3-6BC9-4C5E-B74A-8B9D4AE95B20}"/>
              </a:ext>
            </a:extLst>
          </p:cNvPr>
          <p:cNvSpPr/>
          <p:nvPr userDrawn="1"/>
        </p:nvSpPr>
        <p:spPr bwMode="gray">
          <a:xfrm rot="18900000">
            <a:off x="2916643" y="2819462"/>
            <a:ext cx="6361889" cy="1219077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8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1594550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7" r:id="rId11"/>
    <p:sldLayoutId id="2147483808" r:id="rId12"/>
    <p:sldLayoutId id="2147483809" r:id="rId13"/>
    <p:sldLayoutId id="2147483810" r:id="rId14"/>
    <p:sldLayoutId id="2147483811" r:id="rId15"/>
    <p:sldLayoutId id="2147483812" r:id="rId16"/>
    <p:sldLayoutId id="2147483813" r:id="rId17"/>
    <p:sldLayoutId id="2147483814" r:id="rId18"/>
    <p:sldLayoutId id="2147483815" r:id="rId19"/>
    <p:sldLayoutId id="2147483816" r:id="rId20"/>
    <p:sldLayoutId id="2147483817" r:id="rId21"/>
    <p:sldLayoutId id="2147483818" r:id="rId22"/>
    <p:sldLayoutId id="2147483819" r:id="rId23"/>
    <p:sldLayoutId id="2147483820" r:id="rId24"/>
    <p:sldLayoutId id="2147483821" r:id="rId25"/>
    <p:sldLayoutId id="2147483822" r:id="rId26"/>
    <p:sldLayoutId id="2147483823" r:id="rId27"/>
    <p:sldLayoutId id="2147483824" r:id="rId28"/>
    <p:sldLayoutId id="2147483825" r:id="rId29"/>
  </p:sldLayoutIdLst>
  <p:hf hdr="0" ftr="0" dt="0"/>
  <p:txStyles>
    <p:titleStyle>
      <a:lvl1pPr algn="l" defTabSz="1088558" rtl="0" eaLnBrk="1" latinLnBrk="0" hangingPunct="1">
        <a:spcBef>
          <a:spcPct val="0"/>
        </a:spcBef>
        <a:buNone/>
        <a:defRPr sz="2400" b="0" i="0" kern="1200" baseline="0">
          <a:solidFill>
            <a:schemeClr val="tx1"/>
          </a:solidFill>
          <a:latin typeface="72 Brand Medium" panose="020B0504030603020204" pitchFamily="34" charset="0"/>
          <a:ea typeface="+mj-ea"/>
          <a:cs typeface="+mj-cs"/>
        </a:defRPr>
      </a:lvl1pPr>
    </p:titleStyle>
    <p:bodyStyle>
      <a:lvl1pPr marL="0" indent="0" algn="l" defTabSz="1088558" rtl="0" eaLnBrk="1" latinLnBrk="0" hangingPunct="1">
        <a:spcBef>
          <a:spcPts val="1800"/>
        </a:spcBef>
        <a:buClrTx/>
        <a:buSzPct val="80000"/>
        <a:buFont typeface="72 Brand" panose="02000000000000000000" pitchFamily="2" charset="0"/>
        <a:buChar char="​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179964" indent="-179964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358775" indent="-179388" algn="l" defTabSz="1088558" rtl="0" eaLnBrk="1" latinLnBrk="0" hangingPunct="1">
        <a:spcBef>
          <a:spcPts val="300"/>
        </a:spcBef>
        <a:buClr>
          <a:schemeClr val="tx1"/>
        </a:buClr>
        <a:buSzPct val="100000"/>
        <a:buFont typeface="Arial" panose="020B0604020202020204" pitchFamily="34" charset="0"/>
        <a:buChar char="–"/>
        <a:defRPr lang="en-US" sz="18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539892" indent="-179964" algn="l" defTabSz="1088558" rtl="0" eaLnBrk="1" latinLnBrk="0" hangingPunct="1">
        <a:spcBef>
          <a:spcPts val="300"/>
        </a:spcBef>
        <a:buClr>
          <a:schemeClr val="tx1"/>
        </a:buClr>
        <a:buSzPct val="80000"/>
        <a:buFont typeface="Courier New" panose="02070309020205020404" pitchFamily="49" charset="0"/>
        <a:buChar char="o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719856" indent="-179964" algn="l" defTabSz="1088558" rtl="0" eaLnBrk="1" latinLnBrk="0" hangingPunct="1">
        <a:spcBef>
          <a:spcPts val="100"/>
        </a:spcBef>
        <a:buClr>
          <a:schemeClr val="tx1"/>
        </a:buClr>
        <a:buSzPct val="100000"/>
        <a:buFont typeface="Symbol" panose="05050102010706020507" pitchFamily="18" charset="2"/>
        <a:buChar char="-"/>
        <a:defRPr sz="140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993535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7814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2093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6373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279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558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837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711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139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675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9954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233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3FB7DDE-FB70-45C8-5DD2-CF4570F21CC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1"/>
            </p:custDataLst>
            <p:extLst>
              <p:ext uri="{D42A27DB-BD31-4B8C-83A1-F6EECF244321}">
                <p14:modId xmlns:p14="http://schemas.microsoft.com/office/powerpoint/2010/main" val="4184234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5" imgW="7772400" imgH="10058400" progId="TCLayout.ActiveDocument.1">
                  <p:embed/>
                </p:oleObj>
              </mc:Choice>
              <mc:Fallback>
                <p:oleObj name="think-cell Slide" r:id="rId155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FB7DDE-FB70-45C8-5DD2-CF4570F21C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pyright Placeholder" descr="{&quot;templafy&quot;:{&quot;id&quot;:&quot;e05b9042-0e45-4cdf-a177-91a0befc3ce7&quot;}}">
            <a:extLst>
              <a:ext uri="{FF2B5EF4-FFF2-40B4-BE49-F238E27FC236}">
                <a16:creationId xmlns:a16="http://schemas.microsoft.com/office/drawing/2014/main" id="{539D88F9-B48F-F143-B90F-EDFB85A350E8}"/>
              </a:ext>
            </a:extLst>
          </p:cNvPr>
          <p:cNvSpPr txBox="1">
            <a:spLocks/>
          </p:cNvSpPr>
          <p:nvPr userDrawn="1"/>
        </p:nvSpPr>
        <p:spPr>
          <a:xfrm>
            <a:off x="504001" y="6536751"/>
            <a:ext cx="10155600" cy="138498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>
                <a:schemeClr val="accent1"/>
              </a:buClr>
              <a:buSzPct val="80000"/>
              <a:buFontTx/>
              <a:buNone/>
              <a:defRPr sz="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20000"/>
              <a:buFont typeface="Arial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892" indent="0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121" marR="0" lvl="0" indent="-84121" algn="l" defTabSz="1088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©"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2024 SAP SE or an SAP affiliate company. All rights reserved. </a:t>
            </a:r>
            <a:endParaRPr kumimoji="0" lang="en-US" sz="6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Arial Unicode MS"/>
              <a:cs typeface="Arial Unicode MS" pitchFamily="34" charset="-128"/>
              <a:sym typeface="Arial"/>
            </a:endParaRPr>
          </a:p>
        </p:txBody>
      </p:sp>
      <p:sp>
        <p:nvSpPr>
          <p:cNvPr id="3" name="Text Placeholder"/>
          <p:cNvSpPr>
            <a:spLocks noGrp="1"/>
          </p:cNvSpPr>
          <p:nvPr userDrawn="1">
            <p:ph type="body" idx="1"/>
          </p:nvPr>
        </p:nvSpPr>
        <p:spPr bwMode="black">
          <a:xfrm>
            <a:off x="504001" y="1548560"/>
            <a:ext cx="11186476" cy="478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Start typing to add text without a bullet point. To add a bullet point, place the cursor at the start of this line and press tab.</a:t>
            </a:r>
            <a:endParaRPr lang="en-US" noProof="0"/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 Placeholder"/>
          <p:cNvSpPr>
            <a:spLocks noGrp="1"/>
          </p:cNvSpPr>
          <p:nvPr userDrawn="1">
            <p:ph type="title"/>
          </p:nvPr>
        </p:nvSpPr>
        <p:spPr bwMode="black">
          <a:xfrm>
            <a:off x="504001" y="504000"/>
            <a:ext cx="11186476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/>
              <a:t>Insert page title (sentence case)</a:t>
            </a:r>
          </a:p>
        </p:txBody>
      </p:sp>
      <p:grpSp>
        <p:nvGrpSpPr>
          <p:cNvPr id="6" name="Harvey 3" hidden="1">
            <a:extLst>
              <a:ext uri="{FF2B5EF4-FFF2-40B4-BE49-F238E27FC236}">
                <a16:creationId xmlns:a16="http://schemas.microsoft.com/office/drawing/2014/main" id="{B3E7C216-6801-4AB8-8D95-E7D60F39B210}"/>
              </a:ext>
            </a:extLst>
          </p:cNvPr>
          <p:cNvGrpSpPr>
            <a:grpSpLocks/>
          </p:cNvGrpSpPr>
          <p:nvPr userDrawn="1">
            <p:custDataLst>
              <p:tags r:id="rId32"/>
            </p:custDataLst>
          </p:nvPr>
        </p:nvGrpSpPr>
        <p:grpSpPr>
          <a:xfrm>
            <a:off x="3938798" y="3978000"/>
            <a:ext cx="1024878" cy="1024878"/>
            <a:chOff x="0" y="0"/>
            <a:chExt cx="914400" cy="914400"/>
          </a:xfrm>
          <a:solidFill>
            <a:schemeClr val="accent1"/>
          </a:solidFill>
        </p:grpSpPr>
        <p:sp>
          <p:nvSpPr>
            <p:cNvPr id="7" name="Harvey 0/3 [0]">
              <a:extLst>
                <a:ext uri="{FF2B5EF4-FFF2-40B4-BE49-F238E27FC236}">
                  <a16:creationId xmlns:a16="http://schemas.microsoft.com/office/drawing/2014/main" id="{FC8CECD5-A3FB-4DD5-A846-DC09FDB6EB04}"/>
                </a:ext>
              </a:extLst>
            </p:cNvPr>
            <p:cNvSpPr>
              <a:spLocks noChangeAspect="1"/>
            </p:cNvSpPr>
            <p:nvPr>
              <p:custDataLst>
                <p:tags r:id="rId15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8" name="Harvey 1/3 [1]">
              <a:extLst>
                <a:ext uri="{FF2B5EF4-FFF2-40B4-BE49-F238E27FC236}">
                  <a16:creationId xmlns:a16="http://schemas.microsoft.com/office/drawing/2014/main" id="{750B853B-8389-4427-AFB9-1CE880FE9BEE}"/>
                </a:ext>
              </a:extLst>
            </p:cNvPr>
            <p:cNvSpPr>
              <a:spLocks noChangeAspect="1"/>
            </p:cNvSpPr>
            <p:nvPr>
              <p:custDataLst>
                <p:tags r:id="rId15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2463" y="476249"/>
                  </a:moveTo>
                  <a:arcTo wR="317500" hR="317500" stAng="1800000" swAng="14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9" name="Harvey 2/3 [2]">
              <a:extLst>
                <a:ext uri="{FF2B5EF4-FFF2-40B4-BE49-F238E27FC236}">
                  <a16:creationId xmlns:a16="http://schemas.microsoft.com/office/drawing/2014/main" id="{0CA9A207-7055-4A72-8ED2-D82605C3D0C8}"/>
                </a:ext>
              </a:extLst>
            </p:cNvPr>
            <p:cNvSpPr>
              <a:spLocks noChangeAspect="1"/>
            </p:cNvSpPr>
            <p:nvPr>
              <p:custDataLst>
                <p:tags r:id="rId15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2536" y="476250"/>
                  </a:moveTo>
                  <a:arcTo wR="317500" hR="317500" stAng="9000000" swAng="7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0" name="Harvey 3/3 [3]">
              <a:extLst>
                <a:ext uri="{FF2B5EF4-FFF2-40B4-BE49-F238E27FC236}">
                  <a16:creationId xmlns:a16="http://schemas.microsoft.com/office/drawing/2014/main" id="{4422C816-875A-41F5-9DC0-8DBAE4C5C6CB}"/>
                </a:ext>
              </a:extLst>
            </p:cNvPr>
            <p:cNvSpPr>
              <a:spLocks noChangeAspect="1"/>
            </p:cNvSpPr>
            <p:nvPr>
              <p:custDataLst>
                <p:tags r:id="rId154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11" name="Harvey 4" hidden="1">
            <a:extLst>
              <a:ext uri="{FF2B5EF4-FFF2-40B4-BE49-F238E27FC236}">
                <a16:creationId xmlns:a16="http://schemas.microsoft.com/office/drawing/2014/main" id="{DDC5C333-7028-4F79-8940-98DC17723588}"/>
              </a:ext>
            </a:extLst>
          </p:cNvPr>
          <p:cNvGrpSpPr>
            <a:grpSpLocks/>
          </p:cNvGrpSpPr>
          <p:nvPr userDrawn="1">
            <p:custDataLst>
              <p:tags r:id="rId33"/>
            </p:custDataLst>
          </p:nvPr>
        </p:nvGrpSpPr>
        <p:grpSpPr>
          <a:xfrm>
            <a:off x="5391506" y="3978000"/>
            <a:ext cx="1024878" cy="1024878"/>
            <a:chOff x="0" y="0"/>
            <a:chExt cx="914400" cy="914400"/>
          </a:xfrm>
          <a:solidFill>
            <a:schemeClr val="accent1"/>
          </a:solidFill>
        </p:grpSpPr>
        <p:sp>
          <p:nvSpPr>
            <p:cNvPr id="13" name="Harvey 0/4 [0]">
              <a:extLst>
                <a:ext uri="{FF2B5EF4-FFF2-40B4-BE49-F238E27FC236}">
                  <a16:creationId xmlns:a16="http://schemas.microsoft.com/office/drawing/2014/main" id="{70B331E2-39A8-4BAF-8DDD-C631B51EB56E}"/>
                </a:ext>
              </a:extLst>
            </p:cNvPr>
            <p:cNvSpPr>
              <a:spLocks noChangeAspect="1"/>
            </p:cNvSpPr>
            <p:nvPr>
              <p:custDataLst>
                <p:tags r:id="rId14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4" name="Harvey 1/4 [1]">
              <a:extLst>
                <a:ext uri="{FF2B5EF4-FFF2-40B4-BE49-F238E27FC236}">
                  <a16:creationId xmlns:a16="http://schemas.microsoft.com/office/drawing/2014/main" id="{47F66FBA-2801-4875-BD13-0BF512FC3C6A}"/>
                </a:ext>
              </a:extLst>
            </p:cNvPr>
            <p:cNvSpPr>
              <a:spLocks noChangeAspect="1"/>
            </p:cNvSpPr>
            <p:nvPr>
              <p:custDataLst>
                <p:tags r:id="rId14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5" name="Harvey 2/4 [2]">
              <a:extLst>
                <a:ext uri="{FF2B5EF4-FFF2-40B4-BE49-F238E27FC236}">
                  <a16:creationId xmlns:a16="http://schemas.microsoft.com/office/drawing/2014/main" id="{99673DAB-5272-45DC-B222-CA8CAA9FD2BB}"/>
                </a:ext>
              </a:extLst>
            </p:cNvPr>
            <p:cNvSpPr>
              <a:spLocks noChangeAspect="1"/>
            </p:cNvSpPr>
            <p:nvPr>
              <p:custDataLst>
                <p:tags r:id="rId14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6" name="Harvey 3/4 [3]">
              <a:extLst>
                <a:ext uri="{FF2B5EF4-FFF2-40B4-BE49-F238E27FC236}">
                  <a16:creationId xmlns:a16="http://schemas.microsoft.com/office/drawing/2014/main" id="{F9B9444B-C98D-45FC-BA92-881D06827328}"/>
                </a:ext>
              </a:extLst>
            </p:cNvPr>
            <p:cNvSpPr>
              <a:spLocks noChangeAspect="1"/>
            </p:cNvSpPr>
            <p:nvPr>
              <p:custDataLst>
                <p:tags r:id="rId14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7" name="Harvey 4/4 [4]">
              <a:extLst>
                <a:ext uri="{FF2B5EF4-FFF2-40B4-BE49-F238E27FC236}">
                  <a16:creationId xmlns:a16="http://schemas.microsoft.com/office/drawing/2014/main" id="{5FFB853D-F550-4F16-8269-A070A19E381C}"/>
                </a:ext>
              </a:extLst>
            </p:cNvPr>
            <p:cNvSpPr>
              <a:spLocks noChangeAspect="1"/>
            </p:cNvSpPr>
            <p:nvPr>
              <p:custDataLst>
                <p:tags r:id="rId15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18" name="Harvey 8" hidden="1">
            <a:extLst>
              <a:ext uri="{FF2B5EF4-FFF2-40B4-BE49-F238E27FC236}">
                <a16:creationId xmlns:a16="http://schemas.microsoft.com/office/drawing/2014/main" id="{0630AB66-7B5F-41CE-A2EB-2EB4C67794AE}"/>
              </a:ext>
            </a:extLst>
          </p:cNvPr>
          <p:cNvGrpSpPr>
            <a:grpSpLocks/>
          </p:cNvGrpSpPr>
          <p:nvPr userDrawn="1">
            <p:custDataLst>
              <p:tags r:id="rId34"/>
            </p:custDataLst>
          </p:nvPr>
        </p:nvGrpSpPr>
        <p:grpSpPr>
          <a:xfrm>
            <a:off x="6844214" y="3978000"/>
            <a:ext cx="1024878" cy="1024878"/>
            <a:chOff x="0" y="0"/>
            <a:chExt cx="914400" cy="914400"/>
          </a:xfrm>
          <a:solidFill>
            <a:schemeClr val="accent1"/>
          </a:solidFill>
        </p:grpSpPr>
        <p:sp>
          <p:nvSpPr>
            <p:cNvPr id="19" name="Harvey 0/8 [0]">
              <a:extLst>
                <a:ext uri="{FF2B5EF4-FFF2-40B4-BE49-F238E27FC236}">
                  <a16:creationId xmlns:a16="http://schemas.microsoft.com/office/drawing/2014/main" id="{051D5678-1EFE-40CF-8563-B5E9EA35A271}"/>
                </a:ext>
              </a:extLst>
            </p:cNvPr>
            <p:cNvSpPr>
              <a:spLocks noChangeAspect="1"/>
            </p:cNvSpPr>
            <p:nvPr>
              <p:custDataLst>
                <p:tags r:id="rId13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0" name="Harvey 1/8 [1]">
              <a:extLst>
                <a:ext uri="{FF2B5EF4-FFF2-40B4-BE49-F238E27FC236}">
                  <a16:creationId xmlns:a16="http://schemas.microsoft.com/office/drawing/2014/main" id="{E5DDEB4B-B8B3-42DA-AF30-4FD0A1770D91}"/>
                </a:ext>
              </a:extLst>
            </p:cNvPr>
            <p:cNvSpPr>
              <a:spLocks noChangeAspect="1"/>
            </p:cNvSpPr>
            <p:nvPr>
              <p:custDataLst>
                <p:tags r:id="rId13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7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92993"/>
                  </a:moveTo>
                  <a:arcTo wR="317500" hR="317500" stAng="-2700000" swAng="189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1" name="Harvey 2/8 [2]">
              <a:extLst>
                <a:ext uri="{FF2B5EF4-FFF2-40B4-BE49-F238E27FC236}">
                  <a16:creationId xmlns:a16="http://schemas.microsoft.com/office/drawing/2014/main" id="{FB9200C4-0418-4CEF-BBB8-18F997AD7CA8}"/>
                </a:ext>
              </a:extLst>
            </p:cNvPr>
            <p:cNvSpPr>
              <a:spLocks noChangeAspect="1"/>
            </p:cNvSpPr>
            <p:nvPr>
              <p:custDataLst>
                <p:tags r:id="rId13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2" name="Harvey 3/8 [3]">
              <a:extLst>
                <a:ext uri="{FF2B5EF4-FFF2-40B4-BE49-F238E27FC236}">
                  <a16:creationId xmlns:a16="http://schemas.microsoft.com/office/drawing/2014/main" id="{8E4DE7E8-0809-4E2E-BE6A-E989A6AEBF62}"/>
                </a:ext>
              </a:extLst>
            </p:cNvPr>
            <p:cNvSpPr>
              <a:spLocks noChangeAspect="1"/>
            </p:cNvSpPr>
            <p:nvPr>
              <p:custDataLst>
                <p:tags r:id="rId14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1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542006"/>
                  </a:moveTo>
                  <a:arcTo wR="317500" hR="317500" stAng="2700000" swAng="135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3" name="Harvey 4/8 [4]">
              <a:extLst>
                <a:ext uri="{FF2B5EF4-FFF2-40B4-BE49-F238E27FC236}">
                  <a16:creationId xmlns:a16="http://schemas.microsoft.com/office/drawing/2014/main" id="{F839E6A9-0DED-402B-8F4C-2176769B55CD}"/>
                </a:ext>
              </a:extLst>
            </p:cNvPr>
            <p:cNvSpPr>
              <a:spLocks noChangeAspect="1"/>
            </p:cNvSpPr>
            <p:nvPr>
              <p:custDataLst>
                <p:tags r:id="rId14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4" name="Harvey 5/8 [5]">
              <a:extLst>
                <a:ext uri="{FF2B5EF4-FFF2-40B4-BE49-F238E27FC236}">
                  <a16:creationId xmlns:a16="http://schemas.microsoft.com/office/drawing/2014/main" id="{C3EE8663-AD08-4237-8344-6543EC4B688C}"/>
                </a:ext>
              </a:extLst>
            </p:cNvPr>
            <p:cNvSpPr>
              <a:spLocks noChangeAspect="1"/>
            </p:cNvSpPr>
            <p:nvPr>
              <p:custDataLst>
                <p:tags r:id="rId14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5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542006"/>
                  </a:moveTo>
                  <a:arcTo wR="317500" hR="317500" stAng="8100000" swAng="81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5" name="Harvey 6/8 [6]">
              <a:extLst>
                <a:ext uri="{FF2B5EF4-FFF2-40B4-BE49-F238E27FC236}">
                  <a16:creationId xmlns:a16="http://schemas.microsoft.com/office/drawing/2014/main" id="{ADE6F931-D156-4E59-A3ED-0B14B5F0EF7E}"/>
                </a:ext>
              </a:extLst>
            </p:cNvPr>
            <p:cNvSpPr>
              <a:spLocks noChangeAspect="1"/>
            </p:cNvSpPr>
            <p:nvPr>
              <p:custDataLst>
                <p:tags r:id="rId14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6" name="Harvey 7/8 [7]">
              <a:extLst>
                <a:ext uri="{FF2B5EF4-FFF2-40B4-BE49-F238E27FC236}">
                  <a16:creationId xmlns:a16="http://schemas.microsoft.com/office/drawing/2014/main" id="{A36821AE-2FF1-4F6E-AAF3-1BEA6AE153B8}"/>
                </a:ext>
              </a:extLst>
            </p:cNvPr>
            <p:cNvSpPr>
              <a:spLocks noChangeAspect="1"/>
            </p:cNvSpPr>
            <p:nvPr>
              <p:custDataLst>
                <p:tags r:id="rId144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9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92993"/>
                  </a:moveTo>
                  <a:arcTo wR="317500" hR="317500" stAng="13500000" swAng="27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7" name="Harvey 8/8 [8]">
              <a:extLst>
                <a:ext uri="{FF2B5EF4-FFF2-40B4-BE49-F238E27FC236}">
                  <a16:creationId xmlns:a16="http://schemas.microsoft.com/office/drawing/2014/main" id="{2D277E47-45D5-4503-8443-BED560C6560A}"/>
                </a:ext>
              </a:extLst>
            </p:cNvPr>
            <p:cNvSpPr>
              <a:spLocks noChangeAspect="1"/>
            </p:cNvSpPr>
            <p:nvPr>
              <p:custDataLst>
                <p:tags r:id="rId145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28" name="Harvey 100" hidden="1">
            <a:extLst>
              <a:ext uri="{FF2B5EF4-FFF2-40B4-BE49-F238E27FC236}">
                <a16:creationId xmlns:a16="http://schemas.microsoft.com/office/drawing/2014/main" id="{6D5D9337-395C-4FE4-97E6-E1CD47A644E9}"/>
              </a:ext>
            </a:extLst>
          </p:cNvPr>
          <p:cNvGrpSpPr/>
          <p:nvPr userDrawn="1">
            <p:custDataLst>
              <p:tags r:id="rId35"/>
            </p:custDataLst>
          </p:nvPr>
        </p:nvGrpSpPr>
        <p:grpSpPr>
          <a:xfrm>
            <a:off x="8296922" y="3978000"/>
            <a:ext cx="1024878" cy="1024878"/>
            <a:chOff x="4334905" y="3282696"/>
            <a:chExt cx="292608" cy="292608"/>
          </a:xfrm>
          <a:solidFill>
            <a:schemeClr val="accent1"/>
          </a:solidFill>
        </p:grpSpPr>
        <p:sp>
          <p:nvSpPr>
            <p:cNvPr id="29" name="Harvey 0/100 [0]">
              <a:extLst>
                <a:ext uri="{FF2B5EF4-FFF2-40B4-BE49-F238E27FC236}">
                  <a16:creationId xmlns:a16="http://schemas.microsoft.com/office/drawing/2014/main" id="{C2D4C837-2D4B-4D6B-81F8-9B001989609B}"/>
                </a:ext>
              </a:extLst>
            </p:cNvPr>
            <p:cNvSpPr>
              <a:spLocks noChangeAspect="1"/>
            </p:cNvSpPr>
            <p:nvPr>
              <p:custDataLst>
                <p:tags r:id="rId3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0" name="Harvey 1/100 [1]">
              <a:extLst>
                <a:ext uri="{FF2B5EF4-FFF2-40B4-BE49-F238E27FC236}">
                  <a16:creationId xmlns:a16="http://schemas.microsoft.com/office/drawing/2014/main" id="{BACD6AAA-4A1C-46BE-B491-9A4A9C7C56F3}"/>
                </a:ext>
              </a:extLst>
            </p:cNvPr>
            <p:cNvSpPr>
              <a:spLocks noChangeAspect="1"/>
            </p:cNvSpPr>
            <p:nvPr>
              <p:custDataLst>
                <p:tags r:id="rId3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26"/>
                  </a:moveTo>
                  <a:arcTo wR="317500" hR="317500" stAng="-5184000" swAng="2138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1" name="Harvey 2/100 [2]">
              <a:extLst>
                <a:ext uri="{FF2B5EF4-FFF2-40B4-BE49-F238E27FC236}">
                  <a16:creationId xmlns:a16="http://schemas.microsoft.com/office/drawing/2014/main" id="{701024C3-4DEF-477C-9CFB-100E0303499E}"/>
                </a:ext>
              </a:extLst>
            </p:cNvPr>
            <p:cNvSpPr>
              <a:spLocks noChangeAspect="1"/>
            </p:cNvSpPr>
            <p:nvPr>
              <p:custDataLst>
                <p:tags r:id="rId3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2503"/>
                  </a:moveTo>
                  <a:arcTo wR="317500" hR="317500" stAng="-4968000" swAng="2116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2" name="Harvey 3/100 [3]">
              <a:extLst>
                <a:ext uri="{FF2B5EF4-FFF2-40B4-BE49-F238E27FC236}">
                  <a16:creationId xmlns:a16="http://schemas.microsoft.com/office/drawing/2014/main" id="{46A461CD-8D28-4422-AF2A-8267EFA51CAD}"/>
                </a:ext>
              </a:extLst>
            </p:cNvPr>
            <p:cNvSpPr>
              <a:spLocks noChangeAspect="1"/>
            </p:cNvSpPr>
            <p:nvPr>
              <p:custDataLst>
                <p:tags r:id="rId3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5623"/>
                  </a:moveTo>
                  <a:arcTo wR="317500" hR="317500" stAng="-4752000" swAng="2095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3" name="Harvey 4/100 [4]">
              <a:extLst>
                <a:ext uri="{FF2B5EF4-FFF2-40B4-BE49-F238E27FC236}">
                  <a16:creationId xmlns:a16="http://schemas.microsoft.com/office/drawing/2014/main" id="{0A337C3A-F021-437D-9E3D-FDE5AF266029}"/>
                </a:ext>
              </a:extLst>
            </p:cNvPr>
            <p:cNvSpPr>
              <a:spLocks noChangeAspect="1"/>
            </p:cNvSpPr>
            <p:nvPr>
              <p:custDataLst>
                <p:tags r:id="rId4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9974"/>
                  </a:moveTo>
                  <a:arcTo wR="317500" hR="317500" stAng="-4536000" swAng="20735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5" name="Harvey 5/100 [5]">
              <a:extLst>
                <a:ext uri="{FF2B5EF4-FFF2-40B4-BE49-F238E27FC236}">
                  <a16:creationId xmlns:a16="http://schemas.microsoft.com/office/drawing/2014/main" id="{BDF66AF7-3D75-4118-B7E6-241B2C41B2C9}"/>
                </a:ext>
              </a:extLst>
            </p:cNvPr>
            <p:cNvSpPr>
              <a:spLocks noChangeAspect="1"/>
            </p:cNvSpPr>
            <p:nvPr>
              <p:custDataLst>
                <p:tags r:id="rId4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15539"/>
                  </a:moveTo>
                  <a:arcTo wR="317500" hR="317500" stAng="-4320000" swAng="2052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6" name="Harvey 6/100 [6]">
              <a:extLst>
                <a:ext uri="{FF2B5EF4-FFF2-40B4-BE49-F238E27FC236}">
                  <a16:creationId xmlns:a16="http://schemas.microsoft.com/office/drawing/2014/main" id="{E74E7438-4315-4097-9BA7-F0CE3252AC14}"/>
                </a:ext>
              </a:extLst>
            </p:cNvPr>
            <p:cNvSpPr>
              <a:spLocks noChangeAspect="1"/>
            </p:cNvSpPr>
            <p:nvPr>
              <p:custDataLst>
                <p:tags r:id="rId4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22295"/>
                  </a:moveTo>
                  <a:arcTo wR="317500" hR="317500" stAng="-4104000" swAng="2030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7" name="Harvey 7/100 [7]">
              <a:extLst>
                <a:ext uri="{FF2B5EF4-FFF2-40B4-BE49-F238E27FC236}">
                  <a16:creationId xmlns:a16="http://schemas.microsoft.com/office/drawing/2014/main" id="{FEBA4E91-97BB-4DAC-B193-66FA4828DB26}"/>
                </a:ext>
              </a:extLst>
            </p:cNvPr>
            <p:cNvSpPr>
              <a:spLocks noChangeAspect="1"/>
            </p:cNvSpPr>
            <p:nvPr>
              <p:custDataLst>
                <p:tags r:id="rId4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30217"/>
                  </a:moveTo>
                  <a:arcTo wR="317500" hR="317500" stAng="-3888000" swAng="2008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8" name="Harvey 8/100 [8]">
              <a:extLst>
                <a:ext uri="{FF2B5EF4-FFF2-40B4-BE49-F238E27FC236}">
                  <a16:creationId xmlns:a16="http://schemas.microsoft.com/office/drawing/2014/main" id="{EEB85E02-177B-40CF-B926-A4423CC7C827}"/>
                </a:ext>
              </a:extLst>
            </p:cNvPr>
            <p:cNvSpPr>
              <a:spLocks noChangeAspect="1"/>
            </p:cNvSpPr>
            <p:nvPr>
              <p:custDataLst>
                <p:tags r:id="rId4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39272"/>
                  </a:moveTo>
                  <a:arcTo wR="317500" hR="317500" stAng="-3672000" swAng="198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9" name="Harvey 9/100 [9]">
              <a:extLst>
                <a:ext uri="{FF2B5EF4-FFF2-40B4-BE49-F238E27FC236}">
                  <a16:creationId xmlns:a16="http://schemas.microsoft.com/office/drawing/2014/main" id="{C133BC7F-B0E3-404F-92D1-BB930C4F3311}"/>
                </a:ext>
              </a:extLst>
            </p:cNvPr>
            <p:cNvSpPr>
              <a:spLocks noChangeAspect="1"/>
            </p:cNvSpPr>
            <p:nvPr>
              <p:custDataLst>
                <p:tags r:id="rId4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49425"/>
                  </a:moveTo>
                  <a:arcTo wR="317500" hR="317500" stAng="-3456000" swAng="1965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0" name="Harvey 10/100 [10]">
              <a:extLst>
                <a:ext uri="{FF2B5EF4-FFF2-40B4-BE49-F238E27FC236}">
                  <a16:creationId xmlns:a16="http://schemas.microsoft.com/office/drawing/2014/main" id="{F2FB72A6-CDF7-48B3-A3B8-5A5FC061802C}"/>
                </a:ext>
              </a:extLst>
            </p:cNvPr>
            <p:cNvSpPr>
              <a:spLocks noChangeAspect="1"/>
            </p:cNvSpPr>
            <p:nvPr>
              <p:custDataLst>
                <p:tags r:id="rId4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60637"/>
                  </a:moveTo>
                  <a:arcTo wR="317500" hR="317500" stAng="-3240000" swAng="194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1" name="Harvey 11/100 [11]">
              <a:extLst>
                <a:ext uri="{FF2B5EF4-FFF2-40B4-BE49-F238E27FC236}">
                  <a16:creationId xmlns:a16="http://schemas.microsoft.com/office/drawing/2014/main" id="{F3110C8B-1B18-4579-AB3F-0F4A0840CF38}"/>
                </a:ext>
              </a:extLst>
            </p:cNvPr>
            <p:cNvSpPr>
              <a:spLocks noChangeAspect="1"/>
            </p:cNvSpPr>
            <p:nvPr>
              <p:custDataLst>
                <p:tags r:id="rId4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3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72862"/>
                  </a:moveTo>
                  <a:arcTo wR="317500" hR="317500" stAng="-3024000" swAng="192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2" name="Harvey 12/100 [12]">
              <a:extLst>
                <a:ext uri="{FF2B5EF4-FFF2-40B4-BE49-F238E27FC236}">
                  <a16:creationId xmlns:a16="http://schemas.microsoft.com/office/drawing/2014/main" id="{84A1B722-E5AC-45F7-9498-7FF502B6FA2B}"/>
                </a:ext>
              </a:extLst>
            </p:cNvPr>
            <p:cNvSpPr>
              <a:spLocks noChangeAspect="1"/>
            </p:cNvSpPr>
            <p:nvPr>
              <p:custDataLst>
                <p:tags r:id="rId4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5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86052"/>
                  </a:moveTo>
                  <a:arcTo wR="317500" hR="317500" stAng="-2808000" swAng="190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3" name="Harvey 13/100 [13]">
              <a:extLst>
                <a:ext uri="{FF2B5EF4-FFF2-40B4-BE49-F238E27FC236}">
                  <a16:creationId xmlns:a16="http://schemas.microsoft.com/office/drawing/2014/main" id="{A5599F20-B957-4DF9-8B04-F2B77AAF0BDB}"/>
                </a:ext>
              </a:extLst>
            </p:cNvPr>
            <p:cNvSpPr>
              <a:spLocks noChangeAspect="1"/>
            </p:cNvSpPr>
            <p:nvPr>
              <p:custDataLst>
                <p:tags r:id="rId4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8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100156"/>
                  </a:moveTo>
                  <a:arcTo wR="317500" hR="317500" stAng="-2591999" swAng="1879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4" name="Harvey 14/100 [14]">
              <a:extLst>
                <a:ext uri="{FF2B5EF4-FFF2-40B4-BE49-F238E27FC236}">
                  <a16:creationId xmlns:a16="http://schemas.microsoft.com/office/drawing/2014/main" id="{F74357FC-EB3D-46C4-B56A-5007C9F4FB84}"/>
                </a:ext>
              </a:extLst>
            </p:cNvPr>
            <p:cNvSpPr>
              <a:spLocks noChangeAspect="1"/>
            </p:cNvSpPr>
            <p:nvPr>
              <p:custDataLst>
                <p:tags r:id="rId5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0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115117"/>
                  </a:moveTo>
                  <a:arcTo wR="317500" hR="317500" stAng="-2375999" swAng="1857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5" name="Harvey 15/100 [15]">
              <a:extLst>
                <a:ext uri="{FF2B5EF4-FFF2-40B4-BE49-F238E27FC236}">
                  <a16:creationId xmlns:a16="http://schemas.microsoft.com/office/drawing/2014/main" id="{32E8E8F3-9DBC-46F4-9700-CAF071913650}"/>
                </a:ext>
              </a:extLst>
            </p:cNvPr>
            <p:cNvSpPr>
              <a:spLocks noChangeAspect="1"/>
            </p:cNvSpPr>
            <p:nvPr>
              <p:custDataLst>
                <p:tags r:id="rId5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2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130878"/>
                  </a:moveTo>
                  <a:arcTo wR="317500" hR="317500" stAng="-2160000" swAng="1836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6" name="Harvey 16/100 [16]">
              <a:extLst>
                <a:ext uri="{FF2B5EF4-FFF2-40B4-BE49-F238E27FC236}">
                  <a16:creationId xmlns:a16="http://schemas.microsoft.com/office/drawing/2014/main" id="{71360883-3CF3-4439-9568-E456C60454A8}"/>
                </a:ext>
              </a:extLst>
            </p:cNvPr>
            <p:cNvSpPr>
              <a:spLocks noChangeAspect="1"/>
            </p:cNvSpPr>
            <p:nvPr>
              <p:custDataLst>
                <p:tags r:id="rId5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4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147374"/>
                  </a:moveTo>
                  <a:arcTo wR="317500" hR="317500" stAng="-1944000" swAng="1814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7" name="Harvey 17/100 [17]">
              <a:extLst>
                <a:ext uri="{FF2B5EF4-FFF2-40B4-BE49-F238E27FC236}">
                  <a16:creationId xmlns:a16="http://schemas.microsoft.com/office/drawing/2014/main" id="{AE88FC9E-FB95-4413-AE3E-B8BF504735B5}"/>
                </a:ext>
              </a:extLst>
            </p:cNvPr>
            <p:cNvSpPr>
              <a:spLocks noChangeAspect="1"/>
            </p:cNvSpPr>
            <p:nvPr>
              <p:custDataLst>
                <p:tags r:id="rId5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6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164543"/>
                  </a:moveTo>
                  <a:arcTo wR="317500" hR="317500" stAng="-1727999" swAng="1792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8" name="Harvey 18/100 [18]">
              <a:extLst>
                <a:ext uri="{FF2B5EF4-FFF2-40B4-BE49-F238E27FC236}">
                  <a16:creationId xmlns:a16="http://schemas.microsoft.com/office/drawing/2014/main" id="{62593B83-E4BE-4CE8-9B0B-25AF9B7D4254}"/>
                </a:ext>
              </a:extLst>
            </p:cNvPr>
            <p:cNvSpPr>
              <a:spLocks noChangeAspect="1"/>
            </p:cNvSpPr>
            <p:nvPr>
              <p:custDataLst>
                <p:tags r:id="rId5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8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182315"/>
                  </a:moveTo>
                  <a:arcTo wR="317500" hR="317500" stAng="-1512000" swAng="1771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9" name="Harvey 19/100 [19]">
              <a:extLst>
                <a:ext uri="{FF2B5EF4-FFF2-40B4-BE49-F238E27FC236}">
                  <a16:creationId xmlns:a16="http://schemas.microsoft.com/office/drawing/2014/main" id="{CD41838E-0172-403D-9B68-FD51310F5400}"/>
                </a:ext>
              </a:extLst>
            </p:cNvPr>
            <p:cNvSpPr>
              <a:spLocks noChangeAspect="1"/>
            </p:cNvSpPr>
            <p:nvPr>
              <p:custDataLst>
                <p:tags r:id="rId5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1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200620"/>
                  </a:moveTo>
                  <a:arcTo wR="317500" hR="317500" stAng="-1295999" swAng="174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0" name="Harvey 20/100 [20]">
              <a:extLst>
                <a:ext uri="{FF2B5EF4-FFF2-40B4-BE49-F238E27FC236}">
                  <a16:creationId xmlns:a16="http://schemas.microsoft.com/office/drawing/2014/main" id="{EDE3F4CF-CB3E-40C2-B070-AC09F1E8FBD5}"/>
                </a:ext>
              </a:extLst>
            </p:cNvPr>
            <p:cNvSpPr>
              <a:spLocks noChangeAspect="1"/>
            </p:cNvSpPr>
            <p:nvPr>
              <p:custDataLst>
                <p:tags r:id="rId5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219387"/>
                  </a:moveTo>
                  <a:arcTo wR="317500" hR="317500" stAng="-1080000" swAng="172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1" name="Harvey 21/100 [21]">
              <a:extLst>
                <a:ext uri="{FF2B5EF4-FFF2-40B4-BE49-F238E27FC236}">
                  <a16:creationId xmlns:a16="http://schemas.microsoft.com/office/drawing/2014/main" id="{CD8E25E7-83D2-4F78-92A7-435281704491}"/>
                </a:ext>
              </a:extLst>
            </p:cNvPr>
            <p:cNvSpPr>
              <a:spLocks noChangeAspect="1"/>
            </p:cNvSpPr>
            <p:nvPr>
              <p:custDataLst>
                <p:tags r:id="rId5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5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238540"/>
                  </a:moveTo>
                  <a:arcTo wR="317500" hR="317500" stAng="-864000" swAng="170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2" name="Harvey 22/100 [22]">
              <a:extLst>
                <a:ext uri="{FF2B5EF4-FFF2-40B4-BE49-F238E27FC236}">
                  <a16:creationId xmlns:a16="http://schemas.microsoft.com/office/drawing/2014/main" id="{C6A696FB-9EFC-47F6-9860-247C48C1FC3D}"/>
                </a:ext>
              </a:extLst>
            </p:cNvPr>
            <p:cNvSpPr>
              <a:spLocks noChangeAspect="1"/>
            </p:cNvSpPr>
            <p:nvPr>
              <p:custDataLst>
                <p:tags r:id="rId5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7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258006"/>
                  </a:moveTo>
                  <a:arcTo wR="317500" hR="317500" stAng="-647999" swAng="168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3" name="Harvey 23/100 [23]">
              <a:extLst>
                <a:ext uri="{FF2B5EF4-FFF2-40B4-BE49-F238E27FC236}">
                  <a16:creationId xmlns:a16="http://schemas.microsoft.com/office/drawing/2014/main" id="{252958D2-EE89-4FBF-BF7B-C8AFAD704413}"/>
                </a:ext>
              </a:extLst>
            </p:cNvPr>
            <p:cNvSpPr>
              <a:spLocks noChangeAspect="1"/>
            </p:cNvSpPr>
            <p:nvPr>
              <p:custDataLst>
                <p:tags r:id="rId5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9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277706"/>
                  </a:moveTo>
                  <a:arcTo wR="317500" hR="317500" stAng="-432000" swAng="166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4" name="Harvey 24/100 [24]">
              <a:extLst>
                <a:ext uri="{FF2B5EF4-FFF2-40B4-BE49-F238E27FC236}">
                  <a16:creationId xmlns:a16="http://schemas.microsoft.com/office/drawing/2014/main" id="{314E82DC-04B6-406C-9D65-1115F4D2AA22}"/>
                </a:ext>
              </a:extLst>
            </p:cNvPr>
            <p:cNvSpPr>
              <a:spLocks noChangeAspect="1"/>
            </p:cNvSpPr>
            <p:nvPr>
              <p:custDataLst>
                <p:tags r:id="rId6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1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297564"/>
                  </a:moveTo>
                  <a:arcTo wR="317500" hR="317500" stAng="-216000" swAng="164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5" name="Harvey 25/100 [25]">
              <a:extLst>
                <a:ext uri="{FF2B5EF4-FFF2-40B4-BE49-F238E27FC236}">
                  <a16:creationId xmlns:a16="http://schemas.microsoft.com/office/drawing/2014/main" id="{669D1B60-A74F-4296-8610-F3DCDDC15022}"/>
                </a:ext>
              </a:extLst>
            </p:cNvPr>
            <p:cNvSpPr>
              <a:spLocks noChangeAspect="1"/>
            </p:cNvSpPr>
            <p:nvPr>
              <p:custDataLst>
                <p:tags r:id="rId6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6" name="Harvey 26/100 [26]">
              <a:extLst>
                <a:ext uri="{FF2B5EF4-FFF2-40B4-BE49-F238E27FC236}">
                  <a16:creationId xmlns:a16="http://schemas.microsoft.com/office/drawing/2014/main" id="{FF6DD112-04B6-4656-AB9D-1F9950FEE2D9}"/>
                </a:ext>
              </a:extLst>
            </p:cNvPr>
            <p:cNvSpPr>
              <a:spLocks noChangeAspect="1"/>
            </p:cNvSpPr>
            <p:nvPr>
              <p:custDataLst>
                <p:tags r:id="rId6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6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337435"/>
                  </a:moveTo>
                  <a:arcTo wR="317500" hR="317500" stAng="216000" swAng="1598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7" name="Harvey 27/100 [27]">
              <a:extLst>
                <a:ext uri="{FF2B5EF4-FFF2-40B4-BE49-F238E27FC236}">
                  <a16:creationId xmlns:a16="http://schemas.microsoft.com/office/drawing/2014/main" id="{E2928B53-FC5C-427C-AE65-9286773D84B2}"/>
                </a:ext>
              </a:extLst>
            </p:cNvPr>
            <p:cNvSpPr>
              <a:spLocks noChangeAspect="1"/>
            </p:cNvSpPr>
            <p:nvPr>
              <p:custDataLst>
                <p:tags r:id="rId6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8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357293"/>
                  </a:moveTo>
                  <a:arcTo wR="317500" hR="317500" stAng="432000" swAng="1576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8" name="Harvey 28/100 [28]">
              <a:extLst>
                <a:ext uri="{FF2B5EF4-FFF2-40B4-BE49-F238E27FC236}">
                  <a16:creationId xmlns:a16="http://schemas.microsoft.com/office/drawing/2014/main" id="{D8CF4F20-8FEC-47FF-9B86-E818143B2C19}"/>
                </a:ext>
              </a:extLst>
            </p:cNvPr>
            <p:cNvSpPr>
              <a:spLocks noChangeAspect="1"/>
            </p:cNvSpPr>
            <p:nvPr>
              <p:custDataLst>
                <p:tags r:id="rId6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0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376993"/>
                  </a:moveTo>
                  <a:arcTo wR="317500" hR="317500" stAng="648000" swAng="1555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9" name="Harvey 29/100 [29]">
              <a:extLst>
                <a:ext uri="{FF2B5EF4-FFF2-40B4-BE49-F238E27FC236}">
                  <a16:creationId xmlns:a16="http://schemas.microsoft.com/office/drawing/2014/main" id="{E1AF074D-4599-4D0E-8078-66303FEBDE44}"/>
                </a:ext>
              </a:extLst>
            </p:cNvPr>
            <p:cNvSpPr>
              <a:spLocks noChangeAspect="1"/>
            </p:cNvSpPr>
            <p:nvPr>
              <p:custDataLst>
                <p:tags r:id="rId6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26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396459"/>
                  </a:moveTo>
                  <a:arcTo wR="317500" hR="317500" stAng="863999" swAng="1533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0" name="Harvey 30/100 [30]">
              <a:extLst>
                <a:ext uri="{FF2B5EF4-FFF2-40B4-BE49-F238E27FC236}">
                  <a16:creationId xmlns:a16="http://schemas.microsoft.com/office/drawing/2014/main" id="{2DF9C982-C062-4899-8A5F-20F49AD9E1B5}"/>
                </a:ext>
              </a:extLst>
            </p:cNvPr>
            <p:cNvSpPr>
              <a:spLocks noChangeAspect="1"/>
            </p:cNvSpPr>
            <p:nvPr>
              <p:custDataLst>
                <p:tags r:id="rId6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415612"/>
                  </a:moveTo>
                  <a:arcTo wR="317500" hR="317500" stAng="1080000" swAng="1511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1" name="Harvey 31/100 [31]">
              <a:extLst>
                <a:ext uri="{FF2B5EF4-FFF2-40B4-BE49-F238E27FC236}">
                  <a16:creationId xmlns:a16="http://schemas.microsoft.com/office/drawing/2014/main" id="{E98CD797-9DD9-4143-9058-D1ABF95E7406}"/>
                </a:ext>
              </a:extLst>
            </p:cNvPr>
            <p:cNvSpPr>
              <a:spLocks noChangeAspect="1"/>
            </p:cNvSpPr>
            <p:nvPr>
              <p:custDataLst>
                <p:tags r:id="rId6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6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434379"/>
                  </a:moveTo>
                  <a:arcTo wR="317500" hR="317500" stAng="1295999" swAng="1490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2" name="Harvey 32/100 [32]">
              <a:extLst>
                <a:ext uri="{FF2B5EF4-FFF2-40B4-BE49-F238E27FC236}">
                  <a16:creationId xmlns:a16="http://schemas.microsoft.com/office/drawing/2014/main" id="{39029FE4-844F-47DA-8FEF-FB68673FF10C}"/>
                </a:ext>
              </a:extLst>
            </p:cNvPr>
            <p:cNvSpPr>
              <a:spLocks noChangeAspect="1"/>
            </p:cNvSpPr>
            <p:nvPr>
              <p:custDataLst>
                <p:tags r:id="rId6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9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452684"/>
                  </a:moveTo>
                  <a:arcTo wR="317500" hR="317500" stAng="1512000" swAng="1468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3" name="Harvey 33/100 [33]">
              <a:extLst>
                <a:ext uri="{FF2B5EF4-FFF2-40B4-BE49-F238E27FC236}">
                  <a16:creationId xmlns:a16="http://schemas.microsoft.com/office/drawing/2014/main" id="{B99AA4D4-9C74-447B-89EF-8FD268FF95EE}"/>
                </a:ext>
              </a:extLst>
            </p:cNvPr>
            <p:cNvSpPr>
              <a:spLocks noChangeAspect="1"/>
            </p:cNvSpPr>
            <p:nvPr>
              <p:custDataLst>
                <p:tags r:id="rId6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1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470456"/>
                  </a:moveTo>
                  <a:arcTo wR="317500" hR="317500" stAng="1728000" swAng="144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4" name="Harvey 34/100 [34]">
              <a:extLst>
                <a:ext uri="{FF2B5EF4-FFF2-40B4-BE49-F238E27FC236}">
                  <a16:creationId xmlns:a16="http://schemas.microsoft.com/office/drawing/2014/main" id="{0880CCDE-4DDE-49A8-AFB2-FDDCE314B4D3}"/>
                </a:ext>
              </a:extLst>
            </p:cNvPr>
            <p:cNvSpPr>
              <a:spLocks noChangeAspect="1"/>
            </p:cNvSpPr>
            <p:nvPr>
              <p:custDataLst>
                <p:tags r:id="rId7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3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487625"/>
                  </a:moveTo>
                  <a:arcTo wR="317500" hR="317500" stAng="1944000" swAng="14255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5" name="Harvey 35/100 [35]">
              <a:extLst>
                <a:ext uri="{FF2B5EF4-FFF2-40B4-BE49-F238E27FC236}">
                  <a16:creationId xmlns:a16="http://schemas.microsoft.com/office/drawing/2014/main" id="{F37E834A-F9D8-4623-BC85-60359856CCD0}"/>
                </a:ext>
              </a:extLst>
            </p:cNvPr>
            <p:cNvSpPr>
              <a:spLocks noChangeAspect="1"/>
            </p:cNvSpPr>
            <p:nvPr>
              <p:custDataLst>
                <p:tags r:id="rId7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55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504121"/>
                  </a:moveTo>
                  <a:arcTo wR="317500" hR="317500" stAng="2159999" swAng="140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6" name="Harvey 36/100 [36]">
              <a:extLst>
                <a:ext uri="{FF2B5EF4-FFF2-40B4-BE49-F238E27FC236}">
                  <a16:creationId xmlns:a16="http://schemas.microsoft.com/office/drawing/2014/main" id="{15163940-B229-4368-B727-3714123C78AB}"/>
                </a:ext>
              </a:extLst>
            </p:cNvPr>
            <p:cNvSpPr>
              <a:spLocks noChangeAspect="1"/>
            </p:cNvSpPr>
            <p:nvPr>
              <p:custDataLst>
                <p:tags r:id="rId7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7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519882"/>
                  </a:moveTo>
                  <a:arcTo wR="317500" hR="317500" stAng="2375999" swAng="138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7" name="Harvey 37/100 [37]">
              <a:extLst>
                <a:ext uri="{FF2B5EF4-FFF2-40B4-BE49-F238E27FC236}">
                  <a16:creationId xmlns:a16="http://schemas.microsoft.com/office/drawing/2014/main" id="{64BAECDC-27C7-4333-B9D8-59DE42A1B1AA}"/>
                </a:ext>
              </a:extLst>
            </p:cNvPr>
            <p:cNvSpPr>
              <a:spLocks noChangeAspect="1"/>
            </p:cNvSpPr>
            <p:nvPr>
              <p:custDataLst>
                <p:tags r:id="rId7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9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534843"/>
                  </a:moveTo>
                  <a:arcTo wR="317500" hR="317500" stAng="2591999" swAng="136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8" name="Harvey 38/100 [38]">
              <a:extLst>
                <a:ext uri="{FF2B5EF4-FFF2-40B4-BE49-F238E27FC236}">
                  <a16:creationId xmlns:a16="http://schemas.microsoft.com/office/drawing/2014/main" id="{4F018A0A-A74A-4E47-BC47-203679D4F8C0}"/>
                </a:ext>
              </a:extLst>
            </p:cNvPr>
            <p:cNvSpPr>
              <a:spLocks noChangeAspect="1"/>
            </p:cNvSpPr>
            <p:nvPr>
              <p:custDataLst>
                <p:tags r:id="rId7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2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548947"/>
                  </a:moveTo>
                  <a:arcTo wR="317500" hR="317500" stAng="2808000" swAng="1339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9" name="Harvey 39/100 [39]">
              <a:extLst>
                <a:ext uri="{FF2B5EF4-FFF2-40B4-BE49-F238E27FC236}">
                  <a16:creationId xmlns:a16="http://schemas.microsoft.com/office/drawing/2014/main" id="{ACA75957-9FDB-46A2-82EC-77103CBEAC52}"/>
                </a:ext>
              </a:extLst>
            </p:cNvPr>
            <p:cNvSpPr>
              <a:spLocks noChangeAspect="1"/>
            </p:cNvSpPr>
            <p:nvPr>
              <p:custDataLst>
                <p:tags r:id="rId7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4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562137"/>
                  </a:moveTo>
                  <a:arcTo wR="317500" hR="317500" stAng="3024000" swAng="1317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0" name="Harvey 40/100 [40]">
              <a:extLst>
                <a:ext uri="{FF2B5EF4-FFF2-40B4-BE49-F238E27FC236}">
                  <a16:creationId xmlns:a16="http://schemas.microsoft.com/office/drawing/2014/main" id="{025DFA7F-A073-422A-8D20-E27D1ABE4342}"/>
                </a:ext>
              </a:extLst>
            </p:cNvPr>
            <p:cNvSpPr>
              <a:spLocks noChangeAspect="1"/>
            </p:cNvSpPr>
            <p:nvPr>
              <p:custDataLst>
                <p:tags r:id="rId7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574362"/>
                  </a:moveTo>
                  <a:arcTo wR="317500" hR="317500" stAng="3240000" swAng="1296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1" name="Harvey 41/100 [41]">
              <a:extLst>
                <a:ext uri="{FF2B5EF4-FFF2-40B4-BE49-F238E27FC236}">
                  <a16:creationId xmlns:a16="http://schemas.microsoft.com/office/drawing/2014/main" id="{BF311CE9-A4CB-4965-8F0F-5B6811E9FB20}"/>
                </a:ext>
              </a:extLst>
            </p:cNvPr>
            <p:cNvSpPr>
              <a:spLocks noChangeAspect="1"/>
            </p:cNvSpPr>
            <p:nvPr>
              <p:custDataLst>
                <p:tags r:id="rId7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8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585574"/>
                  </a:moveTo>
                  <a:arcTo wR="317500" hR="317500" stAng="3455999" swAng="1274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2" name="Harvey 42/100 [42]">
              <a:extLst>
                <a:ext uri="{FF2B5EF4-FFF2-40B4-BE49-F238E27FC236}">
                  <a16:creationId xmlns:a16="http://schemas.microsoft.com/office/drawing/2014/main" id="{1B415A3D-1E85-4E6A-8BAB-3BB56600BA4F}"/>
                </a:ext>
              </a:extLst>
            </p:cNvPr>
            <p:cNvSpPr>
              <a:spLocks noChangeAspect="1"/>
            </p:cNvSpPr>
            <p:nvPr>
              <p:custDataLst>
                <p:tags r:id="rId7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0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595727"/>
                  </a:moveTo>
                  <a:arcTo wR="317500" hR="317500" stAng="3671999" swAng="1252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3" name="Harvey 43/100 [43]">
              <a:extLst>
                <a:ext uri="{FF2B5EF4-FFF2-40B4-BE49-F238E27FC236}">
                  <a16:creationId xmlns:a16="http://schemas.microsoft.com/office/drawing/2014/main" id="{7EAD6077-4487-4E7D-846D-445E65B5291C}"/>
                </a:ext>
              </a:extLst>
            </p:cNvPr>
            <p:cNvSpPr>
              <a:spLocks noChangeAspect="1"/>
            </p:cNvSpPr>
            <p:nvPr>
              <p:custDataLst>
                <p:tags r:id="rId7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2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604782"/>
                  </a:moveTo>
                  <a:arcTo wR="317500" hR="317500" stAng="3888000" swAng="1231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4" name="Harvey 44/100 [44]">
              <a:extLst>
                <a:ext uri="{FF2B5EF4-FFF2-40B4-BE49-F238E27FC236}">
                  <a16:creationId xmlns:a16="http://schemas.microsoft.com/office/drawing/2014/main" id="{4B57ADAF-4A83-4CB4-8920-E2B9F994E83E}"/>
                </a:ext>
              </a:extLst>
            </p:cNvPr>
            <p:cNvSpPr>
              <a:spLocks noChangeAspect="1"/>
            </p:cNvSpPr>
            <p:nvPr>
              <p:custDataLst>
                <p:tags r:id="rId8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5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612704"/>
                  </a:moveTo>
                  <a:arcTo wR="317500" hR="317500" stAng="4104000" swAng="120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5" name="Harvey 45/100 [45]">
              <a:extLst>
                <a:ext uri="{FF2B5EF4-FFF2-40B4-BE49-F238E27FC236}">
                  <a16:creationId xmlns:a16="http://schemas.microsoft.com/office/drawing/2014/main" id="{FF3E5416-AC43-4CBB-A32A-A966ED03106F}"/>
                </a:ext>
              </a:extLst>
            </p:cNvPr>
            <p:cNvSpPr>
              <a:spLocks noChangeAspect="1"/>
            </p:cNvSpPr>
            <p:nvPr>
              <p:custDataLst>
                <p:tags r:id="rId8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7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619460"/>
                  </a:moveTo>
                  <a:arcTo wR="317500" hR="317500" stAng="4320000" swAng="118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6" name="Harvey 46/100 [46]">
              <a:extLst>
                <a:ext uri="{FF2B5EF4-FFF2-40B4-BE49-F238E27FC236}">
                  <a16:creationId xmlns:a16="http://schemas.microsoft.com/office/drawing/2014/main" id="{49AFF9C1-C19A-487C-A4C1-47DA87277C3B}"/>
                </a:ext>
              </a:extLst>
            </p:cNvPr>
            <p:cNvSpPr>
              <a:spLocks noChangeAspect="1"/>
            </p:cNvSpPr>
            <p:nvPr>
              <p:custDataLst>
                <p:tags r:id="rId8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9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625025"/>
                  </a:moveTo>
                  <a:arcTo wR="317500" hR="317500" stAng="4536000" swAng="116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7" name="Harvey 47/100 [47]">
              <a:extLst>
                <a:ext uri="{FF2B5EF4-FFF2-40B4-BE49-F238E27FC236}">
                  <a16:creationId xmlns:a16="http://schemas.microsoft.com/office/drawing/2014/main" id="{F35AEE09-D82F-438F-9D01-96C6876241F1}"/>
                </a:ext>
              </a:extLst>
            </p:cNvPr>
            <p:cNvSpPr>
              <a:spLocks noChangeAspect="1"/>
            </p:cNvSpPr>
            <p:nvPr>
              <p:custDataLst>
                <p:tags r:id="rId8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1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629376"/>
                  </a:moveTo>
                  <a:arcTo wR="317500" hR="317500" stAng="4751999" swAng="114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8" name="Harvey 48/100 [48]">
              <a:extLst>
                <a:ext uri="{FF2B5EF4-FFF2-40B4-BE49-F238E27FC236}">
                  <a16:creationId xmlns:a16="http://schemas.microsoft.com/office/drawing/2014/main" id="{4FC3325B-EEB2-4420-9715-1149CEACE9AC}"/>
                </a:ext>
              </a:extLst>
            </p:cNvPr>
            <p:cNvSpPr>
              <a:spLocks noChangeAspect="1"/>
            </p:cNvSpPr>
            <p:nvPr>
              <p:custDataLst>
                <p:tags r:id="rId8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36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632496"/>
                  </a:moveTo>
                  <a:arcTo wR="317500" hR="317500" stAng="4967999" swAng="112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9" name="Harvey 49/100 [49]">
              <a:extLst>
                <a:ext uri="{FF2B5EF4-FFF2-40B4-BE49-F238E27FC236}">
                  <a16:creationId xmlns:a16="http://schemas.microsoft.com/office/drawing/2014/main" id="{3BE00D50-8FCE-4E11-AA24-10B621732F20}"/>
                </a:ext>
              </a:extLst>
            </p:cNvPr>
            <p:cNvSpPr>
              <a:spLocks noChangeAspect="1"/>
            </p:cNvSpPr>
            <p:nvPr>
              <p:custDataLst>
                <p:tags r:id="rId8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5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34373"/>
                  </a:moveTo>
                  <a:arcTo wR="317500" hR="317500" stAng="5184000" swAng="110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0" name="Harvey 50/100 [50]">
              <a:extLst>
                <a:ext uri="{FF2B5EF4-FFF2-40B4-BE49-F238E27FC236}">
                  <a16:creationId xmlns:a16="http://schemas.microsoft.com/office/drawing/2014/main" id="{97083993-8BFD-443F-A3A3-D28EF389CE2B}"/>
                </a:ext>
              </a:extLst>
            </p:cNvPr>
            <p:cNvSpPr>
              <a:spLocks noChangeAspect="1"/>
            </p:cNvSpPr>
            <p:nvPr>
              <p:custDataLst>
                <p:tags r:id="rId8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1" name="Harvey 51/100 [51]">
              <a:extLst>
                <a:ext uri="{FF2B5EF4-FFF2-40B4-BE49-F238E27FC236}">
                  <a16:creationId xmlns:a16="http://schemas.microsoft.com/office/drawing/2014/main" id="{BDE38762-18E9-47FF-895E-325F5976ECAA}"/>
                </a:ext>
              </a:extLst>
            </p:cNvPr>
            <p:cNvSpPr>
              <a:spLocks noChangeAspect="1"/>
            </p:cNvSpPr>
            <p:nvPr>
              <p:custDataLst>
                <p:tags r:id="rId8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0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34373"/>
                  </a:moveTo>
                  <a:arcTo wR="317500" hR="317500" stAng="5616000" swAng="1058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2" name="Harvey 52/100 [52]">
              <a:extLst>
                <a:ext uri="{FF2B5EF4-FFF2-40B4-BE49-F238E27FC236}">
                  <a16:creationId xmlns:a16="http://schemas.microsoft.com/office/drawing/2014/main" id="{785EAA21-FBCD-46DC-8430-7AB12F5A66AF}"/>
                </a:ext>
              </a:extLst>
            </p:cNvPr>
            <p:cNvSpPr>
              <a:spLocks noChangeAspect="1"/>
            </p:cNvSpPr>
            <p:nvPr>
              <p:custDataLst>
                <p:tags r:id="rId8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2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632496"/>
                  </a:moveTo>
                  <a:arcTo wR="317500" hR="317500" stAng="5832000" swAng="1036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3" name="Harvey 53/100 [53]">
              <a:extLst>
                <a:ext uri="{FF2B5EF4-FFF2-40B4-BE49-F238E27FC236}">
                  <a16:creationId xmlns:a16="http://schemas.microsoft.com/office/drawing/2014/main" id="{858D54BA-F4A5-4C67-830E-E85FF6EE735D}"/>
                </a:ext>
              </a:extLst>
            </p:cNvPr>
            <p:cNvSpPr>
              <a:spLocks noChangeAspect="1"/>
            </p:cNvSpPr>
            <p:nvPr>
              <p:custDataLst>
                <p:tags r:id="rId8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4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629376"/>
                  </a:moveTo>
                  <a:arcTo wR="317500" hR="317500" stAng="6048000" swAng="1015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4" name="Harvey 54/100 [54]">
              <a:extLst>
                <a:ext uri="{FF2B5EF4-FFF2-40B4-BE49-F238E27FC236}">
                  <a16:creationId xmlns:a16="http://schemas.microsoft.com/office/drawing/2014/main" id="{AC41BD7B-E1FA-4AED-B11C-E03936A672E6}"/>
                </a:ext>
              </a:extLst>
            </p:cNvPr>
            <p:cNvSpPr>
              <a:spLocks noChangeAspect="1"/>
            </p:cNvSpPr>
            <p:nvPr>
              <p:custDataLst>
                <p:tags r:id="rId9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6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625025"/>
                  </a:moveTo>
                  <a:arcTo wR="317500" hR="317500" stAng="6264000" swAng="993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5" name="Harvey 55/100 [55]">
              <a:extLst>
                <a:ext uri="{FF2B5EF4-FFF2-40B4-BE49-F238E27FC236}">
                  <a16:creationId xmlns:a16="http://schemas.microsoft.com/office/drawing/2014/main" id="{BAF901A0-5FD1-4B29-9AF9-DB8B19412429}"/>
                </a:ext>
              </a:extLst>
            </p:cNvPr>
            <p:cNvSpPr>
              <a:spLocks noChangeAspect="1"/>
            </p:cNvSpPr>
            <p:nvPr>
              <p:custDataLst>
                <p:tags r:id="rId9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8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619460"/>
                  </a:moveTo>
                  <a:arcTo wR="317500" hR="317500" stAng="6480000" swAng="971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6" name="Harvey 56/100 [56]">
              <a:extLst>
                <a:ext uri="{FF2B5EF4-FFF2-40B4-BE49-F238E27FC236}">
                  <a16:creationId xmlns:a16="http://schemas.microsoft.com/office/drawing/2014/main" id="{3EFF555D-6B7F-481F-ADC2-746953BA7F97}"/>
                </a:ext>
              </a:extLst>
            </p:cNvPr>
            <p:cNvSpPr>
              <a:spLocks noChangeAspect="1"/>
            </p:cNvSpPr>
            <p:nvPr>
              <p:custDataLst>
                <p:tags r:id="rId9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0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612704"/>
                  </a:moveTo>
                  <a:arcTo wR="317500" hR="317500" stAng="6696000" swAng="950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7" name="Harvey 57/100 [57]">
              <a:extLst>
                <a:ext uri="{FF2B5EF4-FFF2-40B4-BE49-F238E27FC236}">
                  <a16:creationId xmlns:a16="http://schemas.microsoft.com/office/drawing/2014/main" id="{A4D3BE31-8C07-4912-AB8B-8331A665C238}"/>
                </a:ext>
              </a:extLst>
            </p:cNvPr>
            <p:cNvSpPr>
              <a:spLocks noChangeAspect="1"/>
            </p:cNvSpPr>
            <p:nvPr>
              <p:custDataLst>
                <p:tags r:id="rId9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3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604782"/>
                  </a:moveTo>
                  <a:arcTo wR="317500" hR="317500" stAng="6911999" swAng="928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8" name="Harvey 58/100 [58]">
              <a:extLst>
                <a:ext uri="{FF2B5EF4-FFF2-40B4-BE49-F238E27FC236}">
                  <a16:creationId xmlns:a16="http://schemas.microsoft.com/office/drawing/2014/main" id="{E7B5A5D9-6DD2-4B0A-9557-7A7AF774103E}"/>
                </a:ext>
              </a:extLst>
            </p:cNvPr>
            <p:cNvSpPr>
              <a:spLocks noChangeAspect="1"/>
            </p:cNvSpPr>
            <p:nvPr>
              <p:custDataLst>
                <p:tags r:id="rId9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52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595727"/>
                  </a:moveTo>
                  <a:arcTo wR="317500" hR="317500" stAng="7127999" swAng="90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9" name="Harvey 59/100 [59]">
              <a:extLst>
                <a:ext uri="{FF2B5EF4-FFF2-40B4-BE49-F238E27FC236}">
                  <a16:creationId xmlns:a16="http://schemas.microsoft.com/office/drawing/2014/main" id="{88458C0E-D234-4C86-A6CC-B8CD6C445F00}"/>
                </a:ext>
              </a:extLst>
            </p:cNvPr>
            <p:cNvSpPr>
              <a:spLocks noChangeAspect="1"/>
            </p:cNvSpPr>
            <p:nvPr>
              <p:custDataLst>
                <p:tags r:id="rId9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74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585574"/>
                  </a:moveTo>
                  <a:arcTo wR="317500" hR="317500" stAng="7343999" swAng="885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0" name="Harvey 60/100 [60]">
              <a:extLst>
                <a:ext uri="{FF2B5EF4-FFF2-40B4-BE49-F238E27FC236}">
                  <a16:creationId xmlns:a16="http://schemas.microsoft.com/office/drawing/2014/main" id="{0924D2C6-D224-49FD-A4B8-312AFD605E78}"/>
                </a:ext>
              </a:extLst>
            </p:cNvPr>
            <p:cNvSpPr>
              <a:spLocks noChangeAspect="1"/>
            </p:cNvSpPr>
            <p:nvPr>
              <p:custDataLst>
                <p:tags r:id="rId9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574362"/>
                  </a:moveTo>
                  <a:arcTo wR="317500" hR="317500" stAng="7560000" swAng="86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1" name="Harvey 61/100 [61]">
              <a:extLst>
                <a:ext uri="{FF2B5EF4-FFF2-40B4-BE49-F238E27FC236}">
                  <a16:creationId xmlns:a16="http://schemas.microsoft.com/office/drawing/2014/main" id="{F9FB23C2-D568-49AC-B8FD-0480EB019739}"/>
                </a:ext>
              </a:extLst>
            </p:cNvPr>
            <p:cNvSpPr>
              <a:spLocks noChangeAspect="1"/>
            </p:cNvSpPr>
            <p:nvPr>
              <p:custDataLst>
                <p:tags r:id="rId9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1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562137"/>
                  </a:moveTo>
                  <a:arcTo wR="317500" hR="317500" stAng="7776000" swAng="84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2" name="Harvey 62/100 [62]">
              <a:extLst>
                <a:ext uri="{FF2B5EF4-FFF2-40B4-BE49-F238E27FC236}">
                  <a16:creationId xmlns:a16="http://schemas.microsoft.com/office/drawing/2014/main" id="{9EF3159D-F4FB-4032-BCCB-55E6ED5EEFC7}"/>
                </a:ext>
              </a:extLst>
            </p:cNvPr>
            <p:cNvSpPr>
              <a:spLocks noChangeAspect="1"/>
            </p:cNvSpPr>
            <p:nvPr>
              <p:custDataLst>
                <p:tags r:id="rId9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3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548947"/>
                  </a:moveTo>
                  <a:arcTo wR="317500" hR="317500" stAng="7991999" swAng="82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3" name="Harvey 63/100 [63]">
              <a:extLst>
                <a:ext uri="{FF2B5EF4-FFF2-40B4-BE49-F238E27FC236}">
                  <a16:creationId xmlns:a16="http://schemas.microsoft.com/office/drawing/2014/main" id="{9362C8EA-6D15-4E0C-8AE9-B1B50EB297B8}"/>
                </a:ext>
              </a:extLst>
            </p:cNvPr>
            <p:cNvSpPr>
              <a:spLocks noChangeAspect="1"/>
            </p:cNvSpPr>
            <p:nvPr>
              <p:custDataLst>
                <p:tags r:id="rId9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6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534843"/>
                  </a:moveTo>
                  <a:arcTo wR="317500" hR="317500" stAng="8208000" swAng="799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4" name="Harvey 64/100 [64]">
              <a:extLst>
                <a:ext uri="{FF2B5EF4-FFF2-40B4-BE49-F238E27FC236}">
                  <a16:creationId xmlns:a16="http://schemas.microsoft.com/office/drawing/2014/main" id="{91EB375D-1444-4BE3-A696-66272A1564CD}"/>
                </a:ext>
              </a:extLst>
            </p:cNvPr>
            <p:cNvSpPr>
              <a:spLocks noChangeAspect="1"/>
            </p:cNvSpPr>
            <p:nvPr>
              <p:custDataLst>
                <p:tags r:id="rId10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8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519882"/>
                  </a:moveTo>
                  <a:arcTo wR="317500" hR="317500" stAng="8424000" swAng="777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5" name="Harvey 65/100 [65]">
              <a:extLst>
                <a:ext uri="{FF2B5EF4-FFF2-40B4-BE49-F238E27FC236}">
                  <a16:creationId xmlns:a16="http://schemas.microsoft.com/office/drawing/2014/main" id="{9A3002B1-5D17-4BCB-9A44-B2FB4025D02F}"/>
                </a:ext>
              </a:extLst>
            </p:cNvPr>
            <p:cNvSpPr>
              <a:spLocks noChangeAspect="1"/>
            </p:cNvSpPr>
            <p:nvPr>
              <p:custDataLst>
                <p:tags r:id="rId10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0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504121"/>
                  </a:moveTo>
                  <a:arcTo wR="317500" hR="317500" stAng="8640000" swAng="755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6" name="Harvey 66/100 [66]">
              <a:extLst>
                <a:ext uri="{FF2B5EF4-FFF2-40B4-BE49-F238E27FC236}">
                  <a16:creationId xmlns:a16="http://schemas.microsoft.com/office/drawing/2014/main" id="{E5F2FDE4-04B2-4A45-A685-14E0C51883A5}"/>
                </a:ext>
              </a:extLst>
            </p:cNvPr>
            <p:cNvSpPr>
              <a:spLocks noChangeAspect="1"/>
            </p:cNvSpPr>
            <p:nvPr>
              <p:custDataLst>
                <p:tags r:id="rId10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2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487625"/>
                  </a:moveTo>
                  <a:arcTo wR="317500" hR="317500" stAng="8856000" swAng="734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7" name="Harvey 67/100 [67]">
              <a:extLst>
                <a:ext uri="{FF2B5EF4-FFF2-40B4-BE49-F238E27FC236}">
                  <a16:creationId xmlns:a16="http://schemas.microsoft.com/office/drawing/2014/main" id="{D399A169-3845-4CD5-A62C-F4586F1FAFE8}"/>
                </a:ext>
              </a:extLst>
            </p:cNvPr>
            <p:cNvSpPr>
              <a:spLocks noChangeAspect="1"/>
            </p:cNvSpPr>
            <p:nvPr>
              <p:custDataLst>
                <p:tags r:id="rId10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470456"/>
                  </a:moveTo>
                  <a:arcTo wR="317500" hR="317500" stAng="9072000" swAng="712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8" name="Harvey 68/100 [68]">
              <a:extLst>
                <a:ext uri="{FF2B5EF4-FFF2-40B4-BE49-F238E27FC236}">
                  <a16:creationId xmlns:a16="http://schemas.microsoft.com/office/drawing/2014/main" id="{E12F5173-9960-47F5-9A91-B043294E14CB}"/>
                </a:ext>
              </a:extLst>
            </p:cNvPr>
            <p:cNvSpPr>
              <a:spLocks noChangeAspect="1"/>
            </p:cNvSpPr>
            <p:nvPr>
              <p:custDataLst>
                <p:tags r:id="rId10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6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452684"/>
                  </a:moveTo>
                  <a:arcTo wR="317500" hR="317500" stAng="9288000" swAng="691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9" name="Harvey 69/100 [69]">
              <a:extLst>
                <a:ext uri="{FF2B5EF4-FFF2-40B4-BE49-F238E27FC236}">
                  <a16:creationId xmlns:a16="http://schemas.microsoft.com/office/drawing/2014/main" id="{DD9B9229-3D3A-4706-BEEC-04C19A30C5C3}"/>
                </a:ext>
              </a:extLst>
            </p:cNvPr>
            <p:cNvSpPr>
              <a:spLocks noChangeAspect="1"/>
            </p:cNvSpPr>
            <p:nvPr>
              <p:custDataLst>
                <p:tags r:id="rId10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90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434379"/>
                  </a:moveTo>
                  <a:arcTo wR="317500" hR="317500" stAng="9503999" swAng="66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0" name="Harvey 70/100 [70]">
              <a:extLst>
                <a:ext uri="{FF2B5EF4-FFF2-40B4-BE49-F238E27FC236}">
                  <a16:creationId xmlns:a16="http://schemas.microsoft.com/office/drawing/2014/main" id="{795A4CC8-0C08-491C-8D7F-95EC8E0E25B8}"/>
                </a:ext>
              </a:extLst>
            </p:cNvPr>
            <p:cNvSpPr>
              <a:spLocks noChangeAspect="1"/>
            </p:cNvSpPr>
            <p:nvPr>
              <p:custDataLst>
                <p:tags r:id="rId10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1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415612"/>
                  </a:moveTo>
                  <a:arcTo wR="317500" hR="317500" stAng="9719999" swAng="64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1" name="Harvey 71/100 [71]">
              <a:extLst>
                <a:ext uri="{FF2B5EF4-FFF2-40B4-BE49-F238E27FC236}">
                  <a16:creationId xmlns:a16="http://schemas.microsoft.com/office/drawing/2014/main" id="{91862A76-5FCC-4C25-9A3F-A10651AC7725}"/>
                </a:ext>
              </a:extLst>
            </p:cNvPr>
            <p:cNvSpPr>
              <a:spLocks noChangeAspect="1"/>
            </p:cNvSpPr>
            <p:nvPr>
              <p:custDataLst>
                <p:tags r:id="rId10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3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396459"/>
                  </a:moveTo>
                  <a:arcTo wR="317500" hR="317500" stAng="9936000" swAng="62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2" name="Harvey 72/100 [72]">
              <a:extLst>
                <a:ext uri="{FF2B5EF4-FFF2-40B4-BE49-F238E27FC236}">
                  <a16:creationId xmlns:a16="http://schemas.microsoft.com/office/drawing/2014/main" id="{46969644-17D9-45C9-A88A-9A88622DCE45}"/>
                </a:ext>
              </a:extLst>
            </p:cNvPr>
            <p:cNvSpPr>
              <a:spLocks noChangeAspect="1"/>
            </p:cNvSpPr>
            <p:nvPr>
              <p:custDataLst>
                <p:tags r:id="rId10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5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376993"/>
                  </a:moveTo>
                  <a:arcTo wR="317500" hR="317500" stAng="10152000" swAng="60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3" name="Harvey 73/100 [73]">
              <a:extLst>
                <a:ext uri="{FF2B5EF4-FFF2-40B4-BE49-F238E27FC236}">
                  <a16:creationId xmlns:a16="http://schemas.microsoft.com/office/drawing/2014/main" id="{F89621F9-3ABB-450D-913E-7B467F289A9B}"/>
                </a:ext>
              </a:extLst>
            </p:cNvPr>
            <p:cNvSpPr>
              <a:spLocks noChangeAspect="1"/>
            </p:cNvSpPr>
            <p:nvPr>
              <p:custDataLst>
                <p:tags r:id="rId10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7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357293"/>
                  </a:moveTo>
                  <a:arcTo wR="317500" hR="317500" stAng="10368000" swAng="58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4" name="Harvey 74/100 [74]">
              <a:extLst>
                <a:ext uri="{FF2B5EF4-FFF2-40B4-BE49-F238E27FC236}">
                  <a16:creationId xmlns:a16="http://schemas.microsoft.com/office/drawing/2014/main" id="{89EE4B1F-E703-471D-8307-BFB9EDEDB9F7}"/>
                </a:ext>
              </a:extLst>
            </p:cNvPr>
            <p:cNvSpPr>
              <a:spLocks noChangeAspect="1"/>
            </p:cNvSpPr>
            <p:nvPr>
              <p:custDataLst>
                <p:tags r:id="rId11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9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337435"/>
                  </a:moveTo>
                  <a:arcTo wR="317500" hR="317500" stAng="10583999" swAng="56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5" name="Harvey 75/100 [75]">
              <a:extLst>
                <a:ext uri="{FF2B5EF4-FFF2-40B4-BE49-F238E27FC236}">
                  <a16:creationId xmlns:a16="http://schemas.microsoft.com/office/drawing/2014/main" id="{8AB2EEA8-04AC-4B6C-8D90-28093DB647E6}"/>
                </a:ext>
              </a:extLst>
            </p:cNvPr>
            <p:cNvSpPr>
              <a:spLocks noChangeAspect="1"/>
            </p:cNvSpPr>
            <p:nvPr>
              <p:custDataLst>
                <p:tags r:id="rId11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6" name="Harvey 76/100 [76]">
              <a:extLst>
                <a:ext uri="{FF2B5EF4-FFF2-40B4-BE49-F238E27FC236}">
                  <a16:creationId xmlns:a16="http://schemas.microsoft.com/office/drawing/2014/main" id="{6F4E00F2-EA6F-4809-B2FD-4CE3ABE8C480}"/>
                </a:ext>
              </a:extLst>
            </p:cNvPr>
            <p:cNvSpPr>
              <a:spLocks noChangeAspect="1"/>
            </p:cNvSpPr>
            <p:nvPr>
              <p:custDataLst>
                <p:tags r:id="rId11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4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297564"/>
                  </a:moveTo>
                  <a:arcTo wR="317500" hR="317500" stAng="11016000" swAng="518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7" name="Harvey 77/100 [77]">
              <a:extLst>
                <a:ext uri="{FF2B5EF4-FFF2-40B4-BE49-F238E27FC236}">
                  <a16:creationId xmlns:a16="http://schemas.microsoft.com/office/drawing/2014/main" id="{CF5CA593-7B87-4492-9B35-2255514CB496}"/>
                </a:ext>
              </a:extLst>
            </p:cNvPr>
            <p:cNvSpPr>
              <a:spLocks noChangeAspect="1"/>
            </p:cNvSpPr>
            <p:nvPr>
              <p:custDataLst>
                <p:tags r:id="rId11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6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277706"/>
                  </a:moveTo>
                  <a:arcTo wR="317500" hR="317500" stAng="11232000" swAng="496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8" name="Harvey 78/100 [78]">
              <a:extLst>
                <a:ext uri="{FF2B5EF4-FFF2-40B4-BE49-F238E27FC236}">
                  <a16:creationId xmlns:a16="http://schemas.microsoft.com/office/drawing/2014/main" id="{8C036464-458E-48D4-BAC8-84819F820C60}"/>
                </a:ext>
              </a:extLst>
            </p:cNvPr>
            <p:cNvSpPr>
              <a:spLocks noChangeAspect="1"/>
            </p:cNvSpPr>
            <p:nvPr>
              <p:custDataLst>
                <p:tags r:id="rId11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8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258006"/>
                  </a:moveTo>
                  <a:arcTo wR="317500" hR="317500" stAng="11448000" swAng="475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9" name="Harvey 79/100 [79]">
              <a:extLst>
                <a:ext uri="{FF2B5EF4-FFF2-40B4-BE49-F238E27FC236}">
                  <a16:creationId xmlns:a16="http://schemas.microsoft.com/office/drawing/2014/main" id="{6FD5AC00-8293-447C-B728-B963DD67B1C2}"/>
                </a:ext>
              </a:extLst>
            </p:cNvPr>
            <p:cNvSpPr>
              <a:spLocks noChangeAspect="1"/>
            </p:cNvSpPr>
            <p:nvPr>
              <p:custDataLst>
                <p:tags r:id="rId11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0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238540"/>
                  </a:moveTo>
                  <a:arcTo wR="317500" hR="317500" stAng="11664000" swAng="453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0" name="Harvey 80/100 [80]">
              <a:extLst>
                <a:ext uri="{FF2B5EF4-FFF2-40B4-BE49-F238E27FC236}">
                  <a16:creationId xmlns:a16="http://schemas.microsoft.com/office/drawing/2014/main" id="{29C0F859-BC49-430F-8C59-C0B9109E47A3}"/>
                </a:ext>
              </a:extLst>
            </p:cNvPr>
            <p:cNvSpPr>
              <a:spLocks noChangeAspect="1"/>
            </p:cNvSpPr>
            <p:nvPr>
              <p:custDataLst>
                <p:tags r:id="rId11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219387"/>
                  </a:moveTo>
                  <a:arcTo wR="317500" hR="317500" stAng="11880000" swAng="431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1" name="Harvey 81/100 [81]">
              <a:extLst>
                <a:ext uri="{FF2B5EF4-FFF2-40B4-BE49-F238E27FC236}">
                  <a16:creationId xmlns:a16="http://schemas.microsoft.com/office/drawing/2014/main" id="{F78719E3-0417-4867-B70D-21538B3AC36E}"/>
                </a:ext>
              </a:extLst>
            </p:cNvPr>
            <p:cNvSpPr>
              <a:spLocks noChangeAspect="1"/>
            </p:cNvSpPr>
            <p:nvPr>
              <p:custDataLst>
                <p:tags r:id="rId11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4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200620"/>
                  </a:moveTo>
                  <a:arcTo wR="317500" hR="317500" stAng="12096000" swAng="410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2" name="Harvey 82/100 [82]">
              <a:extLst>
                <a:ext uri="{FF2B5EF4-FFF2-40B4-BE49-F238E27FC236}">
                  <a16:creationId xmlns:a16="http://schemas.microsoft.com/office/drawing/2014/main" id="{9C5D0905-7412-4C75-BC20-E51105CA783D}"/>
                </a:ext>
              </a:extLst>
            </p:cNvPr>
            <p:cNvSpPr>
              <a:spLocks noChangeAspect="1"/>
            </p:cNvSpPr>
            <p:nvPr>
              <p:custDataLst>
                <p:tags r:id="rId11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7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182315"/>
                  </a:moveTo>
                  <a:arcTo wR="317500" hR="317500" stAng="12312000" swAng="388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3" name="Harvey 83/100 [83]">
              <a:extLst>
                <a:ext uri="{FF2B5EF4-FFF2-40B4-BE49-F238E27FC236}">
                  <a16:creationId xmlns:a16="http://schemas.microsoft.com/office/drawing/2014/main" id="{96AA2E20-CC65-4632-B3D4-93E962B59D4C}"/>
                </a:ext>
              </a:extLst>
            </p:cNvPr>
            <p:cNvSpPr>
              <a:spLocks noChangeAspect="1"/>
            </p:cNvSpPr>
            <p:nvPr>
              <p:custDataLst>
                <p:tags r:id="rId11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9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164543"/>
                  </a:moveTo>
                  <a:arcTo wR="317500" hR="317500" stAng="12528000" swAng="36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4" name="Harvey 84/100 [84]">
              <a:extLst>
                <a:ext uri="{FF2B5EF4-FFF2-40B4-BE49-F238E27FC236}">
                  <a16:creationId xmlns:a16="http://schemas.microsoft.com/office/drawing/2014/main" id="{9B4360A3-E0B2-48F7-B5A8-D24513748A82}"/>
                </a:ext>
              </a:extLst>
            </p:cNvPr>
            <p:cNvSpPr>
              <a:spLocks noChangeAspect="1"/>
            </p:cNvSpPr>
            <p:nvPr>
              <p:custDataLst>
                <p:tags r:id="rId12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1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147374"/>
                  </a:moveTo>
                  <a:arcTo wR="317500" hR="317500" stAng="12743999" swAng="345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5" name="Harvey 85/100 [85]">
              <a:extLst>
                <a:ext uri="{FF2B5EF4-FFF2-40B4-BE49-F238E27FC236}">
                  <a16:creationId xmlns:a16="http://schemas.microsoft.com/office/drawing/2014/main" id="{D694B21E-EEA0-48FA-A35C-7B6570B3F861}"/>
                </a:ext>
              </a:extLst>
            </p:cNvPr>
            <p:cNvSpPr>
              <a:spLocks noChangeAspect="1"/>
            </p:cNvSpPr>
            <p:nvPr>
              <p:custDataLst>
                <p:tags r:id="rId12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3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130878"/>
                  </a:moveTo>
                  <a:arcTo wR="317500" hR="317500" stAng="12960000" swAng="32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6" name="Harvey 86/100 [86]">
              <a:extLst>
                <a:ext uri="{FF2B5EF4-FFF2-40B4-BE49-F238E27FC236}">
                  <a16:creationId xmlns:a16="http://schemas.microsoft.com/office/drawing/2014/main" id="{85E1AF41-C21D-4514-B37E-CC830BC09C0A}"/>
                </a:ext>
              </a:extLst>
            </p:cNvPr>
            <p:cNvSpPr>
              <a:spLocks noChangeAspect="1"/>
            </p:cNvSpPr>
            <p:nvPr>
              <p:custDataLst>
                <p:tags r:id="rId12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5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115117"/>
                  </a:moveTo>
                  <a:arcTo wR="317500" hR="317500" stAng="13176000" swAng="30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7" name="Harvey 87/100 [87]">
              <a:extLst>
                <a:ext uri="{FF2B5EF4-FFF2-40B4-BE49-F238E27FC236}">
                  <a16:creationId xmlns:a16="http://schemas.microsoft.com/office/drawing/2014/main" id="{E3948F2E-FD5F-4107-B122-9AC75FE0CD9E}"/>
                </a:ext>
              </a:extLst>
            </p:cNvPr>
            <p:cNvSpPr>
              <a:spLocks noChangeAspect="1"/>
            </p:cNvSpPr>
            <p:nvPr>
              <p:custDataLst>
                <p:tags r:id="rId12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7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100156"/>
                  </a:moveTo>
                  <a:arcTo wR="317500" hR="317500" stAng="13392000" swAng="28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8" name="Harvey 88/100 [88]">
              <a:extLst>
                <a:ext uri="{FF2B5EF4-FFF2-40B4-BE49-F238E27FC236}">
                  <a16:creationId xmlns:a16="http://schemas.microsoft.com/office/drawing/2014/main" id="{744E57ED-019F-4A8B-A06E-9FB965FEBB23}"/>
                </a:ext>
              </a:extLst>
            </p:cNvPr>
            <p:cNvSpPr>
              <a:spLocks noChangeAspect="1"/>
            </p:cNvSpPr>
            <p:nvPr>
              <p:custDataLst>
                <p:tags r:id="rId12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0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86052"/>
                  </a:moveTo>
                  <a:arcTo wR="317500" hR="317500" stAng="13608000" swAng="259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9" name="Harvey 89/100 [89]">
              <a:extLst>
                <a:ext uri="{FF2B5EF4-FFF2-40B4-BE49-F238E27FC236}">
                  <a16:creationId xmlns:a16="http://schemas.microsoft.com/office/drawing/2014/main" id="{5567719B-31CA-4A86-801E-E0531122E504}"/>
                </a:ext>
              </a:extLst>
            </p:cNvPr>
            <p:cNvSpPr>
              <a:spLocks noChangeAspect="1"/>
            </p:cNvSpPr>
            <p:nvPr>
              <p:custDataLst>
                <p:tags r:id="rId12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2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72862"/>
                  </a:moveTo>
                  <a:arcTo wR="317500" hR="317500" stAng="13823999" swAng="2375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0" name="Harvey 90/100 [90]">
              <a:extLst>
                <a:ext uri="{FF2B5EF4-FFF2-40B4-BE49-F238E27FC236}">
                  <a16:creationId xmlns:a16="http://schemas.microsoft.com/office/drawing/2014/main" id="{2CD4B3A1-B882-43A6-A4CA-C9FCA394B28B}"/>
                </a:ext>
              </a:extLst>
            </p:cNvPr>
            <p:cNvSpPr>
              <a:spLocks noChangeAspect="1"/>
            </p:cNvSpPr>
            <p:nvPr>
              <p:custDataLst>
                <p:tags r:id="rId12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60637"/>
                  </a:moveTo>
                  <a:arcTo wR="317500" hR="317500" stAng="14040000" swAng="215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1" name="Harvey 91/100 [91]">
              <a:extLst>
                <a:ext uri="{FF2B5EF4-FFF2-40B4-BE49-F238E27FC236}">
                  <a16:creationId xmlns:a16="http://schemas.microsoft.com/office/drawing/2014/main" id="{68606D93-5175-4900-AD89-6D0710AFE75F}"/>
                </a:ext>
              </a:extLst>
            </p:cNvPr>
            <p:cNvSpPr>
              <a:spLocks noChangeAspect="1"/>
            </p:cNvSpPr>
            <p:nvPr>
              <p:custDataLst>
                <p:tags r:id="rId12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6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49425"/>
                  </a:moveTo>
                  <a:arcTo wR="317500" hR="317500" stAng="14256000" swAng="194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2" name="Harvey 92/100 [92]">
              <a:extLst>
                <a:ext uri="{FF2B5EF4-FFF2-40B4-BE49-F238E27FC236}">
                  <a16:creationId xmlns:a16="http://schemas.microsoft.com/office/drawing/2014/main" id="{7EE30864-DDCC-4BBA-B70A-48810E224581}"/>
                </a:ext>
              </a:extLst>
            </p:cNvPr>
            <p:cNvSpPr>
              <a:spLocks noChangeAspect="1"/>
            </p:cNvSpPr>
            <p:nvPr>
              <p:custDataLst>
                <p:tags r:id="rId12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8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39272"/>
                  </a:moveTo>
                  <a:arcTo wR="317500" hR="317500" stAng="14472000" swAng="172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3" name="Harvey 93/100 [93]">
              <a:extLst>
                <a:ext uri="{FF2B5EF4-FFF2-40B4-BE49-F238E27FC236}">
                  <a16:creationId xmlns:a16="http://schemas.microsoft.com/office/drawing/2014/main" id="{608CA488-A707-4C7A-9287-9DA9A38ED3D4}"/>
                </a:ext>
              </a:extLst>
            </p:cNvPr>
            <p:cNvSpPr>
              <a:spLocks noChangeAspect="1"/>
            </p:cNvSpPr>
            <p:nvPr>
              <p:custDataLst>
                <p:tags r:id="rId12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0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30217"/>
                  </a:moveTo>
                  <a:arcTo wR="317500" hR="317500" stAng="14688000" swAng="151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4" name="Harvey 94/100 [94]">
              <a:extLst>
                <a:ext uri="{FF2B5EF4-FFF2-40B4-BE49-F238E27FC236}">
                  <a16:creationId xmlns:a16="http://schemas.microsoft.com/office/drawing/2014/main" id="{FE1836A9-F92A-4F07-BBB8-2274E290E952}"/>
                </a:ext>
              </a:extLst>
            </p:cNvPr>
            <p:cNvSpPr>
              <a:spLocks noChangeAspect="1"/>
            </p:cNvSpPr>
            <p:nvPr>
              <p:custDataLst>
                <p:tags r:id="rId13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3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22295"/>
                  </a:moveTo>
                  <a:arcTo wR="317500" hR="317500" stAng="14903999" swAng="12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5" name="Harvey 95/100 [95]">
              <a:extLst>
                <a:ext uri="{FF2B5EF4-FFF2-40B4-BE49-F238E27FC236}">
                  <a16:creationId xmlns:a16="http://schemas.microsoft.com/office/drawing/2014/main" id="{3169BE73-7F99-46E3-BDA9-D9BB85BE343E}"/>
                </a:ext>
              </a:extLst>
            </p:cNvPr>
            <p:cNvSpPr>
              <a:spLocks noChangeAspect="1"/>
            </p:cNvSpPr>
            <p:nvPr>
              <p:custDataLst>
                <p:tags r:id="rId13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5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15539"/>
                  </a:moveTo>
                  <a:arcTo wR="317500" hR="317500" stAng="15120000" swAng="10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6" name="Harvey 96/100 [96]">
              <a:extLst>
                <a:ext uri="{FF2B5EF4-FFF2-40B4-BE49-F238E27FC236}">
                  <a16:creationId xmlns:a16="http://schemas.microsoft.com/office/drawing/2014/main" id="{12E3B5ED-B1AB-4A99-BD20-FF638135BE37}"/>
                </a:ext>
              </a:extLst>
            </p:cNvPr>
            <p:cNvSpPr>
              <a:spLocks noChangeAspect="1"/>
            </p:cNvSpPr>
            <p:nvPr>
              <p:custDataLst>
                <p:tags r:id="rId13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73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9974"/>
                  </a:moveTo>
                  <a:arcTo wR="317500" hR="317500" stAng="15335999" swAng="8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7" name="Harvey 97/100 [97]">
              <a:extLst>
                <a:ext uri="{FF2B5EF4-FFF2-40B4-BE49-F238E27FC236}">
                  <a16:creationId xmlns:a16="http://schemas.microsoft.com/office/drawing/2014/main" id="{75A7FEAD-6C4B-4F7A-BB60-3A68D96114DE}"/>
                </a:ext>
              </a:extLst>
            </p:cNvPr>
            <p:cNvSpPr>
              <a:spLocks noChangeAspect="1"/>
            </p:cNvSpPr>
            <p:nvPr>
              <p:custDataLst>
                <p:tags r:id="rId13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9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5623"/>
                  </a:moveTo>
                  <a:arcTo wR="317500" hR="317500" stAng="15552000" swAng="6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8" name="Harvey 98/100 [98]">
              <a:extLst>
                <a:ext uri="{FF2B5EF4-FFF2-40B4-BE49-F238E27FC236}">
                  <a16:creationId xmlns:a16="http://schemas.microsoft.com/office/drawing/2014/main" id="{C4B5128E-9380-4C38-A1EB-CB12E7401609}"/>
                </a:ext>
              </a:extLst>
            </p:cNvPr>
            <p:cNvSpPr>
              <a:spLocks noChangeAspect="1"/>
            </p:cNvSpPr>
            <p:nvPr>
              <p:custDataLst>
                <p:tags r:id="rId13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1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2503"/>
                  </a:moveTo>
                  <a:arcTo wR="317500" hR="317500" stAng="15768000" swAng="4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9" name="Harvey 99/100 [99]">
              <a:extLst>
                <a:ext uri="{FF2B5EF4-FFF2-40B4-BE49-F238E27FC236}">
                  <a16:creationId xmlns:a16="http://schemas.microsoft.com/office/drawing/2014/main" id="{50F634E4-E5B9-4DA6-9F91-8AF5B6ACF1FB}"/>
                </a:ext>
              </a:extLst>
            </p:cNvPr>
            <p:cNvSpPr>
              <a:spLocks noChangeAspect="1"/>
            </p:cNvSpPr>
            <p:nvPr>
              <p:custDataLst>
                <p:tags r:id="rId13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3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26"/>
                  </a:moveTo>
                  <a:arcTo wR="317500" hR="317500" stAng="15983999" swAng="2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30" name="Harvey 100/100 [100]">
              <a:extLst>
                <a:ext uri="{FF2B5EF4-FFF2-40B4-BE49-F238E27FC236}">
                  <a16:creationId xmlns:a16="http://schemas.microsoft.com/office/drawing/2014/main" id="{94AA53CD-8233-470E-AFEE-0BCC721BFAE9}"/>
                </a:ext>
              </a:extLst>
            </p:cNvPr>
            <p:cNvSpPr>
              <a:spLocks noChangeAspect="1"/>
            </p:cNvSpPr>
            <p:nvPr>
              <p:custDataLst>
                <p:tags r:id="rId13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</p:grpSp>
      <p:sp>
        <p:nvSpPr>
          <p:cNvPr id="131" name="Footnote [Placeholder]" hidden="1">
            <a:extLst>
              <a:ext uri="{FF2B5EF4-FFF2-40B4-BE49-F238E27FC236}">
                <a16:creationId xmlns:a16="http://schemas.microsoft.com/office/drawing/2014/main" id="{1B41FB17-6D57-4EE1-9C4C-9C305D5D6BEC}"/>
              </a:ext>
            </a:extLst>
          </p:cNvPr>
          <p:cNvSpPr txBox="1"/>
          <p:nvPr userDrawn="1"/>
        </p:nvSpPr>
        <p:spPr>
          <a:xfrm>
            <a:off x="503238" y="5984668"/>
            <a:ext cx="1018820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900" b="0" i="0" kern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(r) Footnote</a:t>
            </a:r>
          </a:p>
        </p:txBody>
      </p:sp>
      <p:sp>
        <p:nvSpPr>
          <p:cNvPr id="133" name="Discussion [Sticker]" hidden="1">
            <a:extLst>
              <a:ext uri="{FF2B5EF4-FFF2-40B4-BE49-F238E27FC236}">
                <a16:creationId xmlns:a16="http://schemas.microsoft.com/office/drawing/2014/main" id="{7C793D27-9296-461C-878D-BA16CBD91587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" panose="020B0504030603020204" pitchFamily="34" charset="0"/>
                <a:ea typeface="72 Brand Medium" panose="02000000000000000000" pitchFamily="2" charset="0"/>
                <a:cs typeface="+mn-cs"/>
              </a:rPr>
              <a:t>For discussion</a:t>
            </a:r>
          </a:p>
        </p:txBody>
      </p:sp>
      <p:sp>
        <p:nvSpPr>
          <p:cNvPr id="134" name="Internal [Sticker]" hidden="1">
            <a:extLst>
              <a:ext uri="{FF2B5EF4-FFF2-40B4-BE49-F238E27FC236}">
                <a16:creationId xmlns:a16="http://schemas.microsoft.com/office/drawing/2014/main" id="{704CE42F-5A9B-4CC0-8048-99928A53C0C4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" panose="020B0504030603020204" pitchFamily="34" charset="0"/>
                <a:ea typeface="+mn-ea"/>
                <a:cs typeface="+mn-cs"/>
              </a:rPr>
              <a:t>Internal use only</a:t>
            </a:r>
          </a:p>
        </p:txBody>
      </p:sp>
      <p:sp>
        <p:nvSpPr>
          <p:cNvPr id="135" name="Final [Sticker]" hidden="1">
            <a:extLst>
              <a:ext uri="{FF2B5EF4-FFF2-40B4-BE49-F238E27FC236}">
                <a16:creationId xmlns:a16="http://schemas.microsoft.com/office/drawing/2014/main" id="{348603E9-9858-4213-9B5B-929AD136906A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" panose="020B0504030603020204" pitchFamily="34" charset="0"/>
                <a:ea typeface="+mn-ea"/>
                <a:cs typeface="+mn-cs"/>
              </a:rPr>
              <a:t>Final slide</a:t>
            </a:r>
          </a:p>
        </p:txBody>
      </p:sp>
      <p:sp>
        <p:nvSpPr>
          <p:cNvPr id="136" name="Backup [Sticker]" hidden="1">
            <a:extLst>
              <a:ext uri="{FF2B5EF4-FFF2-40B4-BE49-F238E27FC236}">
                <a16:creationId xmlns:a16="http://schemas.microsoft.com/office/drawing/2014/main" id="{7EEB833A-9AFC-4A66-8469-9D3897CE1E66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" panose="020B0504030603020204" pitchFamily="34" charset="0"/>
                <a:ea typeface="+mn-ea"/>
                <a:cs typeface="+mn-cs"/>
              </a:rPr>
              <a:t>Backup</a:t>
            </a:r>
          </a:p>
        </p:txBody>
      </p:sp>
      <p:sp>
        <p:nvSpPr>
          <p:cNvPr id="137" name="Update [Sticker]" hidden="1">
            <a:extLst>
              <a:ext uri="{FF2B5EF4-FFF2-40B4-BE49-F238E27FC236}">
                <a16:creationId xmlns:a16="http://schemas.microsoft.com/office/drawing/2014/main" id="{D41FF937-AB04-46EE-82EF-FCE26A919A7B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" panose="020B0504030603020204" pitchFamily="34" charset="0"/>
                <a:ea typeface="+mn-ea"/>
                <a:cs typeface="+mn-cs"/>
              </a:rPr>
              <a:t>Update data</a:t>
            </a:r>
          </a:p>
        </p:txBody>
      </p:sp>
      <p:sp>
        <p:nvSpPr>
          <p:cNvPr id="138" name="Dummy [Sticker]" hidden="1">
            <a:extLst>
              <a:ext uri="{FF2B5EF4-FFF2-40B4-BE49-F238E27FC236}">
                <a16:creationId xmlns:a16="http://schemas.microsoft.com/office/drawing/2014/main" id="{06C5579C-7A02-48D6-A733-4B9E6D9F1443}"/>
              </a:ext>
            </a:extLst>
          </p:cNvPr>
          <p:cNvSpPr>
            <a:spLocks/>
          </p:cNvSpPr>
          <p:nvPr userDrawn="1"/>
        </p:nvSpPr>
        <p:spPr>
          <a:xfrm>
            <a:off x="10071105" y="896920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" panose="020B0504030603020204" pitchFamily="34" charset="0"/>
              </a:rPr>
              <a:t>Dummy data</a:t>
            </a:r>
          </a:p>
        </p:txBody>
      </p:sp>
      <p:sp>
        <p:nvSpPr>
          <p:cNvPr id="139" name="Formatting [Comment]" hidden="1">
            <a:extLst>
              <a:ext uri="{FF2B5EF4-FFF2-40B4-BE49-F238E27FC236}">
                <a16:creationId xmlns:a16="http://schemas.microsoft.com/office/drawing/2014/main" id="{89EB4C18-DFF3-4A27-ACBB-99DCDC8961A8}"/>
              </a:ext>
            </a:extLst>
          </p:cNvPr>
          <p:cNvSpPr>
            <a:spLocks/>
          </p:cNvSpPr>
          <p:nvPr userDrawn="1"/>
        </p:nvSpPr>
        <p:spPr>
          <a:xfrm>
            <a:off x="9483344" y="1097679"/>
            <a:ext cx="2479101" cy="1277432"/>
          </a:xfrm>
          <a:prstGeom prst="wedgeRectCallout">
            <a:avLst/>
          </a:prstGeom>
          <a:solidFill>
            <a:srgbClr val="FFFF00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lIns="143252" tIns="143252" rIns="143252" bIns="143252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&lt;initials&gt; &lt;date&gt;</a:t>
            </a:r>
            <a:r>
              <a:rPr kumimoji="0" lang="en-US" sz="12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yyyy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-MM-dd </a:t>
            </a:r>
            <a:r>
              <a:rPr kumimoji="0" lang="en-US" sz="12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hh:mm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&lt;/date&gt;: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A0A0A"/>
              </a:solidFill>
              <a:effectLst/>
              <a:uLnTx/>
              <a:uFillTx/>
              <a:latin typeface="72 Brand" panose="020B0504030603020204" pitchFamily="34" charset="0"/>
            </a:endParaRPr>
          </a:p>
        </p:txBody>
      </p:sp>
      <p:sp>
        <p:nvSpPr>
          <p:cNvPr id="140" name="Content [Comment]" hidden="1">
            <a:extLst>
              <a:ext uri="{FF2B5EF4-FFF2-40B4-BE49-F238E27FC236}">
                <a16:creationId xmlns:a16="http://schemas.microsoft.com/office/drawing/2014/main" id="{906252E7-98DB-45F0-8278-EB60F71B7340}"/>
              </a:ext>
            </a:extLst>
          </p:cNvPr>
          <p:cNvSpPr>
            <a:spLocks/>
          </p:cNvSpPr>
          <p:nvPr userDrawn="1"/>
        </p:nvSpPr>
        <p:spPr>
          <a:xfrm>
            <a:off x="9483344" y="1097671"/>
            <a:ext cx="2479101" cy="1277440"/>
          </a:xfrm>
          <a:prstGeom prst="wedgeRectCallout">
            <a:avLst/>
          </a:prstGeom>
          <a:solidFill>
            <a:srgbClr val="FFFF00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lIns="143252" tIns="143252" rIns="143252" bIns="143252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&lt;initials&gt; &lt;date&gt;</a:t>
            </a:r>
            <a:r>
              <a:rPr kumimoji="0" lang="en-US" sz="12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yyyy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-MM-dd </a:t>
            </a:r>
            <a:r>
              <a:rPr kumimoji="0" lang="en-US" sz="12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hh:mm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&lt;/date&gt;: </a:t>
            </a:r>
          </a:p>
        </p:txBody>
      </p:sp>
      <p:sp>
        <p:nvSpPr>
          <p:cNvPr id="141" name="Draft [Sticker]" hidden="1">
            <a:extLst>
              <a:ext uri="{FF2B5EF4-FFF2-40B4-BE49-F238E27FC236}">
                <a16:creationId xmlns:a16="http://schemas.microsoft.com/office/drawing/2014/main" id="{904633E3-6BC9-4C5E-B74A-8B9D4AE95B20}"/>
              </a:ext>
            </a:extLst>
          </p:cNvPr>
          <p:cNvSpPr/>
          <p:nvPr userDrawn="1"/>
        </p:nvSpPr>
        <p:spPr bwMode="gray">
          <a:xfrm rot="18900000">
            <a:off x="2916643" y="2819462"/>
            <a:ext cx="6361889" cy="1219077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8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1488613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28" r:id="rId2"/>
    <p:sldLayoutId id="2147483829" r:id="rId3"/>
    <p:sldLayoutId id="2147483830" r:id="rId4"/>
    <p:sldLayoutId id="2147483831" r:id="rId5"/>
    <p:sldLayoutId id="2147483832" r:id="rId6"/>
    <p:sldLayoutId id="2147483833" r:id="rId7"/>
    <p:sldLayoutId id="2147483834" r:id="rId8"/>
    <p:sldLayoutId id="2147483835" r:id="rId9"/>
    <p:sldLayoutId id="2147483836" r:id="rId10"/>
    <p:sldLayoutId id="2147483837" r:id="rId11"/>
    <p:sldLayoutId id="2147483838" r:id="rId12"/>
    <p:sldLayoutId id="2147483839" r:id="rId13"/>
    <p:sldLayoutId id="2147483840" r:id="rId14"/>
    <p:sldLayoutId id="2147483841" r:id="rId15"/>
    <p:sldLayoutId id="2147483842" r:id="rId16"/>
    <p:sldLayoutId id="2147483843" r:id="rId17"/>
    <p:sldLayoutId id="2147483844" r:id="rId18"/>
    <p:sldLayoutId id="2147483845" r:id="rId19"/>
    <p:sldLayoutId id="2147483846" r:id="rId20"/>
    <p:sldLayoutId id="2147483847" r:id="rId21"/>
    <p:sldLayoutId id="2147483848" r:id="rId22"/>
    <p:sldLayoutId id="2147483849" r:id="rId23"/>
    <p:sldLayoutId id="2147483850" r:id="rId24"/>
    <p:sldLayoutId id="2147483851" r:id="rId25"/>
    <p:sldLayoutId id="2147483852" r:id="rId26"/>
    <p:sldLayoutId id="2147483853" r:id="rId27"/>
    <p:sldLayoutId id="2147483854" r:id="rId28"/>
    <p:sldLayoutId id="2147483855" r:id="rId29"/>
  </p:sldLayoutIdLst>
  <p:hf hdr="0" ftr="0" dt="0"/>
  <p:txStyles>
    <p:titleStyle>
      <a:lvl1pPr algn="l" defTabSz="1088558" rtl="0" eaLnBrk="1" latinLnBrk="0" hangingPunct="1">
        <a:spcBef>
          <a:spcPct val="0"/>
        </a:spcBef>
        <a:buNone/>
        <a:defRPr sz="2400" b="0" i="0" kern="1200" baseline="0">
          <a:solidFill>
            <a:schemeClr val="tx1"/>
          </a:solidFill>
          <a:latin typeface="72 Brand Medium" panose="020B0504030603020204" pitchFamily="34" charset="0"/>
          <a:ea typeface="+mj-ea"/>
          <a:cs typeface="+mj-cs"/>
        </a:defRPr>
      </a:lvl1pPr>
    </p:titleStyle>
    <p:bodyStyle>
      <a:lvl1pPr marL="0" indent="0" algn="l" defTabSz="1088558" rtl="0" eaLnBrk="1" latinLnBrk="0" hangingPunct="1">
        <a:spcBef>
          <a:spcPts val="1800"/>
        </a:spcBef>
        <a:buClrTx/>
        <a:buSzPct val="80000"/>
        <a:buFont typeface="72 Brand" panose="02000000000000000000" pitchFamily="2" charset="0"/>
        <a:buChar char="​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179964" indent="-179964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358775" indent="-179388" algn="l" defTabSz="1088558" rtl="0" eaLnBrk="1" latinLnBrk="0" hangingPunct="1">
        <a:spcBef>
          <a:spcPts val="300"/>
        </a:spcBef>
        <a:buClr>
          <a:schemeClr val="tx1"/>
        </a:buClr>
        <a:buSzPct val="100000"/>
        <a:buFont typeface="Arial" panose="020B0604020202020204" pitchFamily="34" charset="0"/>
        <a:buChar char="–"/>
        <a:defRPr lang="en-US" sz="18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539892" indent="-179964" algn="l" defTabSz="1088558" rtl="0" eaLnBrk="1" latinLnBrk="0" hangingPunct="1">
        <a:spcBef>
          <a:spcPts val="300"/>
        </a:spcBef>
        <a:buClr>
          <a:schemeClr val="tx1"/>
        </a:buClr>
        <a:buSzPct val="80000"/>
        <a:buFont typeface="Courier New" panose="02070309020205020404" pitchFamily="49" charset="0"/>
        <a:buChar char="o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719856" indent="-179964" algn="l" defTabSz="1088558" rtl="0" eaLnBrk="1" latinLnBrk="0" hangingPunct="1">
        <a:spcBef>
          <a:spcPts val="100"/>
        </a:spcBef>
        <a:buClr>
          <a:schemeClr val="tx1"/>
        </a:buClr>
        <a:buSzPct val="100000"/>
        <a:buFont typeface="Symbol" panose="05050102010706020507" pitchFamily="18" charset="2"/>
        <a:buChar char="-"/>
        <a:defRPr sz="140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993535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7814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2093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6373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279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558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837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711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139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675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9954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233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57293E41-954C-9E9C-7DE2-32FEDBD5A1C6}"/>
              </a:ext>
            </a:extLst>
          </p:cNvPr>
          <p:cNvSpPr/>
          <p:nvPr userDrawn="1"/>
        </p:nvSpPr>
        <p:spPr bwMode="gray">
          <a:xfrm>
            <a:off x="-1" y="0"/>
            <a:ext cx="12195175" cy="6858000"/>
          </a:xfrm>
          <a:prstGeom prst="rect">
            <a:avLst/>
          </a:prstGeom>
          <a:solidFill>
            <a:schemeClr val="bg1"/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4" name="Slide number"/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sp>
        <p:nvSpPr>
          <p:cNvPr id="12" name="Copyright Placeholder" descr="{&quot;templafy&quot;:{&quot;id&quot;:&quot;3f0b8b37-260a-4498-93b8-315483b1dcd9&quot;}}">
            <a:extLst>
              <a:ext uri="{FF2B5EF4-FFF2-40B4-BE49-F238E27FC236}">
                <a16:creationId xmlns:a16="http://schemas.microsoft.com/office/drawing/2014/main" id="{539D88F9-B48F-F143-B90F-EDFB85A350E8}"/>
              </a:ext>
            </a:extLst>
          </p:cNvPr>
          <p:cNvSpPr txBox="1">
            <a:spLocks/>
          </p:cNvSpPr>
          <p:nvPr userDrawn="1"/>
        </p:nvSpPr>
        <p:spPr>
          <a:xfrm>
            <a:off x="10058400" y="6514805"/>
            <a:ext cx="1392311" cy="138498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>
                <a:schemeClr val="accent1"/>
              </a:buClr>
              <a:buSzPct val="80000"/>
              <a:buFontTx/>
              <a:buNone/>
              <a:defRPr sz="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20000"/>
              <a:buFont typeface="Arial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892" indent="0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sz="600" b="0" i="0">
                <a:latin typeface="72 Brand" panose="020B0504030603020204" pitchFamily="34" charset="0"/>
              </a:rPr>
              <a:t>INTERNAL – SAP and Partners Only</a:t>
            </a:r>
          </a:p>
        </p:txBody>
      </p:sp>
      <p:sp>
        <p:nvSpPr>
          <p:cNvPr id="3" name="Text Placeholder"/>
          <p:cNvSpPr>
            <a:spLocks noGrp="1"/>
          </p:cNvSpPr>
          <p:nvPr userDrawn="1">
            <p:ph type="body" idx="1"/>
          </p:nvPr>
        </p:nvSpPr>
        <p:spPr bwMode="black">
          <a:xfrm>
            <a:off x="504001" y="1548560"/>
            <a:ext cx="11186476" cy="478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Start typing to add text without a bullet point. To add a bullet point, place the cursor at the start of this line and press tab.</a:t>
            </a:r>
            <a:endParaRPr lang="en-US" noProof="0"/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 Placeholder"/>
          <p:cNvSpPr>
            <a:spLocks noGrp="1"/>
          </p:cNvSpPr>
          <p:nvPr userDrawn="1">
            <p:ph type="title"/>
          </p:nvPr>
        </p:nvSpPr>
        <p:spPr bwMode="black">
          <a:xfrm>
            <a:off x="504001" y="504000"/>
            <a:ext cx="11186476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/>
              <a:t>Insert page title (sentence case)</a:t>
            </a:r>
          </a:p>
        </p:txBody>
      </p:sp>
      <p:grpSp>
        <p:nvGrpSpPr>
          <p:cNvPr id="6" name="Harvey 3" hidden="1">
            <a:extLst>
              <a:ext uri="{FF2B5EF4-FFF2-40B4-BE49-F238E27FC236}">
                <a16:creationId xmlns:a16="http://schemas.microsoft.com/office/drawing/2014/main" id="{B3E7C216-6801-4AB8-8D95-E7D60F39B210}"/>
              </a:ext>
            </a:extLst>
          </p:cNvPr>
          <p:cNvGrpSpPr>
            <a:grpSpLocks/>
          </p:cNvGrpSpPr>
          <p:nvPr userDrawn="1">
            <p:custDataLst>
              <p:tags r:id="rId31"/>
            </p:custDataLst>
          </p:nvPr>
        </p:nvGrpSpPr>
        <p:grpSpPr>
          <a:xfrm>
            <a:off x="3938798" y="3978000"/>
            <a:ext cx="1024878" cy="1024878"/>
            <a:chOff x="0" y="0"/>
            <a:chExt cx="914400" cy="914400"/>
          </a:xfrm>
          <a:solidFill>
            <a:schemeClr val="accent1"/>
          </a:solidFill>
        </p:grpSpPr>
        <p:sp>
          <p:nvSpPr>
            <p:cNvPr id="7" name="Harvey 0/3 [0]">
              <a:extLst>
                <a:ext uri="{FF2B5EF4-FFF2-40B4-BE49-F238E27FC236}">
                  <a16:creationId xmlns:a16="http://schemas.microsoft.com/office/drawing/2014/main" id="{FC8CECD5-A3FB-4DD5-A846-DC09FDB6EB04}"/>
                </a:ext>
              </a:extLst>
            </p:cNvPr>
            <p:cNvSpPr>
              <a:spLocks noChangeAspect="1"/>
            </p:cNvSpPr>
            <p:nvPr>
              <p:custDataLst>
                <p:tags r:id="rId15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8" name="Harvey 1/3 [1]">
              <a:extLst>
                <a:ext uri="{FF2B5EF4-FFF2-40B4-BE49-F238E27FC236}">
                  <a16:creationId xmlns:a16="http://schemas.microsoft.com/office/drawing/2014/main" id="{750B853B-8389-4427-AFB9-1CE880FE9BEE}"/>
                </a:ext>
              </a:extLst>
            </p:cNvPr>
            <p:cNvSpPr>
              <a:spLocks noChangeAspect="1"/>
            </p:cNvSpPr>
            <p:nvPr>
              <p:custDataLst>
                <p:tags r:id="rId15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2463" y="476249"/>
                  </a:moveTo>
                  <a:arcTo wR="317500" hR="317500" stAng="1800000" swAng="14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9" name="Harvey 2/3 [2]">
              <a:extLst>
                <a:ext uri="{FF2B5EF4-FFF2-40B4-BE49-F238E27FC236}">
                  <a16:creationId xmlns:a16="http://schemas.microsoft.com/office/drawing/2014/main" id="{0CA9A207-7055-4A72-8ED2-D82605C3D0C8}"/>
                </a:ext>
              </a:extLst>
            </p:cNvPr>
            <p:cNvSpPr>
              <a:spLocks noChangeAspect="1"/>
            </p:cNvSpPr>
            <p:nvPr>
              <p:custDataLst>
                <p:tags r:id="rId15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2536" y="476250"/>
                  </a:moveTo>
                  <a:arcTo wR="317500" hR="317500" stAng="9000000" swAng="7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0" name="Harvey 3/3 [3]">
              <a:extLst>
                <a:ext uri="{FF2B5EF4-FFF2-40B4-BE49-F238E27FC236}">
                  <a16:creationId xmlns:a16="http://schemas.microsoft.com/office/drawing/2014/main" id="{4422C816-875A-41F5-9DC0-8DBAE4C5C6CB}"/>
                </a:ext>
              </a:extLst>
            </p:cNvPr>
            <p:cNvSpPr>
              <a:spLocks noChangeAspect="1"/>
            </p:cNvSpPr>
            <p:nvPr>
              <p:custDataLst>
                <p:tags r:id="rId15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11" name="Harvey 4" hidden="1">
            <a:extLst>
              <a:ext uri="{FF2B5EF4-FFF2-40B4-BE49-F238E27FC236}">
                <a16:creationId xmlns:a16="http://schemas.microsoft.com/office/drawing/2014/main" id="{DDC5C333-7028-4F79-8940-98DC17723588}"/>
              </a:ext>
            </a:extLst>
          </p:cNvPr>
          <p:cNvGrpSpPr>
            <a:grpSpLocks/>
          </p:cNvGrpSpPr>
          <p:nvPr userDrawn="1">
            <p:custDataLst>
              <p:tags r:id="rId32"/>
            </p:custDataLst>
          </p:nvPr>
        </p:nvGrpSpPr>
        <p:grpSpPr>
          <a:xfrm>
            <a:off x="5391506" y="3978000"/>
            <a:ext cx="1024878" cy="1024878"/>
            <a:chOff x="0" y="0"/>
            <a:chExt cx="914400" cy="914400"/>
          </a:xfrm>
          <a:solidFill>
            <a:schemeClr val="accent1"/>
          </a:solidFill>
        </p:grpSpPr>
        <p:sp>
          <p:nvSpPr>
            <p:cNvPr id="13" name="Harvey 0/4 [0]">
              <a:extLst>
                <a:ext uri="{FF2B5EF4-FFF2-40B4-BE49-F238E27FC236}">
                  <a16:creationId xmlns:a16="http://schemas.microsoft.com/office/drawing/2014/main" id="{70B331E2-39A8-4BAF-8DDD-C631B51EB56E}"/>
                </a:ext>
              </a:extLst>
            </p:cNvPr>
            <p:cNvSpPr>
              <a:spLocks noChangeAspect="1"/>
            </p:cNvSpPr>
            <p:nvPr>
              <p:custDataLst>
                <p:tags r:id="rId145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4" name="Harvey 1/4 [1]">
              <a:extLst>
                <a:ext uri="{FF2B5EF4-FFF2-40B4-BE49-F238E27FC236}">
                  <a16:creationId xmlns:a16="http://schemas.microsoft.com/office/drawing/2014/main" id="{47F66FBA-2801-4875-BD13-0BF512FC3C6A}"/>
                </a:ext>
              </a:extLst>
            </p:cNvPr>
            <p:cNvSpPr>
              <a:spLocks noChangeAspect="1"/>
            </p:cNvSpPr>
            <p:nvPr>
              <p:custDataLst>
                <p:tags r:id="rId14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5" name="Harvey 2/4 [2]">
              <a:extLst>
                <a:ext uri="{FF2B5EF4-FFF2-40B4-BE49-F238E27FC236}">
                  <a16:creationId xmlns:a16="http://schemas.microsoft.com/office/drawing/2014/main" id="{99673DAB-5272-45DC-B222-CA8CAA9FD2BB}"/>
                </a:ext>
              </a:extLst>
            </p:cNvPr>
            <p:cNvSpPr>
              <a:spLocks noChangeAspect="1"/>
            </p:cNvSpPr>
            <p:nvPr>
              <p:custDataLst>
                <p:tags r:id="rId14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6" name="Harvey 3/4 [3]">
              <a:extLst>
                <a:ext uri="{FF2B5EF4-FFF2-40B4-BE49-F238E27FC236}">
                  <a16:creationId xmlns:a16="http://schemas.microsoft.com/office/drawing/2014/main" id="{F9B9444B-C98D-45FC-BA92-881D06827328}"/>
                </a:ext>
              </a:extLst>
            </p:cNvPr>
            <p:cNvSpPr>
              <a:spLocks noChangeAspect="1"/>
            </p:cNvSpPr>
            <p:nvPr>
              <p:custDataLst>
                <p:tags r:id="rId14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7" name="Harvey 4/4 [4]">
              <a:extLst>
                <a:ext uri="{FF2B5EF4-FFF2-40B4-BE49-F238E27FC236}">
                  <a16:creationId xmlns:a16="http://schemas.microsoft.com/office/drawing/2014/main" id="{5FFB853D-F550-4F16-8269-A070A19E381C}"/>
                </a:ext>
              </a:extLst>
            </p:cNvPr>
            <p:cNvSpPr>
              <a:spLocks noChangeAspect="1"/>
            </p:cNvSpPr>
            <p:nvPr>
              <p:custDataLst>
                <p:tags r:id="rId14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18" name="Harvey 8" hidden="1">
            <a:extLst>
              <a:ext uri="{FF2B5EF4-FFF2-40B4-BE49-F238E27FC236}">
                <a16:creationId xmlns:a16="http://schemas.microsoft.com/office/drawing/2014/main" id="{0630AB66-7B5F-41CE-A2EB-2EB4C67794AE}"/>
              </a:ext>
            </a:extLst>
          </p:cNvPr>
          <p:cNvGrpSpPr>
            <a:grpSpLocks/>
          </p:cNvGrpSpPr>
          <p:nvPr userDrawn="1">
            <p:custDataLst>
              <p:tags r:id="rId33"/>
            </p:custDataLst>
          </p:nvPr>
        </p:nvGrpSpPr>
        <p:grpSpPr>
          <a:xfrm>
            <a:off x="6844214" y="3978000"/>
            <a:ext cx="1024878" cy="1024878"/>
            <a:chOff x="0" y="0"/>
            <a:chExt cx="914400" cy="914400"/>
          </a:xfrm>
          <a:solidFill>
            <a:schemeClr val="accent1"/>
          </a:solidFill>
        </p:grpSpPr>
        <p:sp>
          <p:nvSpPr>
            <p:cNvPr id="19" name="Harvey 0/8 [0]">
              <a:extLst>
                <a:ext uri="{FF2B5EF4-FFF2-40B4-BE49-F238E27FC236}">
                  <a16:creationId xmlns:a16="http://schemas.microsoft.com/office/drawing/2014/main" id="{051D5678-1EFE-40CF-8563-B5E9EA35A271}"/>
                </a:ext>
              </a:extLst>
            </p:cNvPr>
            <p:cNvSpPr>
              <a:spLocks noChangeAspect="1"/>
            </p:cNvSpPr>
            <p:nvPr>
              <p:custDataLst>
                <p:tags r:id="rId13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0" name="Harvey 1/8 [1]">
              <a:extLst>
                <a:ext uri="{FF2B5EF4-FFF2-40B4-BE49-F238E27FC236}">
                  <a16:creationId xmlns:a16="http://schemas.microsoft.com/office/drawing/2014/main" id="{E5DDEB4B-B8B3-42DA-AF30-4FD0A1770D91}"/>
                </a:ext>
              </a:extLst>
            </p:cNvPr>
            <p:cNvSpPr>
              <a:spLocks noChangeAspect="1"/>
            </p:cNvSpPr>
            <p:nvPr>
              <p:custDataLst>
                <p:tags r:id="rId13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7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92993"/>
                  </a:moveTo>
                  <a:arcTo wR="317500" hR="317500" stAng="-2700000" swAng="189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1" name="Harvey 2/8 [2]">
              <a:extLst>
                <a:ext uri="{FF2B5EF4-FFF2-40B4-BE49-F238E27FC236}">
                  <a16:creationId xmlns:a16="http://schemas.microsoft.com/office/drawing/2014/main" id="{FB9200C4-0418-4CEF-BBB8-18F997AD7CA8}"/>
                </a:ext>
              </a:extLst>
            </p:cNvPr>
            <p:cNvSpPr>
              <a:spLocks noChangeAspect="1"/>
            </p:cNvSpPr>
            <p:nvPr>
              <p:custDataLst>
                <p:tags r:id="rId13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2" name="Harvey 3/8 [3]">
              <a:extLst>
                <a:ext uri="{FF2B5EF4-FFF2-40B4-BE49-F238E27FC236}">
                  <a16:creationId xmlns:a16="http://schemas.microsoft.com/office/drawing/2014/main" id="{8E4DE7E8-0809-4E2E-BE6A-E989A6AEBF62}"/>
                </a:ext>
              </a:extLst>
            </p:cNvPr>
            <p:cNvSpPr>
              <a:spLocks noChangeAspect="1"/>
            </p:cNvSpPr>
            <p:nvPr>
              <p:custDataLst>
                <p:tags r:id="rId13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1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542006"/>
                  </a:moveTo>
                  <a:arcTo wR="317500" hR="317500" stAng="2700000" swAng="135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3" name="Harvey 4/8 [4]">
              <a:extLst>
                <a:ext uri="{FF2B5EF4-FFF2-40B4-BE49-F238E27FC236}">
                  <a16:creationId xmlns:a16="http://schemas.microsoft.com/office/drawing/2014/main" id="{F839E6A9-0DED-402B-8F4C-2176769B55CD}"/>
                </a:ext>
              </a:extLst>
            </p:cNvPr>
            <p:cNvSpPr>
              <a:spLocks noChangeAspect="1"/>
            </p:cNvSpPr>
            <p:nvPr>
              <p:custDataLst>
                <p:tags r:id="rId14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4" name="Harvey 5/8 [5]">
              <a:extLst>
                <a:ext uri="{FF2B5EF4-FFF2-40B4-BE49-F238E27FC236}">
                  <a16:creationId xmlns:a16="http://schemas.microsoft.com/office/drawing/2014/main" id="{C3EE8663-AD08-4237-8344-6543EC4B688C}"/>
                </a:ext>
              </a:extLst>
            </p:cNvPr>
            <p:cNvSpPr>
              <a:spLocks noChangeAspect="1"/>
            </p:cNvSpPr>
            <p:nvPr>
              <p:custDataLst>
                <p:tags r:id="rId14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5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542006"/>
                  </a:moveTo>
                  <a:arcTo wR="317500" hR="317500" stAng="8100000" swAng="81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5" name="Harvey 6/8 [6]">
              <a:extLst>
                <a:ext uri="{FF2B5EF4-FFF2-40B4-BE49-F238E27FC236}">
                  <a16:creationId xmlns:a16="http://schemas.microsoft.com/office/drawing/2014/main" id="{ADE6F931-D156-4E59-A3ED-0B14B5F0EF7E}"/>
                </a:ext>
              </a:extLst>
            </p:cNvPr>
            <p:cNvSpPr>
              <a:spLocks noChangeAspect="1"/>
            </p:cNvSpPr>
            <p:nvPr>
              <p:custDataLst>
                <p:tags r:id="rId14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6" name="Harvey 7/8 [7]">
              <a:extLst>
                <a:ext uri="{FF2B5EF4-FFF2-40B4-BE49-F238E27FC236}">
                  <a16:creationId xmlns:a16="http://schemas.microsoft.com/office/drawing/2014/main" id="{A36821AE-2FF1-4F6E-AAF3-1BEA6AE153B8}"/>
                </a:ext>
              </a:extLst>
            </p:cNvPr>
            <p:cNvSpPr>
              <a:spLocks noChangeAspect="1"/>
            </p:cNvSpPr>
            <p:nvPr>
              <p:custDataLst>
                <p:tags r:id="rId14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9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92993"/>
                  </a:moveTo>
                  <a:arcTo wR="317500" hR="317500" stAng="13500000" swAng="27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7" name="Harvey 8/8 [8]">
              <a:extLst>
                <a:ext uri="{FF2B5EF4-FFF2-40B4-BE49-F238E27FC236}">
                  <a16:creationId xmlns:a16="http://schemas.microsoft.com/office/drawing/2014/main" id="{2D277E47-45D5-4503-8443-BED560C6560A}"/>
                </a:ext>
              </a:extLst>
            </p:cNvPr>
            <p:cNvSpPr>
              <a:spLocks noChangeAspect="1"/>
            </p:cNvSpPr>
            <p:nvPr>
              <p:custDataLst>
                <p:tags r:id="rId144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28" name="Harvey 100" hidden="1">
            <a:extLst>
              <a:ext uri="{FF2B5EF4-FFF2-40B4-BE49-F238E27FC236}">
                <a16:creationId xmlns:a16="http://schemas.microsoft.com/office/drawing/2014/main" id="{6D5D9337-395C-4FE4-97E6-E1CD47A644E9}"/>
              </a:ext>
            </a:extLst>
          </p:cNvPr>
          <p:cNvGrpSpPr/>
          <p:nvPr userDrawn="1">
            <p:custDataLst>
              <p:tags r:id="rId34"/>
            </p:custDataLst>
          </p:nvPr>
        </p:nvGrpSpPr>
        <p:grpSpPr>
          <a:xfrm>
            <a:off x="8296922" y="3978000"/>
            <a:ext cx="1024878" cy="1024878"/>
            <a:chOff x="4334905" y="3282696"/>
            <a:chExt cx="292608" cy="292608"/>
          </a:xfrm>
          <a:solidFill>
            <a:schemeClr val="accent1"/>
          </a:solidFill>
        </p:grpSpPr>
        <p:sp>
          <p:nvSpPr>
            <p:cNvPr id="29" name="Harvey 0/100 [0]">
              <a:extLst>
                <a:ext uri="{FF2B5EF4-FFF2-40B4-BE49-F238E27FC236}">
                  <a16:creationId xmlns:a16="http://schemas.microsoft.com/office/drawing/2014/main" id="{C2D4C837-2D4B-4D6B-81F8-9B001989609B}"/>
                </a:ext>
              </a:extLst>
            </p:cNvPr>
            <p:cNvSpPr>
              <a:spLocks noChangeAspect="1"/>
            </p:cNvSpPr>
            <p:nvPr>
              <p:custDataLst>
                <p:tags r:id="rId3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0" name="Harvey 1/100 [1]">
              <a:extLst>
                <a:ext uri="{FF2B5EF4-FFF2-40B4-BE49-F238E27FC236}">
                  <a16:creationId xmlns:a16="http://schemas.microsoft.com/office/drawing/2014/main" id="{BACD6AAA-4A1C-46BE-B491-9A4A9C7C56F3}"/>
                </a:ext>
              </a:extLst>
            </p:cNvPr>
            <p:cNvSpPr>
              <a:spLocks noChangeAspect="1"/>
            </p:cNvSpPr>
            <p:nvPr>
              <p:custDataLst>
                <p:tags r:id="rId3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26"/>
                  </a:moveTo>
                  <a:arcTo wR="317500" hR="317500" stAng="-5184000" swAng="2138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1" name="Harvey 2/100 [2]">
              <a:extLst>
                <a:ext uri="{FF2B5EF4-FFF2-40B4-BE49-F238E27FC236}">
                  <a16:creationId xmlns:a16="http://schemas.microsoft.com/office/drawing/2014/main" id="{701024C3-4DEF-477C-9CFB-100E0303499E}"/>
                </a:ext>
              </a:extLst>
            </p:cNvPr>
            <p:cNvSpPr>
              <a:spLocks noChangeAspect="1"/>
            </p:cNvSpPr>
            <p:nvPr>
              <p:custDataLst>
                <p:tags r:id="rId3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2503"/>
                  </a:moveTo>
                  <a:arcTo wR="317500" hR="317500" stAng="-4968000" swAng="2116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2" name="Harvey 3/100 [3]">
              <a:extLst>
                <a:ext uri="{FF2B5EF4-FFF2-40B4-BE49-F238E27FC236}">
                  <a16:creationId xmlns:a16="http://schemas.microsoft.com/office/drawing/2014/main" id="{46A461CD-8D28-4422-AF2A-8267EFA51CAD}"/>
                </a:ext>
              </a:extLst>
            </p:cNvPr>
            <p:cNvSpPr>
              <a:spLocks noChangeAspect="1"/>
            </p:cNvSpPr>
            <p:nvPr>
              <p:custDataLst>
                <p:tags r:id="rId3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5623"/>
                  </a:moveTo>
                  <a:arcTo wR="317500" hR="317500" stAng="-4752000" swAng="2095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3" name="Harvey 4/100 [4]">
              <a:extLst>
                <a:ext uri="{FF2B5EF4-FFF2-40B4-BE49-F238E27FC236}">
                  <a16:creationId xmlns:a16="http://schemas.microsoft.com/office/drawing/2014/main" id="{0A337C3A-F021-437D-9E3D-FDE5AF266029}"/>
                </a:ext>
              </a:extLst>
            </p:cNvPr>
            <p:cNvSpPr>
              <a:spLocks noChangeAspect="1"/>
            </p:cNvSpPr>
            <p:nvPr>
              <p:custDataLst>
                <p:tags r:id="rId3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9974"/>
                  </a:moveTo>
                  <a:arcTo wR="317500" hR="317500" stAng="-4536000" swAng="20735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5" name="Harvey 5/100 [5]">
              <a:extLst>
                <a:ext uri="{FF2B5EF4-FFF2-40B4-BE49-F238E27FC236}">
                  <a16:creationId xmlns:a16="http://schemas.microsoft.com/office/drawing/2014/main" id="{BDF66AF7-3D75-4118-B7E6-241B2C41B2C9}"/>
                </a:ext>
              </a:extLst>
            </p:cNvPr>
            <p:cNvSpPr>
              <a:spLocks noChangeAspect="1"/>
            </p:cNvSpPr>
            <p:nvPr>
              <p:custDataLst>
                <p:tags r:id="rId4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15539"/>
                  </a:moveTo>
                  <a:arcTo wR="317500" hR="317500" stAng="-4320000" swAng="2052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6" name="Harvey 6/100 [6]">
              <a:extLst>
                <a:ext uri="{FF2B5EF4-FFF2-40B4-BE49-F238E27FC236}">
                  <a16:creationId xmlns:a16="http://schemas.microsoft.com/office/drawing/2014/main" id="{E74E7438-4315-4097-9BA7-F0CE3252AC14}"/>
                </a:ext>
              </a:extLst>
            </p:cNvPr>
            <p:cNvSpPr>
              <a:spLocks noChangeAspect="1"/>
            </p:cNvSpPr>
            <p:nvPr>
              <p:custDataLst>
                <p:tags r:id="rId4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22295"/>
                  </a:moveTo>
                  <a:arcTo wR="317500" hR="317500" stAng="-4104000" swAng="2030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7" name="Harvey 7/100 [7]">
              <a:extLst>
                <a:ext uri="{FF2B5EF4-FFF2-40B4-BE49-F238E27FC236}">
                  <a16:creationId xmlns:a16="http://schemas.microsoft.com/office/drawing/2014/main" id="{FEBA4E91-97BB-4DAC-B193-66FA4828DB26}"/>
                </a:ext>
              </a:extLst>
            </p:cNvPr>
            <p:cNvSpPr>
              <a:spLocks noChangeAspect="1"/>
            </p:cNvSpPr>
            <p:nvPr>
              <p:custDataLst>
                <p:tags r:id="rId4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30217"/>
                  </a:moveTo>
                  <a:arcTo wR="317500" hR="317500" stAng="-3888000" swAng="2008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8" name="Harvey 8/100 [8]">
              <a:extLst>
                <a:ext uri="{FF2B5EF4-FFF2-40B4-BE49-F238E27FC236}">
                  <a16:creationId xmlns:a16="http://schemas.microsoft.com/office/drawing/2014/main" id="{EEB85E02-177B-40CF-B926-A4423CC7C827}"/>
                </a:ext>
              </a:extLst>
            </p:cNvPr>
            <p:cNvSpPr>
              <a:spLocks noChangeAspect="1"/>
            </p:cNvSpPr>
            <p:nvPr>
              <p:custDataLst>
                <p:tags r:id="rId4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39272"/>
                  </a:moveTo>
                  <a:arcTo wR="317500" hR="317500" stAng="-3672000" swAng="198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9" name="Harvey 9/100 [9]">
              <a:extLst>
                <a:ext uri="{FF2B5EF4-FFF2-40B4-BE49-F238E27FC236}">
                  <a16:creationId xmlns:a16="http://schemas.microsoft.com/office/drawing/2014/main" id="{C133BC7F-B0E3-404F-92D1-BB930C4F3311}"/>
                </a:ext>
              </a:extLst>
            </p:cNvPr>
            <p:cNvSpPr>
              <a:spLocks noChangeAspect="1"/>
            </p:cNvSpPr>
            <p:nvPr>
              <p:custDataLst>
                <p:tags r:id="rId4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49425"/>
                  </a:moveTo>
                  <a:arcTo wR="317500" hR="317500" stAng="-3456000" swAng="1965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0" name="Harvey 10/100 [10]">
              <a:extLst>
                <a:ext uri="{FF2B5EF4-FFF2-40B4-BE49-F238E27FC236}">
                  <a16:creationId xmlns:a16="http://schemas.microsoft.com/office/drawing/2014/main" id="{F2FB72A6-CDF7-48B3-A3B8-5A5FC061802C}"/>
                </a:ext>
              </a:extLst>
            </p:cNvPr>
            <p:cNvSpPr>
              <a:spLocks noChangeAspect="1"/>
            </p:cNvSpPr>
            <p:nvPr>
              <p:custDataLst>
                <p:tags r:id="rId4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60637"/>
                  </a:moveTo>
                  <a:arcTo wR="317500" hR="317500" stAng="-3240000" swAng="194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1" name="Harvey 11/100 [11]">
              <a:extLst>
                <a:ext uri="{FF2B5EF4-FFF2-40B4-BE49-F238E27FC236}">
                  <a16:creationId xmlns:a16="http://schemas.microsoft.com/office/drawing/2014/main" id="{F3110C8B-1B18-4579-AB3F-0F4A0840CF38}"/>
                </a:ext>
              </a:extLst>
            </p:cNvPr>
            <p:cNvSpPr>
              <a:spLocks noChangeAspect="1"/>
            </p:cNvSpPr>
            <p:nvPr>
              <p:custDataLst>
                <p:tags r:id="rId4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3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72862"/>
                  </a:moveTo>
                  <a:arcTo wR="317500" hR="317500" stAng="-3024000" swAng="192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2" name="Harvey 12/100 [12]">
              <a:extLst>
                <a:ext uri="{FF2B5EF4-FFF2-40B4-BE49-F238E27FC236}">
                  <a16:creationId xmlns:a16="http://schemas.microsoft.com/office/drawing/2014/main" id="{84A1B722-E5AC-45F7-9498-7FF502B6FA2B}"/>
                </a:ext>
              </a:extLst>
            </p:cNvPr>
            <p:cNvSpPr>
              <a:spLocks noChangeAspect="1"/>
            </p:cNvSpPr>
            <p:nvPr>
              <p:custDataLst>
                <p:tags r:id="rId4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5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86052"/>
                  </a:moveTo>
                  <a:arcTo wR="317500" hR="317500" stAng="-2808000" swAng="190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3" name="Harvey 13/100 [13]">
              <a:extLst>
                <a:ext uri="{FF2B5EF4-FFF2-40B4-BE49-F238E27FC236}">
                  <a16:creationId xmlns:a16="http://schemas.microsoft.com/office/drawing/2014/main" id="{A5599F20-B957-4DF9-8B04-F2B77AAF0BDB}"/>
                </a:ext>
              </a:extLst>
            </p:cNvPr>
            <p:cNvSpPr>
              <a:spLocks noChangeAspect="1"/>
            </p:cNvSpPr>
            <p:nvPr>
              <p:custDataLst>
                <p:tags r:id="rId4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8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100156"/>
                  </a:moveTo>
                  <a:arcTo wR="317500" hR="317500" stAng="-2591999" swAng="1879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4" name="Harvey 14/100 [14]">
              <a:extLst>
                <a:ext uri="{FF2B5EF4-FFF2-40B4-BE49-F238E27FC236}">
                  <a16:creationId xmlns:a16="http://schemas.microsoft.com/office/drawing/2014/main" id="{F74357FC-EB3D-46C4-B56A-5007C9F4FB84}"/>
                </a:ext>
              </a:extLst>
            </p:cNvPr>
            <p:cNvSpPr>
              <a:spLocks noChangeAspect="1"/>
            </p:cNvSpPr>
            <p:nvPr>
              <p:custDataLst>
                <p:tags r:id="rId4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0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115117"/>
                  </a:moveTo>
                  <a:arcTo wR="317500" hR="317500" stAng="-2375999" swAng="1857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5" name="Harvey 15/100 [15]">
              <a:extLst>
                <a:ext uri="{FF2B5EF4-FFF2-40B4-BE49-F238E27FC236}">
                  <a16:creationId xmlns:a16="http://schemas.microsoft.com/office/drawing/2014/main" id="{32E8E8F3-9DBC-46F4-9700-CAF071913650}"/>
                </a:ext>
              </a:extLst>
            </p:cNvPr>
            <p:cNvSpPr>
              <a:spLocks noChangeAspect="1"/>
            </p:cNvSpPr>
            <p:nvPr>
              <p:custDataLst>
                <p:tags r:id="rId5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2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130878"/>
                  </a:moveTo>
                  <a:arcTo wR="317500" hR="317500" stAng="-2160000" swAng="1836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6" name="Harvey 16/100 [16]">
              <a:extLst>
                <a:ext uri="{FF2B5EF4-FFF2-40B4-BE49-F238E27FC236}">
                  <a16:creationId xmlns:a16="http://schemas.microsoft.com/office/drawing/2014/main" id="{71360883-3CF3-4439-9568-E456C60454A8}"/>
                </a:ext>
              </a:extLst>
            </p:cNvPr>
            <p:cNvSpPr>
              <a:spLocks noChangeAspect="1"/>
            </p:cNvSpPr>
            <p:nvPr>
              <p:custDataLst>
                <p:tags r:id="rId5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4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147374"/>
                  </a:moveTo>
                  <a:arcTo wR="317500" hR="317500" stAng="-1944000" swAng="1814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7" name="Harvey 17/100 [17]">
              <a:extLst>
                <a:ext uri="{FF2B5EF4-FFF2-40B4-BE49-F238E27FC236}">
                  <a16:creationId xmlns:a16="http://schemas.microsoft.com/office/drawing/2014/main" id="{AE88FC9E-FB95-4413-AE3E-B8BF504735B5}"/>
                </a:ext>
              </a:extLst>
            </p:cNvPr>
            <p:cNvSpPr>
              <a:spLocks noChangeAspect="1"/>
            </p:cNvSpPr>
            <p:nvPr>
              <p:custDataLst>
                <p:tags r:id="rId5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6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164543"/>
                  </a:moveTo>
                  <a:arcTo wR="317500" hR="317500" stAng="-1727999" swAng="1792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8" name="Harvey 18/100 [18]">
              <a:extLst>
                <a:ext uri="{FF2B5EF4-FFF2-40B4-BE49-F238E27FC236}">
                  <a16:creationId xmlns:a16="http://schemas.microsoft.com/office/drawing/2014/main" id="{62593B83-E4BE-4CE8-9B0B-25AF9B7D4254}"/>
                </a:ext>
              </a:extLst>
            </p:cNvPr>
            <p:cNvSpPr>
              <a:spLocks noChangeAspect="1"/>
            </p:cNvSpPr>
            <p:nvPr>
              <p:custDataLst>
                <p:tags r:id="rId5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8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182315"/>
                  </a:moveTo>
                  <a:arcTo wR="317500" hR="317500" stAng="-1512000" swAng="1771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9" name="Harvey 19/100 [19]">
              <a:extLst>
                <a:ext uri="{FF2B5EF4-FFF2-40B4-BE49-F238E27FC236}">
                  <a16:creationId xmlns:a16="http://schemas.microsoft.com/office/drawing/2014/main" id="{CD41838E-0172-403D-9B68-FD51310F5400}"/>
                </a:ext>
              </a:extLst>
            </p:cNvPr>
            <p:cNvSpPr>
              <a:spLocks noChangeAspect="1"/>
            </p:cNvSpPr>
            <p:nvPr>
              <p:custDataLst>
                <p:tags r:id="rId5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1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200620"/>
                  </a:moveTo>
                  <a:arcTo wR="317500" hR="317500" stAng="-1295999" swAng="174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0" name="Harvey 20/100 [20]">
              <a:extLst>
                <a:ext uri="{FF2B5EF4-FFF2-40B4-BE49-F238E27FC236}">
                  <a16:creationId xmlns:a16="http://schemas.microsoft.com/office/drawing/2014/main" id="{EDE3F4CF-CB3E-40C2-B070-AC09F1E8FBD5}"/>
                </a:ext>
              </a:extLst>
            </p:cNvPr>
            <p:cNvSpPr>
              <a:spLocks noChangeAspect="1"/>
            </p:cNvSpPr>
            <p:nvPr>
              <p:custDataLst>
                <p:tags r:id="rId5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219387"/>
                  </a:moveTo>
                  <a:arcTo wR="317500" hR="317500" stAng="-1080000" swAng="172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1" name="Harvey 21/100 [21]">
              <a:extLst>
                <a:ext uri="{FF2B5EF4-FFF2-40B4-BE49-F238E27FC236}">
                  <a16:creationId xmlns:a16="http://schemas.microsoft.com/office/drawing/2014/main" id="{CD8E25E7-83D2-4F78-92A7-435281704491}"/>
                </a:ext>
              </a:extLst>
            </p:cNvPr>
            <p:cNvSpPr>
              <a:spLocks noChangeAspect="1"/>
            </p:cNvSpPr>
            <p:nvPr>
              <p:custDataLst>
                <p:tags r:id="rId5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5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238540"/>
                  </a:moveTo>
                  <a:arcTo wR="317500" hR="317500" stAng="-864000" swAng="170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2" name="Harvey 22/100 [22]">
              <a:extLst>
                <a:ext uri="{FF2B5EF4-FFF2-40B4-BE49-F238E27FC236}">
                  <a16:creationId xmlns:a16="http://schemas.microsoft.com/office/drawing/2014/main" id="{C6A696FB-9EFC-47F6-9860-247C48C1FC3D}"/>
                </a:ext>
              </a:extLst>
            </p:cNvPr>
            <p:cNvSpPr>
              <a:spLocks noChangeAspect="1"/>
            </p:cNvSpPr>
            <p:nvPr>
              <p:custDataLst>
                <p:tags r:id="rId5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7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258006"/>
                  </a:moveTo>
                  <a:arcTo wR="317500" hR="317500" stAng="-647999" swAng="168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3" name="Harvey 23/100 [23]">
              <a:extLst>
                <a:ext uri="{FF2B5EF4-FFF2-40B4-BE49-F238E27FC236}">
                  <a16:creationId xmlns:a16="http://schemas.microsoft.com/office/drawing/2014/main" id="{252958D2-EE89-4FBF-BF7B-C8AFAD704413}"/>
                </a:ext>
              </a:extLst>
            </p:cNvPr>
            <p:cNvSpPr>
              <a:spLocks noChangeAspect="1"/>
            </p:cNvSpPr>
            <p:nvPr>
              <p:custDataLst>
                <p:tags r:id="rId5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9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277706"/>
                  </a:moveTo>
                  <a:arcTo wR="317500" hR="317500" stAng="-432000" swAng="166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4" name="Harvey 24/100 [24]">
              <a:extLst>
                <a:ext uri="{FF2B5EF4-FFF2-40B4-BE49-F238E27FC236}">
                  <a16:creationId xmlns:a16="http://schemas.microsoft.com/office/drawing/2014/main" id="{314E82DC-04B6-406C-9D65-1115F4D2AA22}"/>
                </a:ext>
              </a:extLst>
            </p:cNvPr>
            <p:cNvSpPr>
              <a:spLocks noChangeAspect="1"/>
            </p:cNvSpPr>
            <p:nvPr>
              <p:custDataLst>
                <p:tags r:id="rId5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1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297564"/>
                  </a:moveTo>
                  <a:arcTo wR="317500" hR="317500" stAng="-216000" swAng="164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5" name="Harvey 25/100 [25]">
              <a:extLst>
                <a:ext uri="{FF2B5EF4-FFF2-40B4-BE49-F238E27FC236}">
                  <a16:creationId xmlns:a16="http://schemas.microsoft.com/office/drawing/2014/main" id="{669D1B60-A74F-4296-8610-F3DCDDC15022}"/>
                </a:ext>
              </a:extLst>
            </p:cNvPr>
            <p:cNvSpPr>
              <a:spLocks noChangeAspect="1"/>
            </p:cNvSpPr>
            <p:nvPr>
              <p:custDataLst>
                <p:tags r:id="rId6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6" name="Harvey 26/100 [26]">
              <a:extLst>
                <a:ext uri="{FF2B5EF4-FFF2-40B4-BE49-F238E27FC236}">
                  <a16:creationId xmlns:a16="http://schemas.microsoft.com/office/drawing/2014/main" id="{FF6DD112-04B6-4656-AB9D-1F9950FEE2D9}"/>
                </a:ext>
              </a:extLst>
            </p:cNvPr>
            <p:cNvSpPr>
              <a:spLocks noChangeAspect="1"/>
            </p:cNvSpPr>
            <p:nvPr>
              <p:custDataLst>
                <p:tags r:id="rId6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6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337435"/>
                  </a:moveTo>
                  <a:arcTo wR="317500" hR="317500" stAng="216000" swAng="1598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7" name="Harvey 27/100 [27]">
              <a:extLst>
                <a:ext uri="{FF2B5EF4-FFF2-40B4-BE49-F238E27FC236}">
                  <a16:creationId xmlns:a16="http://schemas.microsoft.com/office/drawing/2014/main" id="{E2928B53-FC5C-427C-AE65-9286773D84B2}"/>
                </a:ext>
              </a:extLst>
            </p:cNvPr>
            <p:cNvSpPr>
              <a:spLocks noChangeAspect="1"/>
            </p:cNvSpPr>
            <p:nvPr>
              <p:custDataLst>
                <p:tags r:id="rId6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8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357293"/>
                  </a:moveTo>
                  <a:arcTo wR="317500" hR="317500" stAng="432000" swAng="1576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8" name="Harvey 28/100 [28]">
              <a:extLst>
                <a:ext uri="{FF2B5EF4-FFF2-40B4-BE49-F238E27FC236}">
                  <a16:creationId xmlns:a16="http://schemas.microsoft.com/office/drawing/2014/main" id="{D8CF4F20-8FEC-47FF-9B86-E818143B2C19}"/>
                </a:ext>
              </a:extLst>
            </p:cNvPr>
            <p:cNvSpPr>
              <a:spLocks noChangeAspect="1"/>
            </p:cNvSpPr>
            <p:nvPr>
              <p:custDataLst>
                <p:tags r:id="rId6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0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376993"/>
                  </a:moveTo>
                  <a:arcTo wR="317500" hR="317500" stAng="648000" swAng="1555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9" name="Harvey 29/100 [29]">
              <a:extLst>
                <a:ext uri="{FF2B5EF4-FFF2-40B4-BE49-F238E27FC236}">
                  <a16:creationId xmlns:a16="http://schemas.microsoft.com/office/drawing/2014/main" id="{E1AF074D-4599-4D0E-8078-66303FEBDE44}"/>
                </a:ext>
              </a:extLst>
            </p:cNvPr>
            <p:cNvSpPr>
              <a:spLocks noChangeAspect="1"/>
            </p:cNvSpPr>
            <p:nvPr>
              <p:custDataLst>
                <p:tags r:id="rId6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26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396459"/>
                  </a:moveTo>
                  <a:arcTo wR="317500" hR="317500" stAng="863999" swAng="1533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0" name="Harvey 30/100 [30]">
              <a:extLst>
                <a:ext uri="{FF2B5EF4-FFF2-40B4-BE49-F238E27FC236}">
                  <a16:creationId xmlns:a16="http://schemas.microsoft.com/office/drawing/2014/main" id="{2DF9C982-C062-4899-8A5F-20F49AD9E1B5}"/>
                </a:ext>
              </a:extLst>
            </p:cNvPr>
            <p:cNvSpPr>
              <a:spLocks noChangeAspect="1"/>
            </p:cNvSpPr>
            <p:nvPr>
              <p:custDataLst>
                <p:tags r:id="rId6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415612"/>
                  </a:moveTo>
                  <a:arcTo wR="317500" hR="317500" stAng="1080000" swAng="1511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1" name="Harvey 31/100 [31]">
              <a:extLst>
                <a:ext uri="{FF2B5EF4-FFF2-40B4-BE49-F238E27FC236}">
                  <a16:creationId xmlns:a16="http://schemas.microsoft.com/office/drawing/2014/main" id="{E98CD797-9DD9-4143-9058-D1ABF95E7406}"/>
                </a:ext>
              </a:extLst>
            </p:cNvPr>
            <p:cNvSpPr>
              <a:spLocks noChangeAspect="1"/>
            </p:cNvSpPr>
            <p:nvPr>
              <p:custDataLst>
                <p:tags r:id="rId6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6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434379"/>
                  </a:moveTo>
                  <a:arcTo wR="317500" hR="317500" stAng="1295999" swAng="1490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2" name="Harvey 32/100 [32]">
              <a:extLst>
                <a:ext uri="{FF2B5EF4-FFF2-40B4-BE49-F238E27FC236}">
                  <a16:creationId xmlns:a16="http://schemas.microsoft.com/office/drawing/2014/main" id="{39029FE4-844F-47DA-8FEF-FB68673FF10C}"/>
                </a:ext>
              </a:extLst>
            </p:cNvPr>
            <p:cNvSpPr>
              <a:spLocks noChangeAspect="1"/>
            </p:cNvSpPr>
            <p:nvPr>
              <p:custDataLst>
                <p:tags r:id="rId6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9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452684"/>
                  </a:moveTo>
                  <a:arcTo wR="317500" hR="317500" stAng="1512000" swAng="1468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3" name="Harvey 33/100 [33]">
              <a:extLst>
                <a:ext uri="{FF2B5EF4-FFF2-40B4-BE49-F238E27FC236}">
                  <a16:creationId xmlns:a16="http://schemas.microsoft.com/office/drawing/2014/main" id="{B99AA4D4-9C74-447B-89EF-8FD268FF95EE}"/>
                </a:ext>
              </a:extLst>
            </p:cNvPr>
            <p:cNvSpPr>
              <a:spLocks noChangeAspect="1"/>
            </p:cNvSpPr>
            <p:nvPr>
              <p:custDataLst>
                <p:tags r:id="rId6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1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470456"/>
                  </a:moveTo>
                  <a:arcTo wR="317500" hR="317500" stAng="1728000" swAng="144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4" name="Harvey 34/100 [34]">
              <a:extLst>
                <a:ext uri="{FF2B5EF4-FFF2-40B4-BE49-F238E27FC236}">
                  <a16:creationId xmlns:a16="http://schemas.microsoft.com/office/drawing/2014/main" id="{0880CCDE-4DDE-49A8-AFB2-FDDCE314B4D3}"/>
                </a:ext>
              </a:extLst>
            </p:cNvPr>
            <p:cNvSpPr>
              <a:spLocks noChangeAspect="1"/>
            </p:cNvSpPr>
            <p:nvPr>
              <p:custDataLst>
                <p:tags r:id="rId6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3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487625"/>
                  </a:moveTo>
                  <a:arcTo wR="317500" hR="317500" stAng="1944000" swAng="14255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5" name="Harvey 35/100 [35]">
              <a:extLst>
                <a:ext uri="{FF2B5EF4-FFF2-40B4-BE49-F238E27FC236}">
                  <a16:creationId xmlns:a16="http://schemas.microsoft.com/office/drawing/2014/main" id="{F37E834A-F9D8-4623-BC85-60359856CCD0}"/>
                </a:ext>
              </a:extLst>
            </p:cNvPr>
            <p:cNvSpPr>
              <a:spLocks noChangeAspect="1"/>
            </p:cNvSpPr>
            <p:nvPr>
              <p:custDataLst>
                <p:tags r:id="rId7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55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504121"/>
                  </a:moveTo>
                  <a:arcTo wR="317500" hR="317500" stAng="2159999" swAng="140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6" name="Harvey 36/100 [36]">
              <a:extLst>
                <a:ext uri="{FF2B5EF4-FFF2-40B4-BE49-F238E27FC236}">
                  <a16:creationId xmlns:a16="http://schemas.microsoft.com/office/drawing/2014/main" id="{15163940-B229-4368-B727-3714123C78AB}"/>
                </a:ext>
              </a:extLst>
            </p:cNvPr>
            <p:cNvSpPr>
              <a:spLocks noChangeAspect="1"/>
            </p:cNvSpPr>
            <p:nvPr>
              <p:custDataLst>
                <p:tags r:id="rId7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7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519882"/>
                  </a:moveTo>
                  <a:arcTo wR="317500" hR="317500" stAng="2375999" swAng="138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7" name="Harvey 37/100 [37]">
              <a:extLst>
                <a:ext uri="{FF2B5EF4-FFF2-40B4-BE49-F238E27FC236}">
                  <a16:creationId xmlns:a16="http://schemas.microsoft.com/office/drawing/2014/main" id="{64BAECDC-27C7-4333-B9D8-59DE42A1B1AA}"/>
                </a:ext>
              </a:extLst>
            </p:cNvPr>
            <p:cNvSpPr>
              <a:spLocks noChangeAspect="1"/>
            </p:cNvSpPr>
            <p:nvPr>
              <p:custDataLst>
                <p:tags r:id="rId7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9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534843"/>
                  </a:moveTo>
                  <a:arcTo wR="317500" hR="317500" stAng="2591999" swAng="136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8" name="Harvey 38/100 [38]">
              <a:extLst>
                <a:ext uri="{FF2B5EF4-FFF2-40B4-BE49-F238E27FC236}">
                  <a16:creationId xmlns:a16="http://schemas.microsoft.com/office/drawing/2014/main" id="{4F018A0A-A74A-4E47-BC47-203679D4F8C0}"/>
                </a:ext>
              </a:extLst>
            </p:cNvPr>
            <p:cNvSpPr>
              <a:spLocks noChangeAspect="1"/>
            </p:cNvSpPr>
            <p:nvPr>
              <p:custDataLst>
                <p:tags r:id="rId7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2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548947"/>
                  </a:moveTo>
                  <a:arcTo wR="317500" hR="317500" stAng="2808000" swAng="1339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9" name="Harvey 39/100 [39]">
              <a:extLst>
                <a:ext uri="{FF2B5EF4-FFF2-40B4-BE49-F238E27FC236}">
                  <a16:creationId xmlns:a16="http://schemas.microsoft.com/office/drawing/2014/main" id="{ACA75957-9FDB-46A2-82EC-77103CBEAC52}"/>
                </a:ext>
              </a:extLst>
            </p:cNvPr>
            <p:cNvSpPr>
              <a:spLocks noChangeAspect="1"/>
            </p:cNvSpPr>
            <p:nvPr>
              <p:custDataLst>
                <p:tags r:id="rId7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4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562137"/>
                  </a:moveTo>
                  <a:arcTo wR="317500" hR="317500" stAng="3024000" swAng="1317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0" name="Harvey 40/100 [40]">
              <a:extLst>
                <a:ext uri="{FF2B5EF4-FFF2-40B4-BE49-F238E27FC236}">
                  <a16:creationId xmlns:a16="http://schemas.microsoft.com/office/drawing/2014/main" id="{025DFA7F-A073-422A-8D20-E27D1ABE4342}"/>
                </a:ext>
              </a:extLst>
            </p:cNvPr>
            <p:cNvSpPr>
              <a:spLocks noChangeAspect="1"/>
            </p:cNvSpPr>
            <p:nvPr>
              <p:custDataLst>
                <p:tags r:id="rId7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574362"/>
                  </a:moveTo>
                  <a:arcTo wR="317500" hR="317500" stAng="3240000" swAng="1296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1" name="Harvey 41/100 [41]">
              <a:extLst>
                <a:ext uri="{FF2B5EF4-FFF2-40B4-BE49-F238E27FC236}">
                  <a16:creationId xmlns:a16="http://schemas.microsoft.com/office/drawing/2014/main" id="{BF311CE9-A4CB-4965-8F0F-5B6811E9FB20}"/>
                </a:ext>
              </a:extLst>
            </p:cNvPr>
            <p:cNvSpPr>
              <a:spLocks noChangeAspect="1"/>
            </p:cNvSpPr>
            <p:nvPr>
              <p:custDataLst>
                <p:tags r:id="rId7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8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585574"/>
                  </a:moveTo>
                  <a:arcTo wR="317500" hR="317500" stAng="3455999" swAng="1274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2" name="Harvey 42/100 [42]">
              <a:extLst>
                <a:ext uri="{FF2B5EF4-FFF2-40B4-BE49-F238E27FC236}">
                  <a16:creationId xmlns:a16="http://schemas.microsoft.com/office/drawing/2014/main" id="{1B415A3D-1E85-4E6A-8BAB-3BB56600BA4F}"/>
                </a:ext>
              </a:extLst>
            </p:cNvPr>
            <p:cNvSpPr>
              <a:spLocks noChangeAspect="1"/>
            </p:cNvSpPr>
            <p:nvPr>
              <p:custDataLst>
                <p:tags r:id="rId7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0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595727"/>
                  </a:moveTo>
                  <a:arcTo wR="317500" hR="317500" stAng="3671999" swAng="1252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3" name="Harvey 43/100 [43]">
              <a:extLst>
                <a:ext uri="{FF2B5EF4-FFF2-40B4-BE49-F238E27FC236}">
                  <a16:creationId xmlns:a16="http://schemas.microsoft.com/office/drawing/2014/main" id="{7EAD6077-4487-4E7D-846D-445E65B5291C}"/>
                </a:ext>
              </a:extLst>
            </p:cNvPr>
            <p:cNvSpPr>
              <a:spLocks noChangeAspect="1"/>
            </p:cNvSpPr>
            <p:nvPr>
              <p:custDataLst>
                <p:tags r:id="rId7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2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604782"/>
                  </a:moveTo>
                  <a:arcTo wR="317500" hR="317500" stAng="3888000" swAng="1231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4" name="Harvey 44/100 [44]">
              <a:extLst>
                <a:ext uri="{FF2B5EF4-FFF2-40B4-BE49-F238E27FC236}">
                  <a16:creationId xmlns:a16="http://schemas.microsoft.com/office/drawing/2014/main" id="{4B57ADAF-4A83-4CB4-8920-E2B9F994E83E}"/>
                </a:ext>
              </a:extLst>
            </p:cNvPr>
            <p:cNvSpPr>
              <a:spLocks noChangeAspect="1"/>
            </p:cNvSpPr>
            <p:nvPr>
              <p:custDataLst>
                <p:tags r:id="rId7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5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612704"/>
                  </a:moveTo>
                  <a:arcTo wR="317500" hR="317500" stAng="4104000" swAng="120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5" name="Harvey 45/100 [45]">
              <a:extLst>
                <a:ext uri="{FF2B5EF4-FFF2-40B4-BE49-F238E27FC236}">
                  <a16:creationId xmlns:a16="http://schemas.microsoft.com/office/drawing/2014/main" id="{FF3E5416-AC43-4CBB-A32A-A966ED03106F}"/>
                </a:ext>
              </a:extLst>
            </p:cNvPr>
            <p:cNvSpPr>
              <a:spLocks noChangeAspect="1"/>
            </p:cNvSpPr>
            <p:nvPr>
              <p:custDataLst>
                <p:tags r:id="rId8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7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619460"/>
                  </a:moveTo>
                  <a:arcTo wR="317500" hR="317500" stAng="4320000" swAng="118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6" name="Harvey 46/100 [46]">
              <a:extLst>
                <a:ext uri="{FF2B5EF4-FFF2-40B4-BE49-F238E27FC236}">
                  <a16:creationId xmlns:a16="http://schemas.microsoft.com/office/drawing/2014/main" id="{49AFF9C1-C19A-487C-A4C1-47DA87277C3B}"/>
                </a:ext>
              </a:extLst>
            </p:cNvPr>
            <p:cNvSpPr>
              <a:spLocks noChangeAspect="1"/>
            </p:cNvSpPr>
            <p:nvPr>
              <p:custDataLst>
                <p:tags r:id="rId8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9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625025"/>
                  </a:moveTo>
                  <a:arcTo wR="317500" hR="317500" stAng="4536000" swAng="116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7" name="Harvey 47/100 [47]">
              <a:extLst>
                <a:ext uri="{FF2B5EF4-FFF2-40B4-BE49-F238E27FC236}">
                  <a16:creationId xmlns:a16="http://schemas.microsoft.com/office/drawing/2014/main" id="{F35AEE09-D82F-438F-9D01-96C6876241F1}"/>
                </a:ext>
              </a:extLst>
            </p:cNvPr>
            <p:cNvSpPr>
              <a:spLocks noChangeAspect="1"/>
            </p:cNvSpPr>
            <p:nvPr>
              <p:custDataLst>
                <p:tags r:id="rId8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1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629376"/>
                  </a:moveTo>
                  <a:arcTo wR="317500" hR="317500" stAng="4751999" swAng="114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8" name="Harvey 48/100 [48]">
              <a:extLst>
                <a:ext uri="{FF2B5EF4-FFF2-40B4-BE49-F238E27FC236}">
                  <a16:creationId xmlns:a16="http://schemas.microsoft.com/office/drawing/2014/main" id="{4FC3325B-EEB2-4420-9715-1149CEACE9AC}"/>
                </a:ext>
              </a:extLst>
            </p:cNvPr>
            <p:cNvSpPr>
              <a:spLocks noChangeAspect="1"/>
            </p:cNvSpPr>
            <p:nvPr>
              <p:custDataLst>
                <p:tags r:id="rId8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36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632496"/>
                  </a:moveTo>
                  <a:arcTo wR="317500" hR="317500" stAng="4967999" swAng="112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9" name="Harvey 49/100 [49]">
              <a:extLst>
                <a:ext uri="{FF2B5EF4-FFF2-40B4-BE49-F238E27FC236}">
                  <a16:creationId xmlns:a16="http://schemas.microsoft.com/office/drawing/2014/main" id="{3BE00D50-8FCE-4E11-AA24-10B621732F20}"/>
                </a:ext>
              </a:extLst>
            </p:cNvPr>
            <p:cNvSpPr>
              <a:spLocks noChangeAspect="1"/>
            </p:cNvSpPr>
            <p:nvPr>
              <p:custDataLst>
                <p:tags r:id="rId8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5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34373"/>
                  </a:moveTo>
                  <a:arcTo wR="317500" hR="317500" stAng="5184000" swAng="110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0" name="Harvey 50/100 [50]">
              <a:extLst>
                <a:ext uri="{FF2B5EF4-FFF2-40B4-BE49-F238E27FC236}">
                  <a16:creationId xmlns:a16="http://schemas.microsoft.com/office/drawing/2014/main" id="{97083993-8BFD-443F-A3A3-D28EF389CE2B}"/>
                </a:ext>
              </a:extLst>
            </p:cNvPr>
            <p:cNvSpPr>
              <a:spLocks noChangeAspect="1"/>
            </p:cNvSpPr>
            <p:nvPr>
              <p:custDataLst>
                <p:tags r:id="rId8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1" name="Harvey 51/100 [51]">
              <a:extLst>
                <a:ext uri="{FF2B5EF4-FFF2-40B4-BE49-F238E27FC236}">
                  <a16:creationId xmlns:a16="http://schemas.microsoft.com/office/drawing/2014/main" id="{BDE38762-18E9-47FF-895E-325F5976ECAA}"/>
                </a:ext>
              </a:extLst>
            </p:cNvPr>
            <p:cNvSpPr>
              <a:spLocks noChangeAspect="1"/>
            </p:cNvSpPr>
            <p:nvPr>
              <p:custDataLst>
                <p:tags r:id="rId8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0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34373"/>
                  </a:moveTo>
                  <a:arcTo wR="317500" hR="317500" stAng="5616000" swAng="1058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2" name="Harvey 52/100 [52]">
              <a:extLst>
                <a:ext uri="{FF2B5EF4-FFF2-40B4-BE49-F238E27FC236}">
                  <a16:creationId xmlns:a16="http://schemas.microsoft.com/office/drawing/2014/main" id="{785EAA21-FBCD-46DC-8430-7AB12F5A66AF}"/>
                </a:ext>
              </a:extLst>
            </p:cNvPr>
            <p:cNvSpPr>
              <a:spLocks noChangeAspect="1"/>
            </p:cNvSpPr>
            <p:nvPr>
              <p:custDataLst>
                <p:tags r:id="rId8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2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632496"/>
                  </a:moveTo>
                  <a:arcTo wR="317500" hR="317500" stAng="5832000" swAng="1036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3" name="Harvey 53/100 [53]">
              <a:extLst>
                <a:ext uri="{FF2B5EF4-FFF2-40B4-BE49-F238E27FC236}">
                  <a16:creationId xmlns:a16="http://schemas.microsoft.com/office/drawing/2014/main" id="{858D54BA-F4A5-4C67-830E-E85FF6EE735D}"/>
                </a:ext>
              </a:extLst>
            </p:cNvPr>
            <p:cNvSpPr>
              <a:spLocks noChangeAspect="1"/>
            </p:cNvSpPr>
            <p:nvPr>
              <p:custDataLst>
                <p:tags r:id="rId8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4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629376"/>
                  </a:moveTo>
                  <a:arcTo wR="317500" hR="317500" stAng="6048000" swAng="1015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4" name="Harvey 54/100 [54]">
              <a:extLst>
                <a:ext uri="{FF2B5EF4-FFF2-40B4-BE49-F238E27FC236}">
                  <a16:creationId xmlns:a16="http://schemas.microsoft.com/office/drawing/2014/main" id="{AC41BD7B-E1FA-4AED-B11C-E03936A672E6}"/>
                </a:ext>
              </a:extLst>
            </p:cNvPr>
            <p:cNvSpPr>
              <a:spLocks noChangeAspect="1"/>
            </p:cNvSpPr>
            <p:nvPr>
              <p:custDataLst>
                <p:tags r:id="rId8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6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625025"/>
                  </a:moveTo>
                  <a:arcTo wR="317500" hR="317500" stAng="6264000" swAng="993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5" name="Harvey 55/100 [55]">
              <a:extLst>
                <a:ext uri="{FF2B5EF4-FFF2-40B4-BE49-F238E27FC236}">
                  <a16:creationId xmlns:a16="http://schemas.microsoft.com/office/drawing/2014/main" id="{BAF901A0-5FD1-4B29-9AF9-DB8B19412429}"/>
                </a:ext>
              </a:extLst>
            </p:cNvPr>
            <p:cNvSpPr>
              <a:spLocks noChangeAspect="1"/>
            </p:cNvSpPr>
            <p:nvPr>
              <p:custDataLst>
                <p:tags r:id="rId9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8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619460"/>
                  </a:moveTo>
                  <a:arcTo wR="317500" hR="317500" stAng="6480000" swAng="971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6" name="Harvey 56/100 [56]">
              <a:extLst>
                <a:ext uri="{FF2B5EF4-FFF2-40B4-BE49-F238E27FC236}">
                  <a16:creationId xmlns:a16="http://schemas.microsoft.com/office/drawing/2014/main" id="{3EFF555D-6B7F-481F-ADC2-746953BA7F97}"/>
                </a:ext>
              </a:extLst>
            </p:cNvPr>
            <p:cNvSpPr>
              <a:spLocks noChangeAspect="1"/>
            </p:cNvSpPr>
            <p:nvPr>
              <p:custDataLst>
                <p:tags r:id="rId9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0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612704"/>
                  </a:moveTo>
                  <a:arcTo wR="317500" hR="317500" stAng="6696000" swAng="950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7" name="Harvey 57/100 [57]">
              <a:extLst>
                <a:ext uri="{FF2B5EF4-FFF2-40B4-BE49-F238E27FC236}">
                  <a16:creationId xmlns:a16="http://schemas.microsoft.com/office/drawing/2014/main" id="{A4D3BE31-8C07-4912-AB8B-8331A665C238}"/>
                </a:ext>
              </a:extLst>
            </p:cNvPr>
            <p:cNvSpPr>
              <a:spLocks noChangeAspect="1"/>
            </p:cNvSpPr>
            <p:nvPr>
              <p:custDataLst>
                <p:tags r:id="rId9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3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604782"/>
                  </a:moveTo>
                  <a:arcTo wR="317500" hR="317500" stAng="6911999" swAng="928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8" name="Harvey 58/100 [58]">
              <a:extLst>
                <a:ext uri="{FF2B5EF4-FFF2-40B4-BE49-F238E27FC236}">
                  <a16:creationId xmlns:a16="http://schemas.microsoft.com/office/drawing/2014/main" id="{E7B5A5D9-6DD2-4B0A-9557-7A7AF774103E}"/>
                </a:ext>
              </a:extLst>
            </p:cNvPr>
            <p:cNvSpPr>
              <a:spLocks noChangeAspect="1"/>
            </p:cNvSpPr>
            <p:nvPr>
              <p:custDataLst>
                <p:tags r:id="rId9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52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595727"/>
                  </a:moveTo>
                  <a:arcTo wR="317500" hR="317500" stAng="7127999" swAng="90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9" name="Harvey 59/100 [59]">
              <a:extLst>
                <a:ext uri="{FF2B5EF4-FFF2-40B4-BE49-F238E27FC236}">
                  <a16:creationId xmlns:a16="http://schemas.microsoft.com/office/drawing/2014/main" id="{88458C0E-D234-4C86-A6CC-B8CD6C445F00}"/>
                </a:ext>
              </a:extLst>
            </p:cNvPr>
            <p:cNvSpPr>
              <a:spLocks noChangeAspect="1"/>
            </p:cNvSpPr>
            <p:nvPr>
              <p:custDataLst>
                <p:tags r:id="rId9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74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585574"/>
                  </a:moveTo>
                  <a:arcTo wR="317500" hR="317500" stAng="7343999" swAng="885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0" name="Harvey 60/100 [60]">
              <a:extLst>
                <a:ext uri="{FF2B5EF4-FFF2-40B4-BE49-F238E27FC236}">
                  <a16:creationId xmlns:a16="http://schemas.microsoft.com/office/drawing/2014/main" id="{0924D2C6-D224-49FD-A4B8-312AFD605E78}"/>
                </a:ext>
              </a:extLst>
            </p:cNvPr>
            <p:cNvSpPr>
              <a:spLocks noChangeAspect="1"/>
            </p:cNvSpPr>
            <p:nvPr>
              <p:custDataLst>
                <p:tags r:id="rId9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574362"/>
                  </a:moveTo>
                  <a:arcTo wR="317500" hR="317500" stAng="7560000" swAng="86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1" name="Harvey 61/100 [61]">
              <a:extLst>
                <a:ext uri="{FF2B5EF4-FFF2-40B4-BE49-F238E27FC236}">
                  <a16:creationId xmlns:a16="http://schemas.microsoft.com/office/drawing/2014/main" id="{F9FB23C2-D568-49AC-B8FD-0480EB019739}"/>
                </a:ext>
              </a:extLst>
            </p:cNvPr>
            <p:cNvSpPr>
              <a:spLocks noChangeAspect="1"/>
            </p:cNvSpPr>
            <p:nvPr>
              <p:custDataLst>
                <p:tags r:id="rId9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1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562137"/>
                  </a:moveTo>
                  <a:arcTo wR="317500" hR="317500" stAng="7776000" swAng="84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2" name="Harvey 62/100 [62]">
              <a:extLst>
                <a:ext uri="{FF2B5EF4-FFF2-40B4-BE49-F238E27FC236}">
                  <a16:creationId xmlns:a16="http://schemas.microsoft.com/office/drawing/2014/main" id="{9EF3159D-F4FB-4032-BCCB-55E6ED5EEFC7}"/>
                </a:ext>
              </a:extLst>
            </p:cNvPr>
            <p:cNvSpPr>
              <a:spLocks noChangeAspect="1"/>
            </p:cNvSpPr>
            <p:nvPr>
              <p:custDataLst>
                <p:tags r:id="rId9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3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548947"/>
                  </a:moveTo>
                  <a:arcTo wR="317500" hR="317500" stAng="7991999" swAng="82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3" name="Harvey 63/100 [63]">
              <a:extLst>
                <a:ext uri="{FF2B5EF4-FFF2-40B4-BE49-F238E27FC236}">
                  <a16:creationId xmlns:a16="http://schemas.microsoft.com/office/drawing/2014/main" id="{9362C8EA-6D15-4E0C-8AE9-B1B50EB297B8}"/>
                </a:ext>
              </a:extLst>
            </p:cNvPr>
            <p:cNvSpPr>
              <a:spLocks noChangeAspect="1"/>
            </p:cNvSpPr>
            <p:nvPr>
              <p:custDataLst>
                <p:tags r:id="rId9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6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534843"/>
                  </a:moveTo>
                  <a:arcTo wR="317500" hR="317500" stAng="8208000" swAng="799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4" name="Harvey 64/100 [64]">
              <a:extLst>
                <a:ext uri="{FF2B5EF4-FFF2-40B4-BE49-F238E27FC236}">
                  <a16:creationId xmlns:a16="http://schemas.microsoft.com/office/drawing/2014/main" id="{91EB375D-1444-4BE3-A696-66272A1564CD}"/>
                </a:ext>
              </a:extLst>
            </p:cNvPr>
            <p:cNvSpPr>
              <a:spLocks noChangeAspect="1"/>
            </p:cNvSpPr>
            <p:nvPr>
              <p:custDataLst>
                <p:tags r:id="rId9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8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519882"/>
                  </a:moveTo>
                  <a:arcTo wR="317500" hR="317500" stAng="8424000" swAng="777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5" name="Harvey 65/100 [65]">
              <a:extLst>
                <a:ext uri="{FF2B5EF4-FFF2-40B4-BE49-F238E27FC236}">
                  <a16:creationId xmlns:a16="http://schemas.microsoft.com/office/drawing/2014/main" id="{9A3002B1-5D17-4BCB-9A44-B2FB4025D02F}"/>
                </a:ext>
              </a:extLst>
            </p:cNvPr>
            <p:cNvSpPr>
              <a:spLocks noChangeAspect="1"/>
            </p:cNvSpPr>
            <p:nvPr>
              <p:custDataLst>
                <p:tags r:id="rId10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0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504121"/>
                  </a:moveTo>
                  <a:arcTo wR="317500" hR="317500" stAng="8640000" swAng="755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6" name="Harvey 66/100 [66]">
              <a:extLst>
                <a:ext uri="{FF2B5EF4-FFF2-40B4-BE49-F238E27FC236}">
                  <a16:creationId xmlns:a16="http://schemas.microsoft.com/office/drawing/2014/main" id="{E5F2FDE4-04B2-4A45-A685-14E0C51883A5}"/>
                </a:ext>
              </a:extLst>
            </p:cNvPr>
            <p:cNvSpPr>
              <a:spLocks noChangeAspect="1"/>
            </p:cNvSpPr>
            <p:nvPr>
              <p:custDataLst>
                <p:tags r:id="rId10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2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487625"/>
                  </a:moveTo>
                  <a:arcTo wR="317500" hR="317500" stAng="8856000" swAng="734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7" name="Harvey 67/100 [67]">
              <a:extLst>
                <a:ext uri="{FF2B5EF4-FFF2-40B4-BE49-F238E27FC236}">
                  <a16:creationId xmlns:a16="http://schemas.microsoft.com/office/drawing/2014/main" id="{D399A169-3845-4CD5-A62C-F4586F1FAFE8}"/>
                </a:ext>
              </a:extLst>
            </p:cNvPr>
            <p:cNvSpPr>
              <a:spLocks noChangeAspect="1"/>
            </p:cNvSpPr>
            <p:nvPr>
              <p:custDataLst>
                <p:tags r:id="rId10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470456"/>
                  </a:moveTo>
                  <a:arcTo wR="317500" hR="317500" stAng="9072000" swAng="712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8" name="Harvey 68/100 [68]">
              <a:extLst>
                <a:ext uri="{FF2B5EF4-FFF2-40B4-BE49-F238E27FC236}">
                  <a16:creationId xmlns:a16="http://schemas.microsoft.com/office/drawing/2014/main" id="{E12F5173-9960-47F5-9A91-B043294E14CB}"/>
                </a:ext>
              </a:extLst>
            </p:cNvPr>
            <p:cNvSpPr>
              <a:spLocks noChangeAspect="1"/>
            </p:cNvSpPr>
            <p:nvPr>
              <p:custDataLst>
                <p:tags r:id="rId10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6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452684"/>
                  </a:moveTo>
                  <a:arcTo wR="317500" hR="317500" stAng="9288000" swAng="691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9" name="Harvey 69/100 [69]">
              <a:extLst>
                <a:ext uri="{FF2B5EF4-FFF2-40B4-BE49-F238E27FC236}">
                  <a16:creationId xmlns:a16="http://schemas.microsoft.com/office/drawing/2014/main" id="{DD9B9229-3D3A-4706-BEEC-04C19A30C5C3}"/>
                </a:ext>
              </a:extLst>
            </p:cNvPr>
            <p:cNvSpPr>
              <a:spLocks noChangeAspect="1"/>
            </p:cNvSpPr>
            <p:nvPr>
              <p:custDataLst>
                <p:tags r:id="rId10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90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434379"/>
                  </a:moveTo>
                  <a:arcTo wR="317500" hR="317500" stAng="9503999" swAng="66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0" name="Harvey 70/100 [70]">
              <a:extLst>
                <a:ext uri="{FF2B5EF4-FFF2-40B4-BE49-F238E27FC236}">
                  <a16:creationId xmlns:a16="http://schemas.microsoft.com/office/drawing/2014/main" id="{795A4CC8-0C08-491C-8D7F-95EC8E0E25B8}"/>
                </a:ext>
              </a:extLst>
            </p:cNvPr>
            <p:cNvSpPr>
              <a:spLocks noChangeAspect="1"/>
            </p:cNvSpPr>
            <p:nvPr>
              <p:custDataLst>
                <p:tags r:id="rId10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1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415612"/>
                  </a:moveTo>
                  <a:arcTo wR="317500" hR="317500" stAng="9719999" swAng="64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1" name="Harvey 71/100 [71]">
              <a:extLst>
                <a:ext uri="{FF2B5EF4-FFF2-40B4-BE49-F238E27FC236}">
                  <a16:creationId xmlns:a16="http://schemas.microsoft.com/office/drawing/2014/main" id="{91862A76-5FCC-4C25-9A3F-A10651AC7725}"/>
                </a:ext>
              </a:extLst>
            </p:cNvPr>
            <p:cNvSpPr>
              <a:spLocks noChangeAspect="1"/>
            </p:cNvSpPr>
            <p:nvPr>
              <p:custDataLst>
                <p:tags r:id="rId10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3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396459"/>
                  </a:moveTo>
                  <a:arcTo wR="317500" hR="317500" stAng="9936000" swAng="62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2" name="Harvey 72/100 [72]">
              <a:extLst>
                <a:ext uri="{FF2B5EF4-FFF2-40B4-BE49-F238E27FC236}">
                  <a16:creationId xmlns:a16="http://schemas.microsoft.com/office/drawing/2014/main" id="{46969644-17D9-45C9-A88A-9A88622DCE45}"/>
                </a:ext>
              </a:extLst>
            </p:cNvPr>
            <p:cNvSpPr>
              <a:spLocks noChangeAspect="1"/>
            </p:cNvSpPr>
            <p:nvPr>
              <p:custDataLst>
                <p:tags r:id="rId10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5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376993"/>
                  </a:moveTo>
                  <a:arcTo wR="317500" hR="317500" stAng="10152000" swAng="60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3" name="Harvey 73/100 [73]">
              <a:extLst>
                <a:ext uri="{FF2B5EF4-FFF2-40B4-BE49-F238E27FC236}">
                  <a16:creationId xmlns:a16="http://schemas.microsoft.com/office/drawing/2014/main" id="{F89621F9-3ABB-450D-913E-7B467F289A9B}"/>
                </a:ext>
              </a:extLst>
            </p:cNvPr>
            <p:cNvSpPr>
              <a:spLocks noChangeAspect="1"/>
            </p:cNvSpPr>
            <p:nvPr>
              <p:custDataLst>
                <p:tags r:id="rId10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7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357293"/>
                  </a:moveTo>
                  <a:arcTo wR="317500" hR="317500" stAng="10368000" swAng="58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4" name="Harvey 74/100 [74]">
              <a:extLst>
                <a:ext uri="{FF2B5EF4-FFF2-40B4-BE49-F238E27FC236}">
                  <a16:creationId xmlns:a16="http://schemas.microsoft.com/office/drawing/2014/main" id="{89EE4B1F-E703-471D-8307-BFB9EDEDB9F7}"/>
                </a:ext>
              </a:extLst>
            </p:cNvPr>
            <p:cNvSpPr>
              <a:spLocks noChangeAspect="1"/>
            </p:cNvSpPr>
            <p:nvPr>
              <p:custDataLst>
                <p:tags r:id="rId10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9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337435"/>
                  </a:moveTo>
                  <a:arcTo wR="317500" hR="317500" stAng="10583999" swAng="56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5" name="Harvey 75/100 [75]">
              <a:extLst>
                <a:ext uri="{FF2B5EF4-FFF2-40B4-BE49-F238E27FC236}">
                  <a16:creationId xmlns:a16="http://schemas.microsoft.com/office/drawing/2014/main" id="{8AB2EEA8-04AC-4B6C-8D90-28093DB647E6}"/>
                </a:ext>
              </a:extLst>
            </p:cNvPr>
            <p:cNvSpPr>
              <a:spLocks noChangeAspect="1"/>
            </p:cNvSpPr>
            <p:nvPr>
              <p:custDataLst>
                <p:tags r:id="rId11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6" name="Harvey 76/100 [76]">
              <a:extLst>
                <a:ext uri="{FF2B5EF4-FFF2-40B4-BE49-F238E27FC236}">
                  <a16:creationId xmlns:a16="http://schemas.microsoft.com/office/drawing/2014/main" id="{6F4E00F2-EA6F-4809-B2FD-4CE3ABE8C480}"/>
                </a:ext>
              </a:extLst>
            </p:cNvPr>
            <p:cNvSpPr>
              <a:spLocks noChangeAspect="1"/>
            </p:cNvSpPr>
            <p:nvPr>
              <p:custDataLst>
                <p:tags r:id="rId11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4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297564"/>
                  </a:moveTo>
                  <a:arcTo wR="317500" hR="317500" stAng="11016000" swAng="518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7" name="Harvey 77/100 [77]">
              <a:extLst>
                <a:ext uri="{FF2B5EF4-FFF2-40B4-BE49-F238E27FC236}">
                  <a16:creationId xmlns:a16="http://schemas.microsoft.com/office/drawing/2014/main" id="{CF5CA593-7B87-4492-9B35-2255514CB496}"/>
                </a:ext>
              </a:extLst>
            </p:cNvPr>
            <p:cNvSpPr>
              <a:spLocks noChangeAspect="1"/>
            </p:cNvSpPr>
            <p:nvPr>
              <p:custDataLst>
                <p:tags r:id="rId11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6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277706"/>
                  </a:moveTo>
                  <a:arcTo wR="317500" hR="317500" stAng="11232000" swAng="496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8" name="Harvey 78/100 [78]">
              <a:extLst>
                <a:ext uri="{FF2B5EF4-FFF2-40B4-BE49-F238E27FC236}">
                  <a16:creationId xmlns:a16="http://schemas.microsoft.com/office/drawing/2014/main" id="{8C036464-458E-48D4-BAC8-84819F820C60}"/>
                </a:ext>
              </a:extLst>
            </p:cNvPr>
            <p:cNvSpPr>
              <a:spLocks noChangeAspect="1"/>
            </p:cNvSpPr>
            <p:nvPr>
              <p:custDataLst>
                <p:tags r:id="rId11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8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258006"/>
                  </a:moveTo>
                  <a:arcTo wR="317500" hR="317500" stAng="11448000" swAng="475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9" name="Harvey 79/100 [79]">
              <a:extLst>
                <a:ext uri="{FF2B5EF4-FFF2-40B4-BE49-F238E27FC236}">
                  <a16:creationId xmlns:a16="http://schemas.microsoft.com/office/drawing/2014/main" id="{6FD5AC00-8293-447C-B728-B963DD67B1C2}"/>
                </a:ext>
              </a:extLst>
            </p:cNvPr>
            <p:cNvSpPr>
              <a:spLocks noChangeAspect="1"/>
            </p:cNvSpPr>
            <p:nvPr>
              <p:custDataLst>
                <p:tags r:id="rId11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0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238540"/>
                  </a:moveTo>
                  <a:arcTo wR="317500" hR="317500" stAng="11664000" swAng="453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0" name="Harvey 80/100 [80]">
              <a:extLst>
                <a:ext uri="{FF2B5EF4-FFF2-40B4-BE49-F238E27FC236}">
                  <a16:creationId xmlns:a16="http://schemas.microsoft.com/office/drawing/2014/main" id="{29C0F859-BC49-430F-8C59-C0B9109E47A3}"/>
                </a:ext>
              </a:extLst>
            </p:cNvPr>
            <p:cNvSpPr>
              <a:spLocks noChangeAspect="1"/>
            </p:cNvSpPr>
            <p:nvPr>
              <p:custDataLst>
                <p:tags r:id="rId11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219387"/>
                  </a:moveTo>
                  <a:arcTo wR="317500" hR="317500" stAng="11880000" swAng="431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1" name="Harvey 81/100 [81]">
              <a:extLst>
                <a:ext uri="{FF2B5EF4-FFF2-40B4-BE49-F238E27FC236}">
                  <a16:creationId xmlns:a16="http://schemas.microsoft.com/office/drawing/2014/main" id="{F78719E3-0417-4867-B70D-21538B3AC36E}"/>
                </a:ext>
              </a:extLst>
            </p:cNvPr>
            <p:cNvSpPr>
              <a:spLocks noChangeAspect="1"/>
            </p:cNvSpPr>
            <p:nvPr>
              <p:custDataLst>
                <p:tags r:id="rId11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4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200620"/>
                  </a:moveTo>
                  <a:arcTo wR="317500" hR="317500" stAng="12096000" swAng="410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2" name="Harvey 82/100 [82]">
              <a:extLst>
                <a:ext uri="{FF2B5EF4-FFF2-40B4-BE49-F238E27FC236}">
                  <a16:creationId xmlns:a16="http://schemas.microsoft.com/office/drawing/2014/main" id="{9C5D0905-7412-4C75-BC20-E51105CA783D}"/>
                </a:ext>
              </a:extLst>
            </p:cNvPr>
            <p:cNvSpPr>
              <a:spLocks noChangeAspect="1"/>
            </p:cNvSpPr>
            <p:nvPr>
              <p:custDataLst>
                <p:tags r:id="rId11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7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182315"/>
                  </a:moveTo>
                  <a:arcTo wR="317500" hR="317500" stAng="12312000" swAng="388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3" name="Harvey 83/100 [83]">
              <a:extLst>
                <a:ext uri="{FF2B5EF4-FFF2-40B4-BE49-F238E27FC236}">
                  <a16:creationId xmlns:a16="http://schemas.microsoft.com/office/drawing/2014/main" id="{96AA2E20-CC65-4632-B3D4-93E962B59D4C}"/>
                </a:ext>
              </a:extLst>
            </p:cNvPr>
            <p:cNvSpPr>
              <a:spLocks noChangeAspect="1"/>
            </p:cNvSpPr>
            <p:nvPr>
              <p:custDataLst>
                <p:tags r:id="rId11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9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164543"/>
                  </a:moveTo>
                  <a:arcTo wR="317500" hR="317500" stAng="12528000" swAng="36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4" name="Harvey 84/100 [84]">
              <a:extLst>
                <a:ext uri="{FF2B5EF4-FFF2-40B4-BE49-F238E27FC236}">
                  <a16:creationId xmlns:a16="http://schemas.microsoft.com/office/drawing/2014/main" id="{9B4360A3-E0B2-48F7-B5A8-D24513748A82}"/>
                </a:ext>
              </a:extLst>
            </p:cNvPr>
            <p:cNvSpPr>
              <a:spLocks noChangeAspect="1"/>
            </p:cNvSpPr>
            <p:nvPr>
              <p:custDataLst>
                <p:tags r:id="rId11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1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147374"/>
                  </a:moveTo>
                  <a:arcTo wR="317500" hR="317500" stAng="12743999" swAng="345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5" name="Harvey 85/100 [85]">
              <a:extLst>
                <a:ext uri="{FF2B5EF4-FFF2-40B4-BE49-F238E27FC236}">
                  <a16:creationId xmlns:a16="http://schemas.microsoft.com/office/drawing/2014/main" id="{D694B21E-EEA0-48FA-A35C-7B6570B3F861}"/>
                </a:ext>
              </a:extLst>
            </p:cNvPr>
            <p:cNvSpPr>
              <a:spLocks noChangeAspect="1"/>
            </p:cNvSpPr>
            <p:nvPr>
              <p:custDataLst>
                <p:tags r:id="rId12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3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130878"/>
                  </a:moveTo>
                  <a:arcTo wR="317500" hR="317500" stAng="12960000" swAng="32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6" name="Harvey 86/100 [86]">
              <a:extLst>
                <a:ext uri="{FF2B5EF4-FFF2-40B4-BE49-F238E27FC236}">
                  <a16:creationId xmlns:a16="http://schemas.microsoft.com/office/drawing/2014/main" id="{85E1AF41-C21D-4514-B37E-CC830BC09C0A}"/>
                </a:ext>
              </a:extLst>
            </p:cNvPr>
            <p:cNvSpPr>
              <a:spLocks noChangeAspect="1"/>
            </p:cNvSpPr>
            <p:nvPr>
              <p:custDataLst>
                <p:tags r:id="rId12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5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115117"/>
                  </a:moveTo>
                  <a:arcTo wR="317500" hR="317500" stAng="13176000" swAng="30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7" name="Harvey 87/100 [87]">
              <a:extLst>
                <a:ext uri="{FF2B5EF4-FFF2-40B4-BE49-F238E27FC236}">
                  <a16:creationId xmlns:a16="http://schemas.microsoft.com/office/drawing/2014/main" id="{E3948F2E-FD5F-4107-B122-9AC75FE0CD9E}"/>
                </a:ext>
              </a:extLst>
            </p:cNvPr>
            <p:cNvSpPr>
              <a:spLocks noChangeAspect="1"/>
            </p:cNvSpPr>
            <p:nvPr>
              <p:custDataLst>
                <p:tags r:id="rId12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7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100156"/>
                  </a:moveTo>
                  <a:arcTo wR="317500" hR="317500" stAng="13392000" swAng="28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8" name="Harvey 88/100 [88]">
              <a:extLst>
                <a:ext uri="{FF2B5EF4-FFF2-40B4-BE49-F238E27FC236}">
                  <a16:creationId xmlns:a16="http://schemas.microsoft.com/office/drawing/2014/main" id="{744E57ED-019F-4A8B-A06E-9FB965FEBB23}"/>
                </a:ext>
              </a:extLst>
            </p:cNvPr>
            <p:cNvSpPr>
              <a:spLocks noChangeAspect="1"/>
            </p:cNvSpPr>
            <p:nvPr>
              <p:custDataLst>
                <p:tags r:id="rId12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0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86052"/>
                  </a:moveTo>
                  <a:arcTo wR="317500" hR="317500" stAng="13608000" swAng="259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9" name="Harvey 89/100 [89]">
              <a:extLst>
                <a:ext uri="{FF2B5EF4-FFF2-40B4-BE49-F238E27FC236}">
                  <a16:creationId xmlns:a16="http://schemas.microsoft.com/office/drawing/2014/main" id="{5567719B-31CA-4A86-801E-E0531122E504}"/>
                </a:ext>
              </a:extLst>
            </p:cNvPr>
            <p:cNvSpPr>
              <a:spLocks noChangeAspect="1"/>
            </p:cNvSpPr>
            <p:nvPr>
              <p:custDataLst>
                <p:tags r:id="rId12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2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72862"/>
                  </a:moveTo>
                  <a:arcTo wR="317500" hR="317500" stAng="13823999" swAng="2375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0" name="Harvey 90/100 [90]">
              <a:extLst>
                <a:ext uri="{FF2B5EF4-FFF2-40B4-BE49-F238E27FC236}">
                  <a16:creationId xmlns:a16="http://schemas.microsoft.com/office/drawing/2014/main" id="{2CD4B3A1-B882-43A6-A4CA-C9FCA394B28B}"/>
                </a:ext>
              </a:extLst>
            </p:cNvPr>
            <p:cNvSpPr>
              <a:spLocks noChangeAspect="1"/>
            </p:cNvSpPr>
            <p:nvPr>
              <p:custDataLst>
                <p:tags r:id="rId12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60637"/>
                  </a:moveTo>
                  <a:arcTo wR="317500" hR="317500" stAng="14040000" swAng="215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1" name="Harvey 91/100 [91]">
              <a:extLst>
                <a:ext uri="{FF2B5EF4-FFF2-40B4-BE49-F238E27FC236}">
                  <a16:creationId xmlns:a16="http://schemas.microsoft.com/office/drawing/2014/main" id="{68606D93-5175-4900-AD89-6D0710AFE75F}"/>
                </a:ext>
              </a:extLst>
            </p:cNvPr>
            <p:cNvSpPr>
              <a:spLocks noChangeAspect="1"/>
            </p:cNvSpPr>
            <p:nvPr>
              <p:custDataLst>
                <p:tags r:id="rId12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6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49425"/>
                  </a:moveTo>
                  <a:arcTo wR="317500" hR="317500" stAng="14256000" swAng="194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2" name="Harvey 92/100 [92]">
              <a:extLst>
                <a:ext uri="{FF2B5EF4-FFF2-40B4-BE49-F238E27FC236}">
                  <a16:creationId xmlns:a16="http://schemas.microsoft.com/office/drawing/2014/main" id="{7EE30864-DDCC-4BBA-B70A-48810E224581}"/>
                </a:ext>
              </a:extLst>
            </p:cNvPr>
            <p:cNvSpPr>
              <a:spLocks noChangeAspect="1"/>
            </p:cNvSpPr>
            <p:nvPr>
              <p:custDataLst>
                <p:tags r:id="rId12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8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39272"/>
                  </a:moveTo>
                  <a:arcTo wR="317500" hR="317500" stAng="14472000" swAng="172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3" name="Harvey 93/100 [93]">
              <a:extLst>
                <a:ext uri="{FF2B5EF4-FFF2-40B4-BE49-F238E27FC236}">
                  <a16:creationId xmlns:a16="http://schemas.microsoft.com/office/drawing/2014/main" id="{608CA488-A707-4C7A-9287-9DA9A38ED3D4}"/>
                </a:ext>
              </a:extLst>
            </p:cNvPr>
            <p:cNvSpPr>
              <a:spLocks noChangeAspect="1"/>
            </p:cNvSpPr>
            <p:nvPr>
              <p:custDataLst>
                <p:tags r:id="rId12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0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30217"/>
                  </a:moveTo>
                  <a:arcTo wR="317500" hR="317500" stAng="14688000" swAng="151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4" name="Harvey 94/100 [94]">
              <a:extLst>
                <a:ext uri="{FF2B5EF4-FFF2-40B4-BE49-F238E27FC236}">
                  <a16:creationId xmlns:a16="http://schemas.microsoft.com/office/drawing/2014/main" id="{FE1836A9-F92A-4F07-BBB8-2274E290E952}"/>
                </a:ext>
              </a:extLst>
            </p:cNvPr>
            <p:cNvSpPr>
              <a:spLocks noChangeAspect="1"/>
            </p:cNvSpPr>
            <p:nvPr>
              <p:custDataLst>
                <p:tags r:id="rId12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3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22295"/>
                  </a:moveTo>
                  <a:arcTo wR="317500" hR="317500" stAng="14903999" swAng="12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5" name="Harvey 95/100 [95]">
              <a:extLst>
                <a:ext uri="{FF2B5EF4-FFF2-40B4-BE49-F238E27FC236}">
                  <a16:creationId xmlns:a16="http://schemas.microsoft.com/office/drawing/2014/main" id="{3169BE73-7F99-46E3-BDA9-D9BB85BE343E}"/>
                </a:ext>
              </a:extLst>
            </p:cNvPr>
            <p:cNvSpPr>
              <a:spLocks noChangeAspect="1"/>
            </p:cNvSpPr>
            <p:nvPr>
              <p:custDataLst>
                <p:tags r:id="rId13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5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15539"/>
                  </a:moveTo>
                  <a:arcTo wR="317500" hR="317500" stAng="15120000" swAng="10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6" name="Harvey 96/100 [96]">
              <a:extLst>
                <a:ext uri="{FF2B5EF4-FFF2-40B4-BE49-F238E27FC236}">
                  <a16:creationId xmlns:a16="http://schemas.microsoft.com/office/drawing/2014/main" id="{12E3B5ED-B1AB-4A99-BD20-FF638135BE37}"/>
                </a:ext>
              </a:extLst>
            </p:cNvPr>
            <p:cNvSpPr>
              <a:spLocks noChangeAspect="1"/>
            </p:cNvSpPr>
            <p:nvPr>
              <p:custDataLst>
                <p:tags r:id="rId13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73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9974"/>
                  </a:moveTo>
                  <a:arcTo wR="317500" hR="317500" stAng="15335999" swAng="8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7" name="Harvey 97/100 [97]">
              <a:extLst>
                <a:ext uri="{FF2B5EF4-FFF2-40B4-BE49-F238E27FC236}">
                  <a16:creationId xmlns:a16="http://schemas.microsoft.com/office/drawing/2014/main" id="{75A7FEAD-6C4B-4F7A-BB60-3A68D96114DE}"/>
                </a:ext>
              </a:extLst>
            </p:cNvPr>
            <p:cNvSpPr>
              <a:spLocks noChangeAspect="1"/>
            </p:cNvSpPr>
            <p:nvPr>
              <p:custDataLst>
                <p:tags r:id="rId13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9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5623"/>
                  </a:moveTo>
                  <a:arcTo wR="317500" hR="317500" stAng="15552000" swAng="6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8" name="Harvey 98/100 [98]">
              <a:extLst>
                <a:ext uri="{FF2B5EF4-FFF2-40B4-BE49-F238E27FC236}">
                  <a16:creationId xmlns:a16="http://schemas.microsoft.com/office/drawing/2014/main" id="{C4B5128E-9380-4C38-A1EB-CB12E7401609}"/>
                </a:ext>
              </a:extLst>
            </p:cNvPr>
            <p:cNvSpPr>
              <a:spLocks noChangeAspect="1"/>
            </p:cNvSpPr>
            <p:nvPr>
              <p:custDataLst>
                <p:tags r:id="rId13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1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2503"/>
                  </a:moveTo>
                  <a:arcTo wR="317500" hR="317500" stAng="15768000" swAng="4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9" name="Harvey 99/100 [99]">
              <a:extLst>
                <a:ext uri="{FF2B5EF4-FFF2-40B4-BE49-F238E27FC236}">
                  <a16:creationId xmlns:a16="http://schemas.microsoft.com/office/drawing/2014/main" id="{50F634E4-E5B9-4DA6-9F91-8AF5B6ACF1FB}"/>
                </a:ext>
              </a:extLst>
            </p:cNvPr>
            <p:cNvSpPr>
              <a:spLocks noChangeAspect="1"/>
            </p:cNvSpPr>
            <p:nvPr>
              <p:custDataLst>
                <p:tags r:id="rId13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3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26"/>
                  </a:moveTo>
                  <a:arcTo wR="317500" hR="317500" stAng="15983999" swAng="2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30" name="Harvey 100/100 [100]">
              <a:extLst>
                <a:ext uri="{FF2B5EF4-FFF2-40B4-BE49-F238E27FC236}">
                  <a16:creationId xmlns:a16="http://schemas.microsoft.com/office/drawing/2014/main" id="{94AA53CD-8233-470E-AFEE-0BCC721BFAE9}"/>
                </a:ext>
              </a:extLst>
            </p:cNvPr>
            <p:cNvSpPr>
              <a:spLocks noChangeAspect="1"/>
            </p:cNvSpPr>
            <p:nvPr>
              <p:custDataLst>
                <p:tags r:id="rId13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</p:grpSp>
      <p:sp>
        <p:nvSpPr>
          <p:cNvPr id="131" name="Footnote [Placeholder]" hidden="1">
            <a:extLst>
              <a:ext uri="{FF2B5EF4-FFF2-40B4-BE49-F238E27FC236}">
                <a16:creationId xmlns:a16="http://schemas.microsoft.com/office/drawing/2014/main" id="{1B41FB17-6D57-4EE1-9C4C-9C305D5D6BEC}"/>
              </a:ext>
            </a:extLst>
          </p:cNvPr>
          <p:cNvSpPr txBox="1"/>
          <p:nvPr userDrawn="1"/>
        </p:nvSpPr>
        <p:spPr>
          <a:xfrm>
            <a:off x="503238" y="5984668"/>
            <a:ext cx="1018820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900" b="0" i="0" kern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(r) Footnote</a:t>
            </a:r>
          </a:p>
        </p:txBody>
      </p:sp>
      <p:sp>
        <p:nvSpPr>
          <p:cNvPr id="133" name="Discussion [Sticker]" hidden="1">
            <a:extLst>
              <a:ext uri="{FF2B5EF4-FFF2-40B4-BE49-F238E27FC236}">
                <a16:creationId xmlns:a16="http://schemas.microsoft.com/office/drawing/2014/main" id="{7C793D27-9296-461C-878D-BA16CBD91587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" panose="020B0504030603020204" pitchFamily="34" charset="0"/>
                <a:ea typeface="72 Brand Medium" panose="02000000000000000000" pitchFamily="2" charset="0"/>
                <a:cs typeface="+mn-cs"/>
              </a:rPr>
              <a:t>For discussion</a:t>
            </a:r>
          </a:p>
        </p:txBody>
      </p:sp>
      <p:sp>
        <p:nvSpPr>
          <p:cNvPr id="134" name="Internal [Sticker]" hidden="1">
            <a:extLst>
              <a:ext uri="{FF2B5EF4-FFF2-40B4-BE49-F238E27FC236}">
                <a16:creationId xmlns:a16="http://schemas.microsoft.com/office/drawing/2014/main" id="{704CE42F-5A9B-4CC0-8048-99928A53C0C4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" panose="020B0504030603020204" pitchFamily="34" charset="0"/>
                <a:ea typeface="+mn-ea"/>
                <a:cs typeface="+mn-cs"/>
              </a:rPr>
              <a:t>Internal use only</a:t>
            </a:r>
          </a:p>
        </p:txBody>
      </p:sp>
      <p:sp>
        <p:nvSpPr>
          <p:cNvPr id="135" name="Final [Sticker]" hidden="1">
            <a:extLst>
              <a:ext uri="{FF2B5EF4-FFF2-40B4-BE49-F238E27FC236}">
                <a16:creationId xmlns:a16="http://schemas.microsoft.com/office/drawing/2014/main" id="{348603E9-9858-4213-9B5B-929AD136906A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" panose="020B0504030603020204" pitchFamily="34" charset="0"/>
                <a:ea typeface="+mn-ea"/>
                <a:cs typeface="+mn-cs"/>
              </a:rPr>
              <a:t>Final slide</a:t>
            </a:r>
          </a:p>
        </p:txBody>
      </p:sp>
      <p:sp>
        <p:nvSpPr>
          <p:cNvPr id="136" name="Backup [Sticker]" hidden="1">
            <a:extLst>
              <a:ext uri="{FF2B5EF4-FFF2-40B4-BE49-F238E27FC236}">
                <a16:creationId xmlns:a16="http://schemas.microsoft.com/office/drawing/2014/main" id="{7EEB833A-9AFC-4A66-8469-9D3897CE1E66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" panose="020B0504030603020204" pitchFamily="34" charset="0"/>
                <a:ea typeface="+mn-ea"/>
                <a:cs typeface="+mn-cs"/>
              </a:rPr>
              <a:t>Backup</a:t>
            </a:r>
          </a:p>
        </p:txBody>
      </p:sp>
      <p:sp>
        <p:nvSpPr>
          <p:cNvPr id="137" name="Update [Sticker]" hidden="1">
            <a:extLst>
              <a:ext uri="{FF2B5EF4-FFF2-40B4-BE49-F238E27FC236}">
                <a16:creationId xmlns:a16="http://schemas.microsoft.com/office/drawing/2014/main" id="{D41FF937-AB04-46EE-82EF-FCE26A919A7B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" panose="020B0504030603020204" pitchFamily="34" charset="0"/>
                <a:ea typeface="+mn-ea"/>
                <a:cs typeface="+mn-cs"/>
              </a:rPr>
              <a:t>Update data</a:t>
            </a:r>
          </a:p>
        </p:txBody>
      </p:sp>
      <p:sp>
        <p:nvSpPr>
          <p:cNvPr id="138" name="Dummy [Sticker]" hidden="1">
            <a:extLst>
              <a:ext uri="{FF2B5EF4-FFF2-40B4-BE49-F238E27FC236}">
                <a16:creationId xmlns:a16="http://schemas.microsoft.com/office/drawing/2014/main" id="{06C5579C-7A02-48D6-A733-4B9E6D9F1443}"/>
              </a:ext>
            </a:extLst>
          </p:cNvPr>
          <p:cNvSpPr>
            <a:spLocks/>
          </p:cNvSpPr>
          <p:nvPr userDrawn="1"/>
        </p:nvSpPr>
        <p:spPr>
          <a:xfrm>
            <a:off x="10071105" y="896920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" panose="020B0504030603020204" pitchFamily="34" charset="0"/>
              </a:rPr>
              <a:t>Dummy data</a:t>
            </a:r>
          </a:p>
        </p:txBody>
      </p:sp>
      <p:sp>
        <p:nvSpPr>
          <p:cNvPr id="139" name="Formatting [Comment]" hidden="1">
            <a:extLst>
              <a:ext uri="{FF2B5EF4-FFF2-40B4-BE49-F238E27FC236}">
                <a16:creationId xmlns:a16="http://schemas.microsoft.com/office/drawing/2014/main" id="{89EB4C18-DFF3-4A27-ACBB-99DCDC8961A8}"/>
              </a:ext>
            </a:extLst>
          </p:cNvPr>
          <p:cNvSpPr>
            <a:spLocks/>
          </p:cNvSpPr>
          <p:nvPr userDrawn="1"/>
        </p:nvSpPr>
        <p:spPr>
          <a:xfrm>
            <a:off x="9483344" y="1097679"/>
            <a:ext cx="2479101" cy="1277432"/>
          </a:xfrm>
          <a:prstGeom prst="wedgeRectCallout">
            <a:avLst/>
          </a:prstGeom>
          <a:solidFill>
            <a:srgbClr val="FFFF00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lIns="143252" tIns="143252" rIns="143252" bIns="143252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&lt;initials&gt; &lt;date&gt;</a:t>
            </a:r>
            <a:r>
              <a:rPr kumimoji="0" lang="en-US" sz="12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yyyy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-MM-dd </a:t>
            </a:r>
            <a:r>
              <a:rPr kumimoji="0" lang="en-US" sz="12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hh:mm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&lt;/date&gt;: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A0A0A"/>
              </a:solidFill>
              <a:effectLst/>
              <a:uLnTx/>
              <a:uFillTx/>
              <a:latin typeface="72 Brand" panose="020B0504030603020204" pitchFamily="34" charset="0"/>
            </a:endParaRPr>
          </a:p>
        </p:txBody>
      </p:sp>
      <p:sp>
        <p:nvSpPr>
          <p:cNvPr id="140" name="Content [Comment]" hidden="1">
            <a:extLst>
              <a:ext uri="{FF2B5EF4-FFF2-40B4-BE49-F238E27FC236}">
                <a16:creationId xmlns:a16="http://schemas.microsoft.com/office/drawing/2014/main" id="{906252E7-98DB-45F0-8278-EB60F71B7340}"/>
              </a:ext>
            </a:extLst>
          </p:cNvPr>
          <p:cNvSpPr>
            <a:spLocks/>
          </p:cNvSpPr>
          <p:nvPr userDrawn="1"/>
        </p:nvSpPr>
        <p:spPr>
          <a:xfrm>
            <a:off x="9483344" y="1097671"/>
            <a:ext cx="2479101" cy="1277440"/>
          </a:xfrm>
          <a:prstGeom prst="wedgeRectCallout">
            <a:avLst/>
          </a:prstGeom>
          <a:solidFill>
            <a:srgbClr val="FFFF00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lIns="143252" tIns="143252" rIns="143252" bIns="143252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&lt;initials&gt; &lt;date&gt;</a:t>
            </a:r>
            <a:r>
              <a:rPr kumimoji="0" lang="en-US" sz="12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yyyy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-MM-dd </a:t>
            </a:r>
            <a:r>
              <a:rPr kumimoji="0" lang="en-US" sz="12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hh:mm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&lt;/date&gt;: </a:t>
            </a:r>
          </a:p>
        </p:txBody>
      </p:sp>
      <p:sp>
        <p:nvSpPr>
          <p:cNvPr id="141" name="Draft [Sticker]" hidden="1">
            <a:extLst>
              <a:ext uri="{FF2B5EF4-FFF2-40B4-BE49-F238E27FC236}">
                <a16:creationId xmlns:a16="http://schemas.microsoft.com/office/drawing/2014/main" id="{904633E3-6BC9-4C5E-B74A-8B9D4AE95B20}"/>
              </a:ext>
            </a:extLst>
          </p:cNvPr>
          <p:cNvSpPr/>
          <p:nvPr userDrawn="1"/>
        </p:nvSpPr>
        <p:spPr bwMode="gray">
          <a:xfrm rot="18900000">
            <a:off x="2916643" y="2819462"/>
            <a:ext cx="6361889" cy="1219077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8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328927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7" r:id="rId1"/>
    <p:sldLayoutId id="2147483858" r:id="rId2"/>
    <p:sldLayoutId id="2147483859" r:id="rId3"/>
    <p:sldLayoutId id="2147483860" r:id="rId4"/>
    <p:sldLayoutId id="2147483861" r:id="rId5"/>
    <p:sldLayoutId id="2147483862" r:id="rId6"/>
    <p:sldLayoutId id="2147483863" r:id="rId7"/>
    <p:sldLayoutId id="2147483864" r:id="rId8"/>
    <p:sldLayoutId id="2147483865" r:id="rId9"/>
    <p:sldLayoutId id="2147483866" r:id="rId10"/>
    <p:sldLayoutId id="2147483867" r:id="rId11"/>
    <p:sldLayoutId id="2147483868" r:id="rId12"/>
    <p:sldLayoutId id="2147483869" r:id="rId13"/>
    <p:sldLayoutId id="2147483870" r:id="rId14"/>
    <p:sldLayoutId id="2147483871" r:id="rId15"/>
    <p:sldLayoutId id="2147483872" r:id="rId16"/>
    <p:sldLayoutId id="2147483873" r:id="rId17"/>
    <p:sldLayoutId id="2147483874" r:id="rId18"/>
    <p:sldLayoutId id="2147483875" r:id="rId19"/>
    <p:sldLayoutId id="2147483876" r:id="rId20"/>
    <p:sldLayoutId id="2147483877" r:id="rId21"/>
    <p:sldLayoutId id="2147483878" r:id="rId22"/>
    <p:sldLayoutId id="2147483879" r:id="rId23"/>
    <p:sldLayoutId id="2147483880" r:id="rId24"/>
    <p:sldLayoutId id="2147483881" r:id="rId25"/>
    <p:sldLayoutId id="2147483882" r:id="rId26"/>
    <p:sldLayoutId id="2147483883" r:id="rId27"/>
    <p:sldLayoutId id="2147483884" r:id="rId28"/>
    <p:sldLayoutId id="2147483885" r:id="rId29"/>
  </p:sldLayoutIdLst>
  <p:hf hdr="0" ftr="0" dt="0"/>
  <p:txStyles>
    <p:titleStyle>
      <a:lvl1pPr algn="l" defTabSz="1088558" rtl="0" eaLnBrk="1" latinLnBrk="0" hangingPunct="1">
        <a:spcBef>
          <a:spcPct val="0"/>
        </a:spcBef>
        <a:buNone/>
        <a:defRPr sz="2400" b="0" i="0" kern="1200" baseline="0">
          <a:solidFill>
            <a:schemeClr val="tx1"/>
          </a:solidFill>
          <a:latin typeface="72 Brand Medium" panose="020B0504030603020204" pitchFamily="34" charset="0"/>
          <a:ea typeface="+mj-ea"/>
          <a:cs typeface="+mj-cs"/>
        </a:defRPr>
      </a:lvl1pPr>
    </p:titleStyle>
    <p:bodyStyle>
      <a:lvl1pPr marL="0" indent="0" algn="l" defTabSz="1088558" rtl="0" eaLnBrk="1" latinLnBrk="0" hangingPunct="1">
        <a:spcBef>
          <a:spcPts val="1800"/>
        </a:spcBef>
        <a:buClrTx/>
        <a:buSzPct val="80000"/>
        <a:buFont typeface="72 Brand" panose="02000000000000000000" pitchFamily="2" charset="0"/>
        <a:buChar char="​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179964" indent="-179964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358775" indent="-179388" algn="l" defTabSz="1088558" rtl="0" eaLnBrk="1" latinLnBrk="0" hangingPunct="1">
        <a:spcBef>
          <a:spcPts val="300"/>
        </a:spcBef>
        <a:buClr>
          <a:schemeClr val="tx1"/>
        </a:buClr>
        <a:buSzPct val="100000"/>
        <a:buFont typeface="Arial" panose="020B0604020202020204" pitchFamily="34" charset="0"/>
        <a:buChar char="–"/>
        <a:defRPr lang="en-US" sz="18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539892" indent="-179964" algn="l" defTabSz="1088558" rtl="0" eaLnBrk="1" latinLnBrk="0" hangingPunct="1">
        <a:spcBef>
          <a:spcPts val="300"/>
        </a:spcBef>
        <a:buClr>
          <a:schemeClr val="tx1"/>
        </a:buClr>
        <a:buSzPct val="80000"/>
        <a:buFont typeface="Courier New" panose="02070309020205020404" pitchFamily="49" charset="0"/>
        <a:buChar char="o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719856" indent="-179964" algn="l" defTabSz="1088558" rtl="0" eaLnBrk="1" latinLnBrk="0" hangingPunct="1">
        <a:spcBef>
          <a:spcPts val="100"/>
        </a:spcBef>
        <a:buClr>
          <a:schemeClr val="tx1"/>
        </a:buClr>
        <a:buSzPct val="100000"/>
        <a:buFont typeface="Symbol" panose="05050102010706020507" pitchFamily="18" charset="2"/>
        <a:buChar char="-"/>
        <a:defRPr sz="140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993535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7814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2093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6373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279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558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837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711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139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675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9954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233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57293E41-954C-9E9C-7DE2-32FEDBD5A1C6}"/>
              </a:ext>
            </a:extLst>
          </p:cNvPr>
          <p:cNvSpPr/>
          <p:nvPr userDrawn="1"/>
        </p:nvSpPr>
        <p:spPr bwMode="gray">
          <a:xfrm>
            <a:off x="-1" y="0"/>
            <a:ext cx="12195175" cy="6858000"/>
          </a:xfrm>
          <a:prstGeom prst="rect">
            <a:avLst/>
          </a:prstGeom>
          <a:solidFill>
            <a:schemeClr val="bg1"/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4" name="Slide number"/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 dirty="0">
              <a:latin typeface="+mn-lt"/>
            </a:endParaRPr>
          </a:p>
        </p:txBody>
      </p:sp>
      <p:sp>
        <p:nvSpPr>
          <p:cNvPr id="12" name="Copyright Placeholder" descr="{&quot;templafy&quot;:{&quot;id&quot;:&quot;3f0b8b37-260a-4498-93b8-315483b1dcd9&quot;}}">
            <a:extLst>
              <a:ext uri="{FF2B5EF4-FFF2-40B4-BE49-F238E27FC236}">
                <a16:creationId xmlns:a16="http://schemas.microsoft.com/office/drawing/2014/main" id="{539D88F9-B48F-F143-B90F-EDFB85A350E8}"/>
              </a:ext>
            </a:extLst>
          </p:cNvPr>
          <p:cNvSpPr txBox="1">
            <a:spLocks/>
          </p:cNvSpPr>
          <p:nvPr userDrawn="1"/>
        </p:nvSpPr>
        <p:spPr>
          <a:xfrm>
            <a:off x="504001" y="6536751"/>
            <a:ext cx="10155600" cy="138498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>
                <a:schemeClr val="accent1"/>
              </a:buClr>
              <a:buSzPct val="80000"/>
              <a:buFontTx/>
              <a:buNone/>
              <a:defRPr sz="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20000"/>
              <a:buFont typeface="Arial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892" indent="0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sz="600" b="0" i="0" dirty="0">
                <a:latin typeface="72 Brand" panose="020B0504030603020204" pitchFamily="34" charset="0"/>
              </a:rPr>
              <a:t>INTERNAL – SAP and Partners Only</a:t>
            </a:r>
          </a:p>
        </p:txBody>
      </p:sp>
      <p:sp>
        <p:nvSpPr>
          <p:cNvPr id="3" name="Text Placeholder"/>
          <p:cNvSpPr>
            <a:spLocks noGrp="1"/>
          </p:cNvSpPr>
          <p:nvPr userDrawn="1">
            <p:ph type="body" idx="1"/>
          </p:nvPr>
        </p:nvSpPr>
        <p:spPr bwMode="black">
          <a:xfrm>
            <a:off x="504001" y="1548560"/>
            <a:ext cx="11186476" cy="478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dirty="0"/>
              <a:t>Start typing to add text without a bullet point. To add a bullet point, place the cursor at the start of this line and press tab.</a:t>
            </a:r>
            <a:endParaRPr lang="en-US" noProof="0" dirty="0"/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Title Placeholder"/>
          <p:cNvSpPr>
            <a:spLocks noGrp="1"/>
          </p:cNvSpPr>
          <p:nvPr userDrawn="1">
            <p:ph type="title"/>
          </p:nvPr>
        </p:nvSpPr>
        <p:spPr bwMode="black">
          <a:xfrm>
            <a:off x="504001" y="504000"/>
            <a:ext cx="11186476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 dirty="0"/>
              <a:t>Insert page title (sentence case)</a:t>
            </a:r>
          </a:p>
        </p:txBody>
      </p:sp>
      <p:grpSp>
        <p:nvGrpSpPr>
          <p:cNvPr id="6" name="Harvey 3" hidden="1">
            <a:extLst>
              <a:ext uri="{FF2B5EF4-FFF2-40B4-BE49-F238E27FC236}">
                <a16:creationId xmlns:a16="http://schemas.microsoft.com/office/drawing/2014/main" id="{B3E7C216-6801-4AB8-8D95-E7D60F39B210}"/>
              </a:ext>
            </a:extLst>
          </p:cNvPr>
          <p:cNvGrpSpPr>
            <a:grpSpLocks/>
          </p:cNvGrpSpPr>
          <p:nvPr userDrawn="1">
            <p:custDataLst>
              <p:tags r:id="rId31"/>
            </p:custDataLst>
          </p:nvPr>
        </p:nvGrpSpPr>
        <p:grpSpPr>
          <a:xfrm>
            <a:off x="3938798" y="3978000"/>
            <a:ext cx="1024878" cy="1024878"/>
            <a:chOff x="0" y="0"/>
            <a:chExt cx="914400" cy="914400"/>
          </a:xfrm>
          <a:solidFill>
            <a:schemeClr val="accent1"/>
          </a:solidFill>
        </p:grpSpPr>
        <p:sp>
          <p:nvSpPr>
            <p:cNvPr id="7" name="Harvey 0/3 [0]">
              <a:extLst>
                <a:ext uri="{FF2B5EF4-FFF2-40B4-BE49-F238E27FC236}">
                  <a16:creationId xmlns:a16="http://schemas.microsoft.com/office/drawing/2014/main" id="{FC8CECD5-A3FB-4DD5-A846-DC09FDB6EB04}"/>
                </a:ext>
              </a:extLst>
            </p:cNvPr>
            <p:cNvSpPr>
              <a:spLocks noChangeAspect="1"/>
            </p:cNvSpPr>
            <p:nvPr>
              <p:custDataLst>
                <p:tags r:id="rId15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8" name="Harvey 1/3 [1]">
              <a:extLst>
                <a:ext uri="{FF2B5EF4-FFF2-40B4-BE49-F238E27FC236}">
                  <a16:creationId xmlns:a16="http://schemas.microsoft.com/office/drawing/2014/main" id="{750B853B-8389-4427-AFB9-1CE880FE9BEE}"/>
                </a:ext>
              </a:extLst>
            </p:cNvPr>
            <p:cNvSpPr>
              <a:spLocks noChangeAspect="1"/>
            </p:cNvSpPr>
            <p:nvPr>
              <p:custDataLst>
                <p:tags r:id="rId15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2463" y="476249"/>
                  </a:moveTo>
                  <a:arcTo wR="317500" hR="317500" stAng="1800000" swAng="14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9" name="Harvey 2/3 [2]">
              <a:extLst>
                <a:ext uri="{FF2B5EF4-FFF2-40B4-BE49-F238E27FC236}">
                  <a16:creationId xmlns:a16="http://schemas.microsoft.com/office/drawing/2014/main" id="{0CA9A207-7055-4A72-8ED2-D82605C3D0C8}"/>
                </a:ext>
              </a:extLst>
            </p:cNvPr>
            <p:cNvSpPr>
              <a:spLocks noChangeAspect="1"/>
            </p:cNvSpPr>
            <p:nvPr>
              <p:custDataLst>
                <p:tags r:id="rId15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2536" y="476250"/>
                  </a:moveTo>
                  <a:arcTo wR="317500" hR="317500" stAng="9000000" swAng="7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0" name="Harvey 3/3 [3]">
              <a:extLst>
                <a:ext uri="{FF2B5EF4-FFF2-40B4-BE49-F238E27FC236}">
                  <a16:creationId xmlns:a16="http://schemas.microsoft.com/office/drawing/2014/main" id="{4422C816-875A-41F5-9DC0-8DBAE4C5C6CB}"/>
                </a:ext>
              </a:extLst>
            </p:cNvPr>
            <p:cNvSpPr>
              <a:spLocks noChangeAspect="1"/>
            </p:cNvSpPr>
            <p:nvPr>
              <p:custDataLst>
                <p:tags r:id="rId15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11" name="Harvey 4" hidden="1">
            <a:extLst>
              <a:ext uri="{FF2B5EF4-FFF2-40B4-BE49-F238E27FC236}">
                <a16:creationId xmlns:a16="http://schemas.microsoft.com/office/drawing/2014/main" id="{DDC5C333-7028-4F79-8940-98DC17723588}"/>
              </a:ext>
            </a:extLst>
          </p:cNvPr>
          <p:cNvGrpSpPr>
            <a:grpSpLocks/>
          </p:cNvGrpSpPr>
          <p:nvPr userDrawn="1">
            <p:custDataLst>
              <p:tags r:id="rId32"/>
            </p:custDataLst>
          </p:nvPr>
        </p:nvGrpSpPr>
        <p:grpSpPr>
          <a:xfrm>
            <a:off x="5391506" y="3978000"/>
            <a:ext cx="1024878" cy="1024878"/>
            <a:chOff x="0" y="0"/>
            <a:chExt cx="914400" cy="914400"/>
          </a:xfrm>
          <a:solidFill>
            <a:schemeClr val="accent1"/>
          </a:solidFill>
        </p:grpSpPr>
        <p:sp>
          <p:nvSpPr>
            <p:cNvPr id="13" name="Harvey 0/4 [0]">
              <a:extLst>
                <a:ext uri="{FF2B5EF4-FFF2-40B4-BE49-F238E27FC236}">
                  <a16:creationId xmlns:a16="http://schemas.microsoft.com/office/drawing/2014/main" id="{70B331E2-39A8-4BAF-8DDD-C631B51EB56E}"/>
                </a:ext>
              </a:extLst>
            </p:cNvPr>
            <p:cNvSpPr>
              <a:spLocks noChangeAspect="1"/>
            </p:cNvSpPr>
            <p:nvPr>
              <p:custDataLst>
                <p:tags r:id="rId145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4" name="Harvey 1/4 [1]">
              <a:extLst>
                <a:ext uri="{FF2B5EF4-FFF2-40B4-BE49-F238E27FC236}">
                  <a16:creationId xmlns:a16="http://schemas.microsoft.com/office/drawing/2014/main" id="{47F66FBA-2801-4875-BD13-0BF512FC3C6A}"/>
                </a:ext>
              </a:extLst>
            </p:cNvPr>
            <p:cNvSpPr>
              <a:spLocks noChangeAspect="1"/>
            </p:cNvSpPr>
            <p:nvPr>
              <p:custDataLst>
                <p:tags r:id="rId14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5" name="Harvey 2/4 [2]">
              <a:extLst>
                <a:ext uri="{FF2B5EF4-FFF2-40B4-BE49-F238E27FC236}">
                  <a16:creationId xmlns:a16="http://schemas.microsoft.com/office/drawing/2014/main" id="{99673DAB-5272-45DC-B222-CA8CAA9FD2BB}"/>
                </a:ext>
              </a:extLst>
            </p:cNvPr>
            <p:cNvSpPr>
              <a:spLocks noChangeAspect="1"/>
            </p:cNvSpPr>
            <p:nvPr>
              <p:custDataLst>
                <p:tags r:id="rId14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6" name="Harvey 3/4 [3]">
              <a:extLst>
                <a:ext uri="{FF2B5EF4-FFF2-40B4-BE49-F238E27FC236}">
                  <a16:creationId xmlns:a16="http://schemas.microsoft.com/office/drawing/2014/main" id="{F9B9444B-C98D-45FC-BA92-881D06827328}"/>
                </a:ext>
              </a:extLst>
            </p:cNvPr>
            <p:cNvSpPr>
              <a:spLocks noChangeAspect="1"/>
            </p:cNvSpPr>
            <p:nvPr>
              <p:custDataLst>
                <p:tags r:id="rId14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7" name="Harvey 4/4 [4]">
              <a:extLst>
                <a:ext uri="{FF2B5EF4-FFF2-40B4-BE49-F238E27FC236}">
                  <a16:creationId xmlns:a16="http://schemas.microsoft.com/office/drawing/2014/main" id="{5FFB853D-F550-4F16-8269-A070A19E381C}"/>
                </a:ext>
              </a:extLst>
            </p:cNvPr>
            <p:cNvSpPr>
              <a:spLocks noChangeAspect="1"/>
            </p:cNvSpPr>
            <p:nvPr>
              <p:custDataLst>
                <p:tags r:id="rId14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18" name="Harvey 8" hidden="1">
            <a:extLst>
              <a:ext uri="{FF2B5EF4-FFF2-40B4-BE49-F238E27FC236}">
                <a16:creationId xmlns:a16="http://schemas.microsoft.com/office/drawing/2014/main" id="{0630AB66-7B5F-41CE-A2EB-2EB4C67794AE}"/>
              </a:ext>
            </a:extLst>
          </p:cNvPr>
          <p:cNvGrpSpPr>
            <a:grpSpLocks/>
          </p:cNvGrpSpPr>
          <p:nvPr userDrawn="1">
            <p:custDataLst>
              <p:tags r:id="rId33"/>
            </p:custDataLst>
          </p:nvPr>
        </p:nvGrpSpPr>
        <p:grpSpPr>
          <a:xfrm>
            <a:off x="6844214" y="3978000"/>
            <a:ext cx="1024878" cy="1024878"/>
            <a:chOff x="0" y="0"/>
            <a:chExt cx="914400" cy="914400"/>
          </a:xfrm>
          <a:solidFill>
            <a:schemeClr val="accent1"/>
          </a:solidFill>
        </p:grpSpPr>
        <p:sp>
          <p:nvSpPr>
            <p:cNvPr id="19" name="Harvey 0/8 [0]">
              <a:extLst>
                <a:ext uri="{FF2B5EF4-FFF2-40B4-BE49-F238E27FC236}">
                  <a16:creationId xmlns:a16="http://schemas.microsoft.com/office/drawing/2014/main" id="{051D5678-1EFE-40CF-8563-B5E9EA35A271}"/>
                </a:ext>
              </a:extLst>
            </p:cNvPr>
            <p:cNvSpPr>
              <a:spLocks noChangeAspect="1"/>
            </p:cNvSpPr>
            <p:nvPr>
              <p:custDataLst>
                <p:tags r:id="rId13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0" name="Harvey 1/8 [1]">
              <a:extLst>
                <a:ext uri="{FF2B5EF4-FFF2-40B4-BE49-F238E27FC236}">
                  <a16:creationId xmlns:a16="http://schemas.microsoft.com/office/drawing/2014/main" id="{E5DDEB4B-B8B3-42DA-AF30-4FD0A1770D91}"/>
                </a:ext>
              </a:extLst>
            </p:cNvPr>
            <p:cNvSpPr>
              <a:spLocks noChangeAspect="1"/>
            </p:cNvSpPr>
            <p:nvPr>
              <p:custDataLst>
                <p:tags r:id="rId13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7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92993"/>
                  </a:moveTo>
                  <a:arcTo wR="317500" hR="317500" stAng="-2700000" swAng="189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1" name="Harvey 2/8 [2]">
              <a:extLst>
                <a:ext uri="{FF2B5EF4-FFF2-40B4-BE49-F238E27FC236}">
                  <a16:creationId xmlns:a16="http://schemas.microsoft.com/office/drawing/2014/main" id="{FB9200C4-0418-4CEF-BBB8-18F997AD7CA8}"/>
                </a:ext>
              </a:extLst>
            </p:cNvPr>
            <p:cNvSpPr>
              <a:spLocks noChangeAspect="1"/>
            </p:cNvSpPr>
            <p:nvPr>
              <p:custDataLst>
                <p:tags r:id="rId13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2" name="Harvey 3/8 [3]">
              <a:extLst>
                <a:ext uri="{FF2B5EF4-FFF2-40B4-BE49-F238E27FC236}">
                  <a16:creationId xmlns:a16="http://schemas.microsoft.com/office/drawing/2014/main" id="{8E4DE7E8-0809-4E2E-BE6A-E989A6AEBF62}"/>
                </a:ext>
              </a:extLst>
            </p:cNvPr>
            <p:cNvSpPr>
              <a:spLocks noChangeAspect="1"/>
            </p:cNvSpPr>
            <p:nvPr>
              <p:custDataLst>
                <p:tags r:id="rId13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1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542006"/>
                  </a:moveTo>
                  <a:arcTo wR="317500" hR="317500" stAng="2700000" swAng="135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3" name="Harvey 4/8 [4]">
              <a:extLst>
                <a:ext uri="{FF2B5EF4-FFF2-40B4-BE49-F238E27FC236}">
                  <a16:creationId xmlns:a16="http://schemas.microsoft.com/office/drawing/2014/main" id="{F839E6A9-0DED-402B-8F4C-2176769B55CD}"/>
                </a:ext>
              </a:extLst>
            </p:cNvPr>
            <p:cNvSpPr>
              <a:spLocks noChangeAspect="1"/>
            </p:cNvSpPr>
            <p:nvPr>
              <p:custDataLst>
                <p:tags r:id="rId14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4" name="Harvey 5/8 [5]">
              <a:extLst>
                <a:ext uri="{FF2B5EF4-FFF2-40B4-BE49-F238E27FC236}">
                  <a16:creationId xmlns:a16="http://schemas.microsoft.com/office/drawing/2014/main" id="{C3EE8663-AD08-4237-8344-6543EC4B688C}"/>
                </a:ext>
              </a:extLst>
            </p:cNvPr>
            <p:cNvSpPr>
              <a:spLocks noChangeAspect="1"/>
            </p:cNvSpPr>
            <p:nvPr>
              <p:custDataLst>
                <p:tags r:id="rId14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5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542006"/>
                  </a:moveTo>
                  <a:arcTo wR="317500" hR="317500" stAng="8100000" swAng="81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5" name="Harvey 6/8 [6]">
              <a:extLst>
                <a:ext uri="{FF2B5EF4-FFF2-40B4-BE49-F238E27FC236}">
                  <a16:creationId xmlns:a16="http://schemas.microsoft.com/office/drawing/2014/main" id="{ADE6F931-D156-4E59-A3ED-0B14B5F0EF7E}"/>
                </a:ext>
              </a:extLst>
            </p:cNvPr>
            <p:cNvSpPr>
              <a:spLocks noChangeAspect="1"/>
            </p:cNvSpPr>
            <p:nvPr>
              <p:custDataLst>
                <p:tags r:id="rId14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6" name="Harvey 7/8 [7]">
              <a:extLst>
                <a:ext uri="{FF2B5EF4-FFF2-40B4-BE49-F238E27FC236}">
                  <a16:creationId xmlns:a16="http://schemas.microsoft.com/office/drawing/2014/main" id="{A36821AE-2FF1-4F6E-AAF3-1BEA6AE153B8}"/>
                </a:ext>
              </a:extLst>
            </p:cNvPr>
            <p:cNvSpPr>
              <a:spLocks noChangeAspect="1"/>
            </p:cNvSpPr>
            <p:nvPr>
              <p:custDataLst>
                <p:tags r:id="rId14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9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92993"/>
                  </a:moveTo>
                  <a:arcTo wR="317500" hR="317500" stAng="13500000" swAng="27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7" name="Harvey 8/8 [8]">
              <a:extLst>
                <a:ext uri="{FF2B5EF4-FFF2-40B4-BE49-F238E27FC236}">
                  <a16:creationId xmlns:a16="http://schemas.microsoft.com/office/drawing/2014/main" id="{2D277E47-45D5-4503-8443-BED560C6560A}"/>
                </a:ext>
              </a:extLst>
            </p:cNvPr>
            <p:cNvSpPr>
              <a:spLocks noChangeAspect="1"/>
            </p:cNvSpPr>
            <p:nvPr>
              <p:custDataLst>
                <p:tags r:id="rId144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28" name="Harvey 100" hidden="1">
            <a:extLst>
              <a:ext uri="{FF2B5EF4-FFF2-40B4-BE49-F238E27FC236}">
                <a16:creationId xmlns:a16="http://schemas.microsoft.com/office/drawing/2014/main" id="{6D5D9337-395C-4FE4-97E6-E1CD47A644E9}"/>
              </a:ext>
            </a:extLst>
          </p:cNvPr>
          <p:cNvGrpSpPr/>
          <p:nvPr userDrawn="1">
            <p:custDataLst>
              <p:tags r:id="rId34"/>
            </p:custDataLst>
          </p:nvPr>
        </p:nvGrpSpPr>
        <p:grpSpPr>
          <a:xfrm>
            <a:off x="8296922" y="3978000"/>
            <a:ext cx="1024878" cy="1024878"/>
            <a:chOff x="4334905" y="3282696"/>
            <a:chExt cx="292608" cy="292608"/>
          </a:xfrm>
          <a:solidFill>
            <a:schemeClr val="accent1"/>
          </a:solidFill>
        </p:grpSpPr>
        <p:sp>
          <p:nvSpPr>
            <p:cNvPr id="29" name="Harvey 0/100 [0]">
              <a:extLst>
                <a:ext uri="{FF2B5EF4-FFF2-40B4-BE49-F238E27FC236}">
                  <a16:creationId xmlns:a16="http://schemas.microsoft.com/office/drawing/2014/main" id="{C2D4C837-2D4B-4D6B-81F8-9B001989609B}"/>
                </a:ext>
              </a:extLst>
            </p:cNvPr>
            <p:cNvSpPr>
              <a:spLocks noChangeAspect="1"/>
            </p:cNvSpPr>
            <p:nvPr>
              <p:custDataLst>
                <p:tags r:id="rId3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30" name="Harvey 1/100 [1]">
              <a:extLst>
                <a:ext uri="{FF2B5EF4-FFF2-40B4-BE49-F238E27FC236}">
                  <a16:creationId xmlns:a16="http://schemas.microsoft.com/office/drawing/2014/main" id="{BACD6AAA-4A1C-46BE-B491-9A4A9C7C56F3}"/>
                </a:ext>
              </a:extLst>
            </p:cNvPr>
            <p:cNvSpPr>
              <a:spLocks noChangeAspect="1"/>
            </p:cNvSpPr>
            <p:nvPr>
              <p:custDataLst>
                <p:tags r:id="rId3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26"/>
                  </a:moveTo>
                  <a:arcTo wR="317500" hR="317500" stAng="-5184000" swAng="2138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31" name="Harvey 2/100 [2]">
              <a:extLst>
                <a:ext uri="{FF2B5EF4-FFF2-40B4-BE49-F238E27FC236}">
                  <a16:creationId xmlns:a16="http://schemas.microsoft.com/office/drawing/2014/main" id="{701024C3-4DEF-477C-9CFB-100E0303499E}"/>
                </a:ext>
              </a:extLst>
            </p:cNvPr>
            <p:cNvSpPr>
              <a:spLocks noChangeAspect="1"/>
            </p:cNvSpPr>
            <p:nvPr>
              <p:custDataLst>
                <p:tags r:id="rId3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2503"/>
                  </a:moveTo>
                  <a:arcTo wR="317500" hR="317500" stAng="-4968000" swAng="2116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32" name="Harvey 3/100 [3]">
              <a:extLst>
                <a:ext uri="{FF2B5EF4-FFF2-40B4-BE49-F238E27FC236}">
                  <a16:creationId xmlns:a16="http://schemas.microsoft.com/office/drawing/2014/main" id="{46A461CD-8D28-4422-AF2A-8267EFA51CAD}"/>
                </a:ext>
              </a:extLst>
            </p:cNvPr>
            <p:cNvSpPr>
              <a:spLocks noChangeAspect="1"/>
            </p:cNvSpPr>
            <p:nvPr>
              <p:custDataLst>
                <p:tags r:id="rId3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5623"/>
                  </a:moveTo>
                  <a:arcTo wR="317500" hR="317500" stAng="-4752000" swAng="2095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33" name="Harvey 4/100 [4]">
              <a:extLst>
                <a:ext uri="{FF2B5EF4-FFF2-40B4-BE49-F238E27FC236}">
                  <a16:creationId xmlns:a16="http://schemas.microsoft.com/office/drawing/2014/main" id="{0A337C3A-F021-437D-9E3D-FDE5AF266029}"/>
                </a:ext>
              </a:extLst>
            </p:cNvPr>
            <p:cNvSpPr>
              <a:spLocks noChangeAspect="1"/>
            </p:cNvSpPr>
            <p:nvPr>
              <p:custDataLst>
                <p:tags r:id="rId3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9974"/>
                  </a:moveTo>
                  <a:arcTo wR="317500" hR="317500" stAng="-4536000" swAng="20735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35" name="Harvey 5/100 [5]">
              <a:extLst>
                <a:ext uri="{FF2B5EF4-FFF2-40B4-BE49-F238E27FC236}">
                  <a16:creationId xmlns:a16="http://schemas.microsoft.com/office/drawing/2014/main" id="{BDF66AF7-3D75-4118-B7E6-241B2C41B2C9}"/>
                </a:ext>
              </a:extLst>
            </p:cNvPr>
            <p:cNvSpPr>
              <a:spLocks noChangeAspect="1"/>
            </p:cNvSpPr>
            <p:nvPr>
              <p:custDataLst>
                <p:tags r:id="rId4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15539"/>
                  </a:moveTo>
                  <a:arcTo wR="317500" hR="317500" stAng="-4320000" swAng="2052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36" name="Harvey 6/100 [6]">
              <a:extLst>
                <a:ext uri="{FF2B5EF4-FFF2-40B4-BE49-F238E27FC236}">
                  <a16:creationId xmlns:a16="http://schemas.microsoft.com/office/drawing/2014/main" id="{E74E7438-4315-4097-9BA7-F0CE3252AC14}"/>
                </a:ext>
              </a:extLst>
            </p:cNvPr>
            <p:cNvSpPr>
              <a:spLocks noChangeAspect="1"/>
            </p:cNvSpPr>
            <p:nvPr>
              <p:custDataLst>
                <p:tags r:id="rId4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22295"/>
                  </a:moveTo>
                  <a:arcTo wR="317500" hR="317500" stAng="-4104000" swAng="2030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37" name="Harvey 7/100 [7]">
              <a:extLst>
                <a:ext uri="{FF2B5EF4-FFF2-40B4-BE49-F238E27FC236}">
                  <a16:creationId xmlns:a16="http://schemas.microsoft.com/office/drawing/2014/main" id="{FEBA4E91-97BB-4DAC-B193-66FA4828DB26}"/>
                </a:ext>
              </a:extLst>
            </p:cNvPr>
            <p:cNvSpPr>
              <a:spLocks noChangeAspect="1"/>
            </p:cNvSpPr>
            <p:nvPr>
              <p:custDataLst>
                <p:tags r:id="rId4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30217"/>
                  </a:moveTo>
                  <a:arcTo wR="317500" hR="317500" stAng="-3888000" swAng="2008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38" name="Harvey 8/100 [8]">
              <a:extLst>
                <a:ext uri="{FF2B5EF4-FFF2-40B4-BE49-F238E27FC236}">
                  <a16:creationId xmlns:a16="http://schemas.microsoft.com/office/drawing/2014/main" id="{EEB85E02-177B-40CF-B926-A4423CC7C827}"/>
                </a:ext>
              </a:extLst>
            </p:cNvPr>
            <p:cNvSpPr>
              <a:spLocks noChangeAspect="1"/>
            </p:cNvSpPr>
            <p:nvPr>
              <p:custDataLst>
                <p:tags r:id="rId4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39272"/>
                  </a:moveTo>
                  <a:arcTo wR="317500" hR="317500" stAng="-3672000" swAng="198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39" name="Harvey 9/100 [9]">
              <a:extLst>
                <a:ext uri="{FF2B5EF4-FFF2-40B4-BE49-F238E27FC236}">
                  <a16:creationId xmlns:a16="http://schemas.microsoft.com/office/drawing/2014/main" id="{C133BC7F-B0E3-404F-92D1-BB930C4F3311}"/>
                </a:ext>
              </a:extLst>
            </p:cNvPr>
            <p:cNvSpPr>
              <a:spLocks noChangeAspect="1"/>
            </p:cNvSpPr>
            <p:nvPr>
              <p:custDataLst>
                <p:tags r:id="rId4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49425"/>
                  </a:moveTo>
                  <a:arcTo wR="317500" hR="317500" stAng="-3456000" swAng="1965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40" name="Harvey 10/100 [10]">
              <a:extLst>
                <a:ext uri="{FF2B5EF4-FFF2-40B4-BE49-F238E27FC236}">
                  <a16:creationId xmlns:a16="http://schemas.microsoft.com/office/drawing/2014/main" id="{F2FB72A6-CDF7-48B3-A3B8-5A5FC061802C}"/>
                </a:ext>
              </a:extLst>
            </p:cNvPr>
            <p:cNvSpPr>
              <a:spLocks noChangeAspect="1"/>
            </p:cNvSpPr>
            <p:nvPr>
              <p:custDataLst>
                <p:tags r:id="rId4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60637"/>
                  </a:moveTo>
                  <a:arcTo wR="317500" hR="317500" stAng="-3240000" swAng="194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41" name="Harvey 11/100 [11]">
              <a:extLst>
                <a:ext uri="{FF2B5EF4-FFF2-40B4-BE49-F238E27FC236}">
                  <a16:creationId xmlns:a16="http://schemas.microsoft.com/office/drawing/2014/main" id="{F3110C8B-1B18-4579-AB3F-0F4A0840CF38}"/>
                </a:ext>
              </a:extLst>
            </p:cNvPr>
            <p:cNvSpPr>
              <a:spLocks noChangeAspect="1"/>
            </p:cNvSpPr>
            <p:nvPr>
              <p:custDataLst>
                <p:tags r:id="rId4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3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72862"/>
                  </a:moveTo>
                  <a:arcTo wR="317500" hR="317500" stAng="-3024000" swAng="192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42" name="Harvey 12/100 [12]">
              <a:extLst>
                <a:ext uri="{FF2B5EF4-FFF2-40B4-BE49-F238E27FC236}">
                  <a16:creationId xmlns:a16="http://schemas.microsoft.com/office/drawing/2014/main" id="{84A1B722-E5AC-45F7-9498-7FF502B6FA2B}"/>
                </a:ext>
              </a:extLst>
            </p:cNvPr>
            <p:cNvSpPr>
              <a:spLocks noChangeAspect="1"/>
            </p:cNvSpPr>
            <p:nvPr>
              <p:custDataLst>
                <p:tags r:id="rId4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5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86052"/>
                  </a:moveTo>
                  <a:arcTo wR="317500" hR="317500" stAng="-2808000" swAng="190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43" name="Harvey 13/100 [13]">
              <a:extLst>
                <a:ext uri="{FF2B5EF4-FFF2-40B4-BE49-F238E27FC236}">
                  <a16:creationId xmlns:a16="http://schemas.microsoft.com/office/drawing/2014/main" id="{A5599F20-B957-4DF9-8B04-F2B77AAF0BDB}"/>
                </a:ext>
              </a:extLst>
            </p:cNvPr>
            <p:cNvSpPr>
              <a:spLocks noChangeAspect="1"/>
            </p:cNvSpPr>
            <p:nvPr>
              <p:custDataLst>
                <p:tags r:id="rId4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8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100156"/>
                  </a:moveTo>
                  <a:arcTo wR="317500" hR="317500" stAng="-2591999" swAng="1879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44" name="Harvey 14/100 [14]">
              <a:extLst>
                <a:ext uri="{FF2B5EF4-FFF2-40B4-BE49-F238E27FC236}">
                  <a16:creationId xmlns:a16="http://schemas.microsoft.com/office/drawing/2014/main" id="{F74357FC-EB3D-46C4-B56A-5007C9F4FB84}"/>
                </a:ext>
              </a:extLst>
            </p:cNvPr>
            <p:cNvSpPr>
              <a:spLocks noChangeAspect="1"/>
            </p:cNvSpPr>
            <p:nvPr>
              <p:custDataLst>
                <p:tags r:id="rId4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0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115117"/>
                  </a:moveTo>
                  <a:arcTo wR="317500" hR="317500" stAng="-2375999" swAng="1857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45" name="Harvey 15/100 [15]">
              <a:extLst>
                <a:ext uri="{FF2B5EF4-FFF2-40B4-BE49-F238E27FC236}">
                  <a16:creationId xmlns:a16="http://schemas.microsoft.com/office/drawing/2014/main" id="{32E8E8F3-9DBC-46F4-9700-CAF071913650}"/>
                </a:ext>
              </a:extLst>
            </p:cNvPr>
            <p:cNvSpPr>
              <a:spLocks noChangeAspect="1"/>
            </p:cNvSpPr>
            <p:nvPr>
              <p:custDataLst>
                <p:tags r:id="rId5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2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130878"/>
                  </a:moveTo>
                  <a:arcTo wR="317500" hR="317500" stAng="-2160000" swAng="1836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46" name="Harvey 16/100 [16]">
              <a:extLst>
                <a:ext uri="{FF2B5EF4-FFF2-40B4-BE49-F238E27FC236}">
                  <a16:creationId xmlns:a16="http://schemas.microsoft.com/office/drawing/2014/main" id="{71360883-3CF3-4439-9568-E456C60454A8}"/>
                </a:ext>
              </a:extLst>
            </p:cNvPr>
            <p:cNvSpPr>
              <a:spLocks noChangeAspect="1"/>
            </p:cNvSpPr>
            <p:nvPr>
              <p:custDataLst>
                <p:tags r:id="rId5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4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147374"/>
                  </a:moveTo>
                  <a:arcTo wR="317500" hR="317500" stAng="-1944000" swAng="1814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47" name="Harvey 17/100 [17]">
              <a:extLst>
                <a:ext uri="{FF2B5EF4-FFF2-40B4-BE49-F238E27FC236}">
                  <a16:creationId xmlns:a16="http://schemas.microsoft.com/office/drawing/2014/main" id="{AE88FC9E-FB95-4413-AE3E-B8BF504735B5}"/>
                </a:ext>
              </a:extLst>
            </p:cNvPr>
            <p:cNvSpPr>
              <a:spLocks noChangeAspect="1"/>
            </p:cNvSpPr>
            <p:nvPr>
              <p:custDataLst>
                <p:tags r:id="rId5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6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164543"/>
                  </a:moveTo>
                  <a:arcTo wR="317500" hR="317500" stAng="-1727999" swAng="1792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48" name="Harvey 18/100 [18]">
              <a:extLst>
                <a:ext uri="{FF2B5EF4-FFF2-40B4-BE49-F238E27FC236}">
                  <a16:creationId xmlns:a16="http://schemas.microsoft.com/office/drawing/2014/main" id="{62593B83-E4BE-4CE8-9B0B-25AF9B7D4254}"/>
                </a:ext>
              </a:extLst>
            </p:cNvPr>
            <p:cNvSpPr>
              <a:spLocks noChangeAspect="1"/>
            </p:cNvSpPr>
            <p:nvPr>
              <p:custDataLst>
                <p:tags r:id="rId5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8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182315"/>
                  </a:moveTo>
                  <a:arcTo wR="317500" hR="317500" stAng="-1512000" swAng="1771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49" name="Harvey 19/100 [19]">
              <a:extLst>
                <a:ext uri="{FF2B5EF4-FFF2-40B4-BE49-F238E27FC236}">
                  <a16:creationId xmlns:a16="http://schemas.microsoft.com/office/drawing/2014/main" id="{CD41838E-0172-403D-9B68-FD51310F5400}"/>
                </a:ext>
              </a:extLst>
            </p:cNvPr>
            <p:cNvSpPr>
              <a:spLocks noChangeAspect="1"/>
            </p:cNvSpPr>
            <p:nvPr>
              <p:custDataLst>
                <p:tags r:id="rId5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1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200620"/>
                  </a:moveTo>
                  <a:arcTo wR="317500" hR="317500" stAng="-1295999" swAng="174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50" name="Harvey 20/100 [20]">
              <a:extLst>
                <a:ext uri="{FF2B5EF4-FFF2-40B4-BE49-F238E27FC236}">
                  <a16:creationId xmlns:a16="http://schemas.microsoft.com/office/drawing/2014/main" id="{EDE3F4CF-CB3E-40C2-B070-AC09F1E8FBD5}"/>
                </a:ext>
              </a:extLst>
            </p:cNvPr>
            <p:cNvSpPr>
              <a:spLocks noChangeAspect="1"/>
            </p:cNvSpPr>
            <p:nvPr>
              <p:custDataLst>
                <p:tags r:id="rId5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219387"/>
                  </a:moveTo>
                  <a:arcTo wR="317500" hR="317500" stAng="-1080000" swAng="172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51" name="Harvey 21/100 [21]">
              <a:extLst>
                <a:ext uri="{FF2B5EF4-FFF2-40B4-BE49-F238E27FC236}">
                  <a16:creationId xmlns:a16="http://schemas.microsoft.com/office/drawing/2014/main" id="{CD8E25E7-83D2-4F78-92A7-435281704491}"/>
                </a:ext>
              </a:extLst>
            </p:cNvPr>
            <p:cNvSpPr>
              <a:spLocks noChangeAspect="1"/>
            </p:cNvSpPr>
            <p:nvPr>
              <p:custDataLst>
                <p:tags r:id="rId5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5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238540"/>
                  </a:moveTo>
                  <a:arcTo wR="317500" hR="317500" stAng="-864000" swAng="170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52" name="Harvey 22/100 [22]">
              <a:extLst>
                <a:ext uri="{FF2B5EF4-FFF2-40B4-BE49-F238E27FC236}">
                  <a16:creationId xmlns:a16="http://schemas.microsoft.com/office/drawing/2014/main" id="{C6A696FB-9EFC-47F6-9860-247C48C1FC3D}"/>
                </a:ext>
              </a:extLst>
            </p:cNvPr>
            <p:cNvSpPr>
              <a:spLocks noChangeAspect="1"/>
            </p:cNvSpPr>
            <p:nvPr>
              <p:custDataLst>
                <p:tags r:id="rId5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7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258006"/>
                  </a:moveTo>
                  <a:arcTo wR="317500" hR="317500" stAng="-647999" swAng="168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53" name="Harvey 23/100 [23]">
              <a:extLst>
                <a:ext uri="{FF2B5EF4-FFF2-40B4-BE49-F238E27FC236}">
                  <a16:creationId xmlns:a16="http://schemas.microsoft.com/office/drawing/2014/main" id="{252958D2-EE89-4FBF-BF7B-C8AFAD704413}"/>
                </a:ext>
              </a:extLst>
            </p:cNvPr>
            <p:cNvSpPr>
              <a:spLocks noChangeAspect="1"/>
            </p:cNvSpPr>
            <p:nvPr>
              <p:custDataLst>
                <p:tags r:id="rId5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9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277706"/>
                  </a:moveTo>
                  <a:arcTo wR="317500" hR="317500" stAng="-432000" swAng="166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54" name="Harvey 24/100 [24]">
              <a:extLst>
                <a:ext uri="{FF2B5EF4-FFF2-40B4-BE49-F238E27FC236}">
                  <a16:creationId xmlns:a16="http://schemas.microsoft.com/office/drawing/2014/main" id="{314E82DC-04B6-406C-9D65-1115F4D2AA22}"/>
                </a:ext>
              </a:extLst>
            </p:cNvPr>
            <p:cNvSpPr>
              <a:spLocks noChangeAspect="1"/>
            </p:cNvSpPr>
            <p:nvPr>
              <p:custDataLst>
                <p:tags r:id="rId5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1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297564"/>
                  </a:moveTo>
                  <a:arcTo wR="317500" hR="317500" stAng="-216000" swAng="164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55" name="Harvey 25/100 [25]">
              <a:extLst>
                <a:ext uri="{FF2B5EF4-FFF2-40B4-BE49-F238E27FC236}">
                  <a16:creationId xmlns:a16="http://schemas.microsoft.com/office/drawing/2014/main" id="{669D1B60-A74F-4296-8610-F3DCDDC15022}"/>
                </a:ext>
              </a:extLst>
            </p:cNvPr>
            <p:cNvSpPr>
              <a:spLocks noChangeAspect="1"/>
            </p:cNvSpPr>
            <p:nvPr>
              <p:custDataLst>
                <p:tags r:id="rId6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56" name="Harvey 26/100 [26]">
              <a:extLst>
                <a:ext uri="{FF2B5EF4-FFF2-40B4-BE49-F238E27FC236}">
                  <a16:creationId xmlns:a16="http://schemas.microsoft.com/office/drawing/2014/main" id="{FF6DD112-04B6-4656-AB9D-1F9950FEE2D9}"/>
                </a:ext>
              </a:extLst>
            </p:cNvPr>
            <p:cNvSpPr>
              <a:spLocks noChangeAspect="1"/>
            </p:cNvSpPr>
            <p:nvPr>
              <p:custDataLst>
                <p:tags r:id="rId6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6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337435"/>
                  </a:moveTo>
                  <a:arcTo wR="317500" hR="317500" stAng="216000" swAng="1598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57" name="Harvey 27/100 [27]">
              <a:extLst>
                <a:ext uri="{FF2B5EF4-FFF2-40B4-BE49-F238E27FC236}">
                  <a16:creationId xmlns:a16="http://schemas.microsoft.com/office/drawing/2014/main" id="{E2928B53-FC5C-427C-AE65-9286773D84B2}"/>
                </a:ext>
              </a:extLst>
            </p:cNvPr>
            <p:cNvSpPr>
              <a:spLocks noChangeAspect="1"/>
            </p:cNvSpPr>
            <p:nvPr>
              <p:custDataLst>
                <p:tags r:id="rId6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8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357293"/>
                  </a:moveTo>
                  <a:arcTo wR="317500" hR="317500" stAng="432000" swAng="1576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58" name="Harvey 28/100 [28]">
              <a:extLst>
                <a:ext uri="{FF2B5EF4-FFF2-40B4-BE49-F238E27FC236}">
                  <a16:creationId xmlns:a16="http://schemas.microsoft.com/office/drawing/2014/main" id="{D8CF4F20-8FEC-47FF-9B86-E818143B2C19}"/>
                </a:ext>
              </a:extLst>
            </p:cNvPr>
            <p:cNvSpPr>
              <a:spLocks noChangeAspect="1"/>
            </p:cNvSpPr>
            <p:nvPr>
              <p:custDataLst>
                <p:tags r:id="rId6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0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376993"/>
                  </a:moveTo>
                  <a:arcTo wR="317500" hR="317500" stAng="648000" swAng="1555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59" name="Harvey 29/100 [29]">
              <a:extLst>
                <a:ext uri="{FF2B5EF4-FFF2-40B4-BE49-F238E27FC236}">
                  <a16:creationId xmlns:a16="http://schemas.microsoft.com/office/drawing/2014/main" id="{E1AF074D-4599-4D0E-8078-66303FEBDE44}"/>
                </a:ext>
              </a:extLst>
            </p:cNvPr>
            <p:cNvSpPr>
              <a:spLocks noChangeAspect="1"/>
            </p:cNvSpPr>
            <p:nvPr>
              <p:custDataLst>
                <p:tags r:id="rId6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26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396459"/>
                  </a:moveTo>
                  <a:arcTo wR="317500" hR="317500" stAng="863999" swAng="1533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60" name="Harvey 30/100 [30]">
              <a:extLst>
                <a:ext uri="{FF2B5EF4-FFF2-40B4-BE49-F238E27FC236}">
                  <a16:creationId xmlns:a16="http://schemas.microsoft.com/office/drawing/2014/main" id="{2DF9C982-C062-4899-8A5F-20F49AD9E1B5}"/>
                </a:ext>
              </a:extLst>
            </p:cNvPr>
            <p:cNvSpPr>
              <a:spLocks noChangeAspect="1"/>
            </p:cNvSpPr>
            <p:nvPr>
              <p:custDataLst>
                <p:tags r:id="rId6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415612"/>
                  </a:moveTo>
                  <a:arcTo wR="317500" hR="317500" stAng="1080000" swAng="1511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61" name="Harvey 31/100 [31]">
              <a:extLst>
                <a:ext uri="{FF2B5EF4-FFF2-40B4-BE49-F238E27FC236}">
                  <a16:creationId xmlns:a16="http://schemas.microsoft.com/office/drawing/2014/main" id="{E98CD797-9DD9-4143-9058-D1ABF95E7406}"/>
                </a:ext>
              </a:extLst>
            </p:cNvPr>
            <p:cNvSpPr>
              <a:spLocks noChangeAspect="1"/>
            </p:cNvSpPr>
            <p:nvPr>
              <p:custDataLst>
                <p:tags r:id="rId6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6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434379"/>
                  </a:moveTo>
                  <a:arcTo wR="317500" hR="317500" stAng="1295999" swAng="1490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62" name="Harvey 32/100 [32]">
              <a:extLst>
                <a:ext uri="{FF2B5EF4-FFF2-40B4-BE49-F238E27FC236}">
                  <a16:creationId xmlns:a16="http://schemas.microsoft.com/office/drawing/2014/main" id="{39029FE4-844F-47DA-8FEF-FB68673FF10C}"/>
                </a:ext>
              </a:extLst>
            </p:cNvPr>
            <p:cNvSpPr>
              <a:spLocks noChangeAspect="1"/>
            </p:cNvSpPr>
            <p:nvPr>
              <p:custDataLst>
                <p:tags r:id="rId6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9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452684"/>
                  </a:moveTo>
                  <a:arcTo wR="317500" hR="317500" stAng="1512000" swAng="1468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63" name="Harvey 33/100 [33]">
              <a:extLst>
                <a:ext uri="{FF2B5EF4-FFF2-40B4-BE49-F238E27FC236}">
                  <a16:creationId xmlns:a16="http://schemas.microsoft.com/office/drawing/2014/main" id="{B99AA4D4-9C74-447B-89EF-8FD268FF95EE}"/>
                </a:ext>
              </a:extLst>
            </p:cNvPr>
            <p:cNvSpPr>
              <a:spLocks noChangeAspect="1"/>
            </p:cNvSpPr>
            <p:nvPr>
              <p:custDataLst>
                <p:tags r:id="rId6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1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470456"/>
                  </a:moveTo>
                  <a:arcTo wR="317500" hR="317500" stAng="1728000" swAng="144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64" name="Harvey 34/100 [34]">
              <a:extLst>
                <a:ext uri="{FF2B5EF4-FFF2-40B4-BE49-F238E27FC236}">
                  <a16:creationId xmlns:a16="http://schemas.microsoft.com/office/drawing/2014/main" id="{0880CCDE-4DDE-49A8-AFB2-FDDCE314B4D3}"/>
                </a:ext>
              </a:extLst>
            </p:cNvPr>
            <p:cNvSpPr>
              <a:spLocks noChangeAspect="1"/>
            </p:cNvSpPr>
            <p:nvPr>
              <p:custDataLst>
                <p:tags r:id="rId6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3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487625"/>
                  </a:moveTo>
                  <a:arcTo wR="317500" hR="317500" stAng="1944000" swAng="14255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65" name="Harvey 35/100 [35]">
              <a:extLst>
                <a:ext uri="{FF2B5EF4-FFF2-40B4-BE49-F238E27FC236}">
                  <a16:creationId xmlns:a16="http://schemas.microsoft.com/office/drawing/2014/main" id="{F37E834A-F9D8-4623-BC85-60359856CCD0}"/>
                </a:ext>
              </a:extLst>
            </p:cNvPr>
            <p:cNvSpPr>
              <a:spLocks noChangeAspect="1"/>
            </p:cNvSpPr>
            <p:nvPr>
              <p:custDataLst>
                <p:tags r:id="rId7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55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504121"/>
                  </a:moveTo>
                  <a:arcTo wR="317500" hR="317500" stAng="2159999" swAng="140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66" name="Harvey 36/100 [36]">
              <a:extLst>
                <a:ext uri="{FF2B5EF4-FFF2-40B4-BE49-F238E27FC236}">
                  <a16:creationId xmlns:a16="http://schemas.microsoft.com/office/drawing/2014/main" id="{15163940-B229-4368-B727-3714123C78AB}"/>
                </a:ext>
              </a:extLst>
            </p:cNvPr>
            <p:cNvSpPr>
              <a:spLocks noChangeAspect="1"/>
            </p:cNvSpPr>
            <p:nvPr>
              <p:custDataLst>
                <p:tags r:id="rId7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7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519882"/>
                  </a:moveTo>
                  <a:arcTo wR="317500" hR="317500" stAng="2375999" swAng="138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67" name="Harvey 37/100 [37]">
              <a:extLst>
                <a:ext uri="{FF2B5EF4-FFF2-40B4-BE49-F238E27FC236}">
                  <a16:creationId xmlns:a16="http://schemas.microsoft.com/office/drawing/2014/main" id="{64BAECDC-27C7-4333-B9D8-59DE42A1B1AA}"/>
                </a:ext>
              </a:extLst>
            </p:cNvPr>
            <p:cNvSpPr>
              <a:spLocks noChangeAspect="1"/>
            </p:cNvSpPr>
            <p:nvPr>
              <p:custDataLst>
                <p:tags r:id="rId7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9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534843"/>
                  </a:moveTo>
                  <a:arcTo wR="317500" hR="317500" stAng="2591999" swAng="136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68" name="Harvey 38/100 [38]">
              <a:extLst>
                <a:ext uri="{FF2B5EF4-FFF2-40B4-BE49-F238E27FC236}">
                  <a16:creationId xmlns:a16="http://schemas.microsoft.com/office/drawing/2014/main" id="{4F018A0A-A74A-4E47-BC47-203679D4F8C0}"/>
                </a:ext>
              </a:extLst>
            </p:cNvPr>
            <p:cNvSpPr>
              <a:spLocks noChangeAspect="1"/>
            </p:cNvSpPr>
            <p:nvPr>
              <p:custDataLst>
                <p:tags r:id="rId7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2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548947"/>
                  </a:moveTo>
                  <a:arcTo wR="317500" hR="317500" stAng="2808000" swAng="1339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69" name="Harvey 39/100 [39]">
              <a:extLst>
                <a:ext uri="{FF2B5EF4-FFF2-40B4-BE49-F238E27FC236}">
                  <a16:creationId xmlns:a16="http://schemas.microsoft.com/office/drawing/2014/main" id="{ACA75957-9FDB-46A2-82EC-77103CBEAC52}"/>
                </a:ext>
              </a:extLst>
            </p:cNvPr>
            <p:cNvSpPr>
              <a:spLocks noChangeAspect="1"/>
            </p:cNvSpPr>
            <p:nvPr>
              <p:custDataLst>
                <p:tags r:id="rId7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4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562137"/>
                  </a:moveTo>
                  <a:arcTo wR="317500" hR="317500" stAng="3024000" swAng="1317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70" name="Harvey 40/100 [40]">
              <a:extLst>
                <a:ext uri="{FF2B5EF4-FFF2-40B4-BE49-F238E27FC236}">
                  <a16:creationId xmlns:a16="http://schemas.microsoft.com/office/drawing/2014/main" id="{025DFA7F-A073-422A-8D20-E27D1ABE4342}"/>
                </a:ext>
              </a:extLst>
            </p:cNvPr>
            <p:cNvSpPr>
              <a:spLocks noChangeAspect="1"/>
            </p:cNvSpPr>
            <p:nvPr>
              <p:custDataLst>
                <p:tags r:id="rId7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574362"/>
                  </a:moveTo>
                  <a:arcTo wR="317500" hR="317500" stAng="3240000" swAng="1296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71" name="Harvey 41/100 [41]">
              <a:extLst>
                <a:ext uri="{FF2B5EF4-FFF2-40B4-BE49-F238E27FC236}">
                  <a16:creationId xmlns:a16="http://schemas.microsoft.com/office/drawing/2014/main" id="{BF311CE9-A4CB-4965-8F0F-5B6811E9FB20}"/>
                </a:ext>
              </a:extLst>
            </p:cNvPr>
            <p:cNvSpPr>
              <a:spLocks noChangeAspect="1"/>
            </p:cNvSpPr>
            <p:nvPr>
              <p:custDataLst>
                <p:tags r:id="rId7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8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585574"/>
                  </a:moveTo>
                  <a:arcTo wR="317500" hR="317500" stAng="3455999" swAng="1274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72" name="Harvey 42/100 [42]">
              <a:extLst>
                <a:ext uri="{FF2B5EF4-FFF2-40B4-BE49-F238E27FC236}">
                  <a16:creationId xmlns:a16="http://schemas.microsoft.com/office/drawing/2014/main" id="{1B415A3D-1E85-4E6A-8BAB-3BB56600BA4F}"/>
                </a:ext>
              </a:extLst>
            </p:cNvPr>
            <p:cNvSpPr>
              <a:spLocks noChangeAspect="1"/>
            </p:cNvSpPr>
            <p:nvPr>
              <p:custDataLst>
                <p:tags r:id="rId7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0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595727"/>
                  </a:moveTo>
                  <a:arcTo wR="317500" hR="317500" stAng="3671999" swAng="1252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73" name="Harvey 43/100 [43]">
              <a:extLst>
                <a:ext uri="{FF2B5EF4-FFF2-40B4-BE49-F238E27FC236}">
                  <a16:creationId xmlns:a16="http://schemas.microsoft.com/office/drawing/2014/main" id="{7EAD6077-4487-4E7D-846D-445E65B5291C}"/>
                </a:ext>
              </a:extLst>
            </p:cNvPr>
            <p:cNvSpPr>
              <a:spLocks noChangeAspect="1"/>
            </p:cNvSpPr>
            <p:nvPr>
              <p:custDataLst>
                <p:tags r:id="rId7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2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604782"/>
                  </a:moveTo>
                  <a:arcTo wR="317500" hR="317500" stAng="3888000" swAng="1231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74" name="Harvey 44/100 [44]">
              <a:extLst>
                <a:ext uri="{FF2B5EF4-FFF2-40B4-BE49-F238E27FC236}">
                  <a16:creationId xmlns:a16="http://schemas.microsoft.com/office/drawing/2014/main" id="{4B57ADAF-4A83-4CB4-8920-E2B9F994E83E}"/>
                </a:ext>
              </a:extLst>
            </p:cNvPr>
            <p:cNvSpPr>
              <a:spLocks noChangeAspect="1"/>
            </p:cNvSpPr>
            <p:nvPr>
              <p:custDataLst>
                <p:tags r:id="rId7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5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612704"/>
                  </a:moveTo>
                  <a:arcTo wR="317500" hR="317500" stAng="4104000" swAng="120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75" name="Harvey 45/100 [45]">
              <a:extLst>
                <a:ext uri="{FF2B5EF4-FFF2-40B4-BE49-F238E27FC236}">
                  <a16:creationId xmlns:a16="http://schemas.microsoft.com/office/drawing/2014/main" id="{FF3E5416-AC43-4CBB-A32A-A966ED03106F}"/>
                </a:ext>
              </a:extLst>
            </p:cNvPr>
            <p:cNvSpPr>
              <a:spLocks noChangeAspect="1"/>
            </p:cNvSpPr>
            <p:nvPr>
              <p:custDataLst>
                <p:tags r:id="rId8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7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619460"/>
                  </a:moveTo>
                  <a:arcTo wR="317500" hR="317500" stAng="4320000" swAng="118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76" name="Harvey 46/100 [46]">
              <a:extLst>
                <a:ext uri="{FF2B5EF4-FFF2-40B4-BE49-F238E27FC236}">
                  <a16:creationId xmlns:a16="http://schemas.microsoft.com/office/drawing/2014/main" id="{49AFF9C1-C19A-487C-A4C1-47DA87277C3B}"/>
                </a:ext>
              </a:extLst>
            </p:cNvPr>
            <p:cNvSpPr>
              <a:spLocks noChangeAspect="1"/>
            </p:cNvSpPr>
            <p:nvPr>
              <p:custDataLst>
                <p:tags r:id="rId8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9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625025"/>
                  </a:moveTo>
                  <a:arcTo wR="317500" hR="317500" stAng="4536000" swAng="116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77" name="Harvey 47/100 [47]">
              <a:extLst>
                <a:ext uri="{FF2B5EF4-FFF2-40B4-BE49-F238E27FC236}">
                  <a16:creationId xmlns:a16="http://schemas.microsoft.com/office/drawing/2014/main" id="{F35AEE09-D82F-438F-9D01-96C6876241F1}"/>
                </a:ext>
              </a:extLst>
            </p:cNvPr>
            <p:cNvSpPr>
              <a:spLocks noChangeAspect="1"/>
            </p:cNvSpPr>
            <p:nvPr>
              <p:custDataLst>
                <p:tags r:id="rId8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1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629376"/>
                  </a:moveTo>
                  <a:arcTo wR="317500" hR="317500" stAng="4751999" swAng="114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78" name="Harvey 48/100 [48]">
              <a:extLst>
                <a:ext uri="{FF2B5EF4-FFF2-40B4-BE49-F238E27FC236}">
                  <a16:creationId xmlns:a16="http://schemas.microsoft.com/office/drawing/2014/main" id="{4FC3325B-EEB2-4420-9715-1149CEACE9AC}"/>
                </a:ext>
              </a:extLst>
            </p:cNvPr>
            <p:cNvSpPr>
              <a:spLocks noChangeAspect="1"/>
            </p:cNvSpPr>
            <p:nvPr>
              <p:custDataLst>
                <p:tags r:id="rId8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36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632496"/>
                  </a:moveTo>
                  <a:arcTo wR="317500" hR="317500" stAng="4967999" swAng="112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79" name="Harvey 49/100 [49]">
              <a:extLst>
                <a:ext uri="{FF2B5EF4-FFF2-40B4-BE49-F238E27FC236}">
                  <a16:creationId xmlns:a16="http://schemas.microsoft.com/office/drawing/2014/main" id="{3BE00D50-8FCE-4E11-AA24-10B621732F20}"/>
                </a:ext>
              </a:extLst>
            </p:cNvPr>
            <p:cNvSpPr>
              <a:spLocks noChangeAspect="1"/>
            </p:cNvSpPr>
            <p:nvPr>
              <p:custDataLst>
                <p:tags r:id="rId8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5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34373"/>
                  </a:moveTo>
                  <a:arcTo wR="317500" hR="317500" stAng="5184000" swAng="110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80" name="Harvey 50/100 [50]">
              <a:extLst>
                <a:ext uri="{FF2B5EF4-FFF2-40B4-BE49-F238E27FC236}">
                  <a16:creationId xmlns:a16="http://schemas.microsoft.com/office/drawing/2014/main" id="{97083993-8BFD-443F-A3A3-D28EF389CE2B}"/>
                </a:ext>
              </a:extLst>
            </p:cNvPr>
            <p:cNvSpPr>
              <a:spLocks noChangeAspect="1"/>
            </p:cNvSpPr>
            <p:nvPr>
              <p:custDataLst>
                <p:tags r:id="rId8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81" name="Harvey 51/100 [51]">
              <a:extLst>
                <a:ext uri="{FF2B5EF4-FFF2-40B4-BE49-F238E27FC236}">
                  <a16:creationId xmlns:a16="http://schemas.microsoft.com/office/drawing/2014/main" id="{BDE38762-18E9-47FF-895E-325F5976ECAA}"/>
                </a:ext>
              </a:extLst>
            </p:cNvPr>
            <p:cNvSpPr>
              <a:spLocks noChangeAspect="1"/>
            </p:cNvSpPr>
            <p:nvPr>
              <p:custDataLst>
                <p:tags r:id="rId8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0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34373"/>
                  </a:moveTo>
                  <a:arcTo wR="317500" hR="317500" stAng="5616000" swAng="1058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82" name="Harvey 52/100 [52]">
              <a:extLst>
                <a:ext uri="{FF2B5EF4-FFF2-40B4-BE49-F238E27FC236}">
                  <a16:creationId xmlns:a16="http://schemas.microsoft.com/office/drawing/2014/main" id="{785EAA21-FBCD-46DC-8430-7AB12F5A66AF}"/>
                </a:ext>
              </a:extLst>
            </p:cNvPr>
            <p:cNvSpPr>
              <a:spLocks noChangeAspect="1"/>
            </p:cNvSpPr>
            <p:nvPr>
              <p:custDataLst>
                <p:tags r:id="rId8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2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632496"/>
                  </a:moveTo>
                  <a:arcTo wR="317500" hR="317500" stAng="5832000" swAng="1036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83" name="Harvey 53/100 [53]">
              <a:extLst>
                <a:ext uri="{FF2B5EF4-FFF2-40B4-BE49-F238E27FC236}">
                  <a16:creationId xmlns:a16="http://schemas.microsoft.com/office/drawing/2014/main" id="{858D54BA-F4A5-4C67-830E-E85FF6EE735D}"/>
                </a:ext>
              </a:extLst>
            </p:cNvPr>
            <p:cNvSpPr>
              <a:spLocks noChangeAspect="1"/>
            </p:cNvSpPr>
            <p:nvPr>
              <p:custDataLst>
                <p:tags r:id="rId8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4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629376"/>
                  </a:moveTo>
                  <a:arcTo wR="317500" hR="317500" stAng="6048000" swAng="1015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84" name="Harvey 54/100 [54]">
              <a:extLst>
                <a:ext uri="{FF2B5EF4-FFF2-40B4-BE49-F238E27FC236}">
                  <a16:creationId xmlns:a16="http://schemas.microsoft.com/office/drawing/2014/main" id="{AC41BD7B-E1FA-4AED-B11C-E03936A672E6}"/>
                </a:ext>
              </a:extLst>
            </p:cNvPr>
            <p:cNvSpPr>
              <a:spLocks noChangeAspect="1"/>
            </p:cNvSpPr>
            <p:nvPr>
              <p:custDataLst>
                <p:tags r:id="rId8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6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625025"/>
                  </a:moveTo>
                  <a:arcTo wR="317500" hR="317500" stAng="6264000" swAng="993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85" name="Harvey 55/100 [55]">
              <a:extLst>
                <a:ext uri="{FF2B5EF4-FFF2-40B4-BE49-F238E27FC236}">
                  <a16:creationId xmlns:a16="http://schemas.microsoft.com/office/drawing/2014/main" id="{BAF901A0-5FD1-4B29-9AF9-DB8B19412429}"/>
                </a:ext>
              </a:extLst>
            </p:cNvPr>
            <p:cNvSpPr>
              <a:spLocks noChangeAspect="1"/>
            </p:cNvSpPr>
            <p:nvPr>
              <p:custDataLst>
                <p:tags r:id="rId9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8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619460"/>
                  </a:moveTo>
                  <a:arcTo wR="317500" hR="317500" stAng="6480000" swAng="971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86" name="Harvey 56/100 [56]">
              <a:extLst>
                <a:ext uri="{FF2B5EF4-FFF2-40B4-BE49-F238E27FC236}">
                  <a16:creationId xmlns:a16="http://schemas.microsoft.com/office/drawing/2014/main" id="{3EFF555D-6B7F-481F-ADC2-746953BA7F97}"/>
                </a:ext>
              </a:extLst>
            </p:cNvPr>
            <p:cNvSpPr>
              <a:spLocks noChangeAspect="1"/>
            </p:cNvSpPr>
            <p:nvPr>
              <p:custDataLst>
                <p:tags r:id="rId9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0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612704"/>
                  </a:moveTo>
                  <a:arcTo wR="317500" hR="317500" stAng="6696000" swAng="950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87" name="Harvey 57/100 [57]">
              <a:extLst>
                <a:ext uri="{FF2B5EF4-FFF2-40B4-BE49-F238E27FC236}">
                  <a16:creationId xmlns:a16="http://schemas.microsoft.com/office/drawing/2014/main" id="{A4D3BE31-8C07-4912-AB8B-8331A665C238}"/>
                </a:ext>
              </a:extLst>
            </p:cNvPr>
            <p:cNvSpPr>
              <a:spLocks noChangeAspect="1"/>
            </p:cNvSpPr>
            <p:nvPr>
              <p:custDataLst>
                <p:tags r:id="rId9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3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604782"/>
                  </a:moveTo>
                  <a:arcTo wR="317500" hR="317500" stAng="6911999" swAng="928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88" name="Harvey 58/100 [58]">
              <a:extLst>
                <a:ext uri="{FF2B5EF4-FFF2-40B4-BE49-F238E27FC236}">
                  <a16:creationId xmlns:a16="http://schemas.microsoft.com/office/drawing/2014/main" id="{E7B5A5D9-6DD2-4B0A-9557-7A7AF774103E}"/>
                </a:ext>
              </a:extLst>
            </p:cNvPr>
            <p:cNvSpPr>
              <a:spLocks noChangeAspect="1"/>
            </p:cNvSpPr>
            <p:nvPr>
              <p:custDataLst>
                <p:tags r:id="rId9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52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595727"/>
                  </a:moveTo>
                  <a:arcTo wR="317500" hR="317500" stAng="7127999" swAng="90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89" name="Harvey 59/100 [59]">
              <a:extLst>
                <a:ext uri="{FF2B5EF4-FFF2-40B4-BE49-F238E27FC236}">
                  <a16:creationId xmlns:a16="http://schemas.microsoft.com/office/drawing/2014/main" id="{88458C0E-D234-4C86-A6CC-B8CD6C445F00}"/>
                </a:ext>
              </a:extLst>
            </p:cNvPr>
            <p:cNvSpPr>
              <a:spLocks noChangeAspect="1"/>
            </p:cNvSpPr>
            <p:nvPr>
              <p:custDataLst>
                <p:tags r:id="rId9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74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585574"/>
                  </a:moveTo>
                  <a:arcTo wR="317500" hR="317500" stAng="7343999" swAng="885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90" name="Harvey 60/100 [60]">
              <a:extLst>
                <a:ext uri="{FF2B5EF4-FFF2-40B4-BE49-F238E27FC236}">
                  <a16:creationId xmlns:a16="http://schemas.microsoft.com/office/drawing/2014/main" id="{0924D2C6-D224-49FD-A4B8-312AFD605E78}"/>
                </a:ext>
              </a:extLst>
            </p:cNvPr>
            <p:cNvSpPr>
              <a:spLocks noChangeAspect="1"/>
            </p:cNvSpPr>
            <p:nvPr>
              <p:custDataLst>
                <p:tags r:id="rId9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574362"/>
                  </a:moveTo>
                  <a:arcTo wR="317500" hR="317500" stAng="7560000" swAng="86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91" name="Harvey 61/100 [61]">
              <a:extLst>
                <a:ext uri="{FF2B5EF4-FFF2-40B4-BE49-F238E27FC236}">
                  <a16:creationId xmlns:a16="http://schemas.microsoft.com/office/drawing/2014/main" id="{F9FB23C2-D568-49AC-B8FD-0480EB019739}"/>
                </a:ext>
              </a:extLst>
            </p:cNvPr>
            <p:cNvSpPr>
              <a:spLocks noChangeAspect="1"/>
            </p:cNvSpPr>
            <p:nvPr>
              <p:custDataLst>
                <p:tags r:id="rId9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1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562137"/>
                  </a:moveTo>
                  <a:arcTo wR="317500" hR="317500" stAng="7776000" swAng="84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92" name="Harvey 62/100 [62]">
              <a:extLst>
                <a:ext uri="{FF2B5EF4-FFF2-40B4-BE49-F238E27FC236}">
                  <a16:creationId xmlns:a16="http://schemas.microsoft.com/office/drawing/2014/main" id="{9EF3159D-F4FB-4032-BCCB-55E6ED5EEFC7}"/>
                </a:ext>
              </a:extLst>
            </p:cNvPr>
            <p:cNvSpPr>
              <a:spLocks noChangeAspect="1"/>
            </p:cNvSpPr>
            <p:nvPr>
              <p:custDataLst>
                <p:tags r:id="rId9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3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548947"/>
                  </a:moveTo>
                  <a:arcTo wR="317500" hR="317500" stAng="7991999" swAng="82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93" name="Harvey 63/100 [63]">
              <a:extLst>
                <a:ext uri="{FF2B5EF4-FFF2-40B4-BE49-F238E27FC236}">
                  <a16:creationId xmlns:a16="http://schemas.microsoft.com/office/drawing/2014/main" id="{9362C8EA-6D15-4E0C-8AE9-B1B50EB297B8}"/>
                </a:ext>
              </a:extLst>
            </p:cNvPr>
            <p:cNvSpPr>
              <a:spLocks noChangeAspect="1"/>
            </p:cNvSpPr>
            <p:nvPr>
              <p:custDataLst>
                <p:tags r:id="rId9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6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534843"/>
                  </a:moveTo>
                  <a:arcTo wR="317500" hR="317500" stAng="8208000" swAng="799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94" name="Harvey 64/100 [64]">
              <a:extLst>
                <a:ext uri="{FF2B5EF4-FFF2-40B4-BE49-F238E27FC236}">
                  <a16:creationId xmlns:a16="http://schemas.microsoft.com/office/drawing/2014/main" id="{91EB375D-1444-4BE3-A696-66272A1564CD}"/>
                </a:ext>
              </a:extLst>
            </p:cNvPr>
            <p:cNvSpPr>
              <a:spLocks noChangeAspect="1"/>
            </p:cNvSpPr>
            <p:nvPr>
              <p:custDataLst>
                <p:tags r:id="rId9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8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519882"/>
                  </a:moveTo>
                  <a:arcTo wR="317500" hR="317500" stAng="8424000" swAng="777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95" name="Harvey 65/100 [65]">
              <a:extLst>
                <a:ext uri="{FF2B5EF4-FFF2-40B4-BE49-F238E27FC236}">
                  <a16:creationId xmlns:a16="http://schemas.microsoft.com/office/drawing/2014/main" id="{9A3002B1-5D17-4BCB-9A44-B2FB4025D02F}"/>
                </a:ext>
              </a:extLst>
            </p:cNvPr>
            <p:cNvSpPr>
              <a:spLocks noChangeAspect="1"/>
            </p:cNvSpPr>
            <p:nvPr>
              <p:custDataLst>
                <p:tags r:id="rId10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0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504121"/>
                  </a:moveTo>
                  <a:arcTo wR="317500" hR="317500" stAng="8640000" swAng="755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96" name="Harvey 66/100 [66]">
              <a:extLst>
                <a:ext uri="{FF2B5EF4-FFF2-40B4-BE49-F238E27FC236}">
                  <a16:creationId xmlns:a16="http://schemas.microsoft.com/office/drawing/2014/main" id="{E5F2FDE4-04B2-4A45-A685-14E0C51883A5}"/>
                </a:ext>
              </a:extLst>
            </p:cNvPr>
            <p:cNvSpPr>
              <a:spLocks noChangeAspect="1"/>
            </p:cNvSpPr>
            <p:nvPr>
              <p:custDataLst>
                <p:tags r:id="rId10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2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487625"/>
                  </a:moveTo>
                  <a:arcTo wR="317500" hR="317500" stAng="8856000" swAng="734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97" name="Harvey 67/100 [67]">
              <a:extLst>
                <a:ext uri="{FF2B5EF4-FFF2-40B4-BE49-F238E27FC236}">
                  <a16:creationId xmlns:a16="http://schemas.microsoft.com/office/drawing/2014/main" id="{D399A169-3845-4CD5-A62C-F4586F1FAFE8}"/>
                </a:ext>
              </a:extLst>
            </p:cNvPr>
            <p:cNvSpPr>
              <a:spLocks noChangeAspect="1"/>
            </p:cNvSpPr>
            <p:nvPr>
              <p:custDataLst>
                <p:tags r:id="rId10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470456"/>
                  </a:moveTo>
                  <a:arcTo wR="317500" hR="317500" stAng="9072000" swAng="712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98" name="Harvey 68/100 [68]">
              <a:extLst>
                <a:ext uri="{FF2B5EF4-FFF2-40B4-BE49-F238E27FC236}">
                  <a16:creationId xmlns:a16="http://schemas.microsoft.com/office/drawing/2014/main" id="{E12F5173-9960-47F5-9A91-B043294E14CB}"/>
                </a:ext>
              </a:extLst>
            </p:cNvPr>
            <p:cNvSpPr>
              <a:spLocks noChangeAspect="1"/>
            </p:cNvSpPr>
            <p:nvPr>
              <p:custDataLst>
                <p:tags r:id="rId10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6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452684"/>
                  </a:moveTo>
                  <a:arcTo wR="317500" hR="317500" stAng="9288000" swAng="691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99" name="Harvey 69/100 [69]">
              <a:extLst>
                <a:ext uri="{FF2B5EF4-FFF2-40B4-BE49-F238E27FC236}">
                  <a16:creationId xmlns:a16="http://schemas.microsoft.com/office/drawing/2014/main" id="{DD9B9229-3D3A-4706-BEEC-04C19A30C5C3}"/>
                </a:ext>
              </a:extLst>
            </p:cNvPr>
            <p:cNvSpPr>
              <a:spLocks noChangeAspect="1"/>
            </p:cNvSpPr>
            <p:nvPr>
              <p:custDataLst>
                <p:tags r:id="rId10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90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434379"/>
                  </a:moveTo>
                  <a:arcTo wR="317500" hR="317500" stAng="9503999" swAng="66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00" name="Harvey 70/100 [70]">
              <a:extLst>
                <a:ext uri="{FF2B5EF4-FFF2-40B4-BE49-F238E27FC236}">
                  <a16:creationId xmlns:a16="http://schemas.microsoft.com/office/drawing/2014/main" id="{795A4CC8-0C08-491C-8D7F-95EC8E0E25B8}"/>
                </a:ext>
              </a:extLst>
            </p:cNvPr>
            <p:cNvSpPr>
              <a:spLocks noChangeAspect="1"/>
            </p:cNvSpPr>
            <p:nvPr>
              <p:custDataLst>
                <p:tags r:id="rId10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1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415612"/>
                  </a:moveTo>
                  <a:arcTo wR="317500" hR="317500" stAng="9719999" swAng="64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01" name="Harvey 71/100 [71]">
              <a:extLst>
                <a:ext uri="{FF2B5EF4-FFF2-40B4-BE49-F238E27FC236}">
                  <a16:creationId xmlns:a16="http://schemas.microsoft.com/office/drawing/2014/main" id="{91862A76-5FCC-4C25-9A3F-A10651AC7725}"/>
                </a:ext>
              </a:extLst>
            </p:cNvPr>
            <p:cNvSpPr>
              <a:spLocks noChangeAspect="1"/>
            </p:cNvSpPr>
            <p:nvPr>
              <p:custDataLst>
                <p:tags r:id="rId10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3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396459"/>
                  </a:moveTo>
                  <a:arcTo wR="317500" hR="317500" stAng="9936000" swAng="62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02" name="Harvey 72/100 [72]">
              <a:extLst>
                <a:ext uri="{FF2B5EF4-FFF2-40B4-BE49-F238E27FC236}">
                  <a16:creationId xmlns:a16="http://schemas.microsoft.com/office/drawing/2014/main" id="{46969644-17D9-45C9-A88A-9A88622DCE45}"/>
                </a:ext>
              </a:extLst>
            </p:cNvPr>
            <p:cNvSpPr>
              <a:spLocks noChangeAspect="1"/>
            </p:cNvSpPr>
            <p:nvPr>
              <p:custDataLst>
                <p:tags r:id="rId10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5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376993"/>
                  </a:moveTo>
                  <a:arcTo wR="317500" hR="317500" stAng="10152000" swAng="60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03" name="Harvey 73/100 [73]">
              <a:extLst>
                <a:ext uri="{FF2B5EF4-FFF2-40B4-BE49-F238E27FC236}">
                  <a16:creationId xmlns:a16="http://schemas.microsoft.com/office/drawing/2014/main" id="{F89621F9-3ABB-450D-913E-7B467F289A9B}"/>
                </a:ext>
              </a:extLst>
            </p:cNvPr>
            <p:cNvSpPr>
              <a:spLocks noChangeAspect="1"/>
            </p:cNvSpPr>
            <p:nvPr>
              <p:custDataLst>
                <p:tags r:id="rId10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7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357293"/>
                  </a:moveTo>
                  <a:arcTo wR="317500" hR="317500" stAng="10368000" swAng="58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04" name="Harvey 74/100 [74]">
              <a:extLst>
                <a:ext uri="{FF2B5EF4-FFF2-40B4-BE49-F238E27FC236}">
                  <a16:creationId xmlns:a16="http://schemas.microsoft.com/office/drawing/2014/main" id="{89EE4B1F-E703-471D-8307-BFB9EDEDB9F7}"/>
                </a:ext>
              </a:extLst>
            </p:cNvPr>
            <p:cNvSpPr>
              <a:spLocks noChangeAspect="1"/>
            </p:cNvSpPr>
            <p:nvPr>
              <p:custDataLst>
                <p:tags r:id="rId10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9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337435"/>
                  </a:moveTo>
                  <a:arcTo wR="317500" hR="317500" stAng="10583999" swAng="56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05" name="Harvey 75/100 [75]">
              <a:extLst>
                <a:ext uri="{FF2B5EF4-FFF2-40B4-BE49-F238E27FC236}">
                  <a16:creationId xmlns:a16="http://schemas.microsoft.com/office/drawing/2014/main" id="{8AB2EEA8-04AC-4B6C-8D90-28093DB647E6}"/>
                </a:ext>
              </a:extLst>
            </p:cNvPr>
            <p:cNvSpPr>
              <a:spLocks noChangeAspect="1"/>
            </p:cNvSpPr>
            <p:nvPr>
              <p:custDataLst>
                <p:tags r:id="rId11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06" name="Harvey 76/100 [76]">
              <a:extLst>
                <a:ext uri="{FF2B5EF4-FFF2-40B4-BE49-F238E27FC236}">
                  <a16:creationId xmlns:a16="http://schemas.microsoft.com/office/drawing/2014/main" id="{6F4E00F2-EA6F-4809-B2FD-4CE3ABE8C480}"/>
                </a:ext>
              </a:extLst>
            </p:cNvPr>
            <p:cNvSpPr>
              <a:spLocks noChangeAspect="1"/>
            </p:cNvSpPr>
            <p:nvPr>
              <p:custDataLst>
                <p:tags r:id="rId11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4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297564"/>
                  </a:moveTo>
                  <a:arcTo wR="317500" hR="317500" stAng="11016000" swAng="518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07" name="Harvey 77/100 [77]">
              <a:extLst>
                <a:ext uri="{FF2B5EF4-FFF2-40B4-BE49-F238E27FC236}">
                  <a16:creationId xmlns:a16="http://schemas.microsoft.com/office/drawing/2014/main" id="{CF5CA593-7B87-4492-9B35-2255514CB496}"/>
                </a:ext>
              </a:extLst>
            </p:cNvPr>
            <p:cNvSpPr>
              <a:spLocks noChangeAspect="1"/>
            </p:cNvSpPr>
            <p:nvPr>
              <p:custDataLst>
                <p:tags r:id="rId11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6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277706"/>
                  </a:moveTo>
                  <a:arcTo wR="317500" hR="317500" stAng="11232000" swAng="496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08" name="Harvey 78/100 [78]">
              <a:extLst>
                <a:ext uri="{FF2B5EF4-FFF2-40B4-BE49-F238E27FC236}">
                  <a16:creationId xmlns:a16="http://schemas.microsoft.com/office/drawing/2014/main" id="{8C036464-458E-48D4-BAC8-84819F820C60}"/>
                </a:ext>
              </a:extLst>
            </p:cNvPr>
            <p:cNvSpPr>
              <a:spLocks noChangeAspect="1"/>
            </p:cNvSpPr>
            <p:nvPr>
              <p:custDataLst>
                <p:tags r:id="rId11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8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258006"/>
                  </a:moveTo>
                  <a:arcTo wR="317500" hR="317500" stAng="11448000" swAng="475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09" name="Harvey 79/100 [79]">
              <a:extLst>
                <a:ext uri="{FF2B5EF4-FFF2-40B4-BE49-F238E27FC236}">
                  <a16:creationId xmlns:a16="http://schemas.microsoft.com/office/drawing/2014/main" id="{6FD5AC00-8293-447C-B728-B963DD67B1C2}"/>
                </a:ext>
              </a:extLst>
            </p:cNvPr>
            <p:cNvSpPr>
              <a:spLocks noChangeAspect="1"/>
            </p:cNvSpPr>
            <p:nvPr>
              <p:custDataLst>
                <p:tags r:id="rId11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0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238540"/>
                  </a:moveTo>
                  <a:arcTo wR="317500" hR="317500" stAng="11664000" swAng="453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10" name="Harvey 80/100 [80]">
              <a:extLst>
                <a:ext uri="{FF2B5EF4-FFF2-40B4-BE49-F238E27FC236}">
                  <a16:creationId xmlns:a16="http://schemas.microsoft.com/office/drawing/2014/main" id="{29C0F859-BC49-430F-8C59-C0B9109E47A3}"/>
                </a:ext>
              </a:extLst>
            </p:cNvPr>
            <p:cNvSpPr>
              <a:spLocks noChangeAspect="1"/>
            </p:cNvSpPr>
            <p:nvPr>
              <p:custDataLst>
                <p:tags r:id="rId11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219387"/>
                  </a:moveTo>
                  <a:arcTo wR="317500" hR="317500" stAng="11880000" swAng="431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11" name="Harvey 81/100 [81]">
              <a:extLst>
                <a:ext uri="{FF2B5EF4-FFF2-40B4-BE49-F238E27FC236}">
                  <a16:creationId xmlns:a16="http://schemas.microsoft.com/office/drawing/2014/main" id="{F78719E3-0417-4867-B70D-21538B3AC36E}"/>
                </a:ext>
              </a:extLst>
            </p:cNvPr>
            <p:cNvSpPr>
              <a:spLocks noChangeAspect="1"/>
            </p:cNvSpPr>
            <p:nvPr>
              <p:custDataLst>
                <p:tags r:id="rId11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4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200620"/>
                  </a:moveTo>
                  <a:arcTo wR="317500" hR="317500" stAng="12096000" swAng="410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12" name="Harvey 82/100 [82]">
              <a:extLst>
                <a:ext uri="{FF2B5EF4-FFF2-40B4-BE49-F238E27FC236}">
                  <a16:creationId xmlns:a16="http://schemas.microsoft.com/office/drawing/2014/main" id="{9C5D0905-7412-4C75-BC20-E51105CA783D}"/>
                </a:ext>
              </a:extLst>
            </p:cNvPr>
            <p:cNvSpPr>
              <a:spLocks noChangeAspect="1"/>
            </p:cNvSpPr>
            <p:nvPr>
              <p:custDataLst>
                <p:tags r:id="rId11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7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182315"/>
                  </a:moveTo>
                  <a:arcTo wR="317500" hR="317500" stAng="12312000" swAng="388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13" name="Harvey 83/100 [83]">
              <a:extLst>
                <a:ext uri="{FF2B5EF4-FFF2-40B4-BE49-F238E27FC236}">
                  <a16:creationId xmlns:a16="http://schemas.microsoft.com/office/drawing/2014/main" id="{96AA2E20-CC65-4632-B3D4-93E962B59D4C}"/>
                </a:ext>
              </a:extLst>
            </p:cNvPr>
            <p:cNvSpPr>
              <a:spLocks noChangeAspect="1"/>
            </p:cNvSpPr>
            <p:nvPr>
              <p:custDataLst>
                <p:tags r:id="rId11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9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164543"/>
                  </a:moveTo>
                  <a:arcTo wR="317500" hR="317500" stAng="12528000" swAng="36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14" name="Harvey 84/100 [84]">
              <a:extLst>
                <a:ext uri="{FF2B5EF4-FFF2-40B4-BE49-F238E27FC236}">
                  <a16:creationId xmlns:a16="http://schemas.microsoft.com/office/drawing/2014/main" id="{9B4360A3-E0B2-48F7-B5A8-D24513748A82}"/>
                </a:ext>
              </a:extLst>
            </p:cNvPr>
            <p:cNvSpPr>
              <a:spLocks noChangeAspect="1"/>
            </p:cNvSpPr>
            <p:nvPr>
              <p:custDataLst>
                <p:tags r:id="rId11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1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147374"/>
                  </a:moveTo>
                  <a:arcTo wR="317500" hR="317500" stAng="12743999" swAng="345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15" name="Harvey 85/100 [85]">
              <a:extLst>
                <a:ext uri="{FF2B5EF4-FFF2-40B4-BE49-F238E27FC236}">
                  <a16:creationId xmlns:a16="http://schemas.microsoft.com/office/drawing/2014/main" id="{D694B21E-EEA0-48FA-A35C-7B6570B3F861}"/>
                </a:ext>
              </a:extLst>
            </p:cNvPr>
            <p:cNvSpPr>
              <a:spLocks noChangeAspect="1"/>
            </p:cNvSpPr>
            <p:nvPr>
              <p:custDataLst>
                <p:tags r:id="rId12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3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130878"/>
                  </a:moveTo>
                  <a:arcTo wR="317500" hR="317500" stAng="12960000" swAng="32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16" name="Harvey 86/100 [86]">
              <a:extLst>
                <a:ext uri="{FF2B5EF4-FFF2-40B4-BE49-F238E27FC236}">
                  <a16:creationId xmlns:a16="http://schemas.microsoft.com/office/drawing/2014/main" id="{85E1AF41-C21D-4514-B37E-CC830BC09C0A}"/>
                </a:ext>
              </a:extLst>
            </p:cNvPr>
            <p:cNvSpPr>
              <a:spLocks noChangeAspect="1"/>
            </p:cNvSpPr>
            <p:nvPr>
              <p:custDataLst>
                <p:tags r:id="rId12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5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115117"/>
                  </a:moveTo>
                  <a:arcTo wR="317500" hR="317500" stAng="13176000" swAng="30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17" name="Harvey 87/100 [87]">
              <a:extLst>
                <a:ext uri="{FF2B5EF4-FFF2-40B4-BE49-F238E27FC236}">
                  <a16:creationId xmlns:a16="http://schemas.microsoft.com/office/drawing/2014/main" id="{E3948F2E-FD5F-4107-B122-9AC75FE0CD9E}"/>
                </a:ext>
              </a:extLst>
            </p:cNvPr>
            <p:cNvSpPr>
              <a:spLocks noChangeAspect="1"/>
            </p:cNvSpPr>
            <p:nvPr>
              <p:custDataLst>
                <p:tags r:id="rId12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7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100156"/>
                  </a:moveTo>
                  <a:arcTo wR="317500" hR="317500" stAng="13392000" swAng="28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18" name="Harvey 88/100 [88]">
              <a:extLst>
                <a:ext uri="{FF2B5EF4-FFF2-40B4-BE49-F238E27FC236}">
                  <a16:creationId xmlns:a16="http://schemas.microsoft.com/office/drawing/2014/main" id="{744E57ED-019F-4A8B-A06E-9FB965FEBB23}"/>
                </a:ext>
              </a:extLst>
            </p:cNvPr>
            <p:cNvSpPr>
              <a:spLocks noChangeAspect="1"/>
            </p:cNvSpPr>
            <p:nvPr>
              <p:custDataLst>
                <p:tags r:id="rId12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0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86052"/>
                  </a:moveTo>
                  <a:arcTo wR="317500" hR="317500" stAng="13608000" swAng="259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19" name="Harvey 89/100 [89]">
              <a:extLst>
                <a:ext uri="{FF2B5EF4-FFF2-40B4-BE49-F238E27FC236}">
                  <a16:creationId xmlns:a16="http://schemas.microsoft.com/office/drawing/2014/main" id="{5567719B-31CA-4A86-801E-E0531122E504}"/>
                </a:ext>
              </a:extLst>
            </p:cNvPr>
            <p:cNvSpPr>
              <a:spLocks noChangeAspect="1"/>
            </p:cNvSpPr>
            <p:nvPr>
              <p:custDataLst>
                <p:tags r:id="rId12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2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72862"/>
                  </a:moveTo>
                  <a:arcTo wR="317500" hR="317500" stAng="13823999" swAng="2375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20" name="Harvey 90/100 [90]">
              <a:extLst>
                <a:ext uri="{FF2B5EF4-FFF2-40B4-BE49-F238E27FC236}">
                  <a16:creationId xmlns:a16="http://schemas.microsoft.com/office/drawing/2014/main" id="{2CD4B3A1-B882-43A6-A4CA-C9FCA394B28B}"/>
                </a:ext>
              </a:extLst>
            </p:cNvPr>
            <p:cNvSpPr>
              <a:spLocks noChangeAspect="1"/>
            </p:cNvSpPr>
            <p:nvPr>
              <p:custDataLst>
                <p:tags r:id="rId12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60637"/>
                  </a:moveTo>
                  <a:arcTo wR="317500" hR="317500" stAng="14040000" swAng="215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21" name="Harvey 91/100 [91]">
              <a:extLst>
                <a:ext uri="{FF2B5EF4-FFF2-40B4-BE49-F238E27FC236}">
                  <a16:creationId xmlns:a16="http://schemas.microsoft.com/office/drawing/2014/main" id="{68606D93-5175-4900-AD89-6D0710AFE75F}"/>
                </a:ext>
              </a:extLst>
            </p:cNvPr>
            <p:cNvSpPr>
              <a:spLocks noChangeAspect="1"/>
            </p:cNvSpPr>
            <p:nvPr>
              <p:custDataLst>
                <p:tags r:id="rId12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6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49425"/>
                  </a:moveTo>
                  <a:arcTo wR="317500" hR="317500" stAng="14256000" swAng="194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22" name="Harvey 92/100 [92]">
              <a:extLst>
                <a:ext uri="{FF2B5EF4-FFF2-40B4-BE49-F238E27FC236}">
                  <a16:creationId xmlns:a16="http://schemas.microsoft.com/office/drawing/2014/main" id="{7EE30864-DDCC-4BBA-B70A-48810E224581}"/>
                </a:ext>
              </a:extLst>
            </p:cNvPr>
            <p:cNvSpPr>
              <a:spLocks noChangeAspect="1"/>
            </p:cNvSpPr>
            <p:nvPr>
              <p:custDataLst>
                <p:tags r:id="rId12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8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39272"/>
                  </a:moveTo>
                  <a:arcTo wR="317500" hR="317500" stAng="14472000" swAng="172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23" name="Harvey 93/100 [93]">
              <a:extLst>
                <a:ext uri="{FF2B5EF4-FFF2-40B4-BE49-F238E27FC236}">
                  <a16:creationId xmlns:a16="http://schemas.microsoft.com/office/drawing/2014/main" id="{608CA488-A707-4C7A-9287-9DA9A38ED3D4}"/>
                </a:ext>
              </a:extLst>
            </p:cNvPr>
            <p:cNvSpPr>
              <a:spLocks noChangeAspect="1"/>
            </p:cNvSpPr>
            <p:nvPr>
              <p:custDataLst>
                <p:tags r:id="rId12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0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30217"/>
                  </a:moveTo>
                  <a:arcTo wR="317500" hR="317500" stAng="14688000" swAng="151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24" name="Harvey 94/100 [94]">
              <a:extLst>
                <a:ext uri="{FF2B5EF4-FFF2-40B4-BE49-F238E27FC236}">
                  <a16:creationId xmlns:a16="http://schemas.microsoft.com/office/drawing/2014/main" id="{FE1836A9-F92A-4F07-BBB8-2274E290E952}"/>
                </a:ext>
              </a:extLst>
            </p:cNvPr>
            <p:cNvSpPr>
              <a:spLocks noChangeAspect="1"/>
            </p:cNvSpPr>
            <p:nvPr>
              <p:custDataLst>
                <p:tags r:id="rId12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3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22295"/>
                  </a:moveTo>
                  <a:arcTo wR="317500" hR="317500" stAng="14903999" swAng="12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25" name="Harvey 95/100 [95]">
              <a:extLst>
                <a:ext uri="{FF2B5EF4-FFF2-40B4-BE49-F238E27FC236}">
                  <a16:creationId xmlns:a16="http://schemas.microsoft.com/office/drawing/2014/main" id="{3169BE73-7F99-46E3-BDA9-D9BB85BE343E}"/>
                </a:ext>
              </a:extLst>
            </p:cNvPr>
            <p:cNvSpPr>
              <a:spLocks noChangeAspect="1"/>
            </p:cNvSpPr>
            <p:nvPr>
              <p:custDataLst>
                <p:tags r:id="rId13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5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15539"/>
                  </a:moveTo>
                  <a:arcTo wR="317500" hR="317500" stAng="15120000" swAng="10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26" name="Harvey 96/100 [96]">
              <a:extLst>
                <a:ext uri="{FF2B5EF4-FFF2-40B4-BE49-F238E27FC236}">
                  <a16:creationId xmlns:a16="http://schemas.microsoft.com/office/drawing/2014/main" id="{12E3B5ED-B1AB-4A99-BD20-FF638135BE37}"/>
                </a:ext>
              </a:extLst>
            </p:cNvPr>
            <p:cNvSpPr>
              <a:spLocks noChangeAspect="1"/>
            </p:cNvSpPr>
            <p:nvPr>
              <p:custDataLst>
                <p:tags r:id="rId13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73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9974"/>
                  </a:moveTo>
                  <a:arcTo wR="317500" hR="317500" stAng="15335999" swAng="8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27" name="Harvey 97/100 [97]">
              <a:extLst>
                <a:ext uri="{FF2B5EF4-FFF2-40B4-BE49-F238E27FC236}">
                  <a16:creationId xmlns:a16="http://schemas.microsoft.com/office/drawing/2014/main" id="{75A7FEAD-6C4B-4F7A-BB60-3A68D96114DE}"/>
                </a:ext>
              </a:extLst>
            </p:cNvPr>
            <p:cNvSpPr>
              <a:spLocks noChangeAspect="1"/>
            </p:cNvSpPr>
            <p:nvPr>
              <p:custDataLst>
                <p:tags r:id="rId13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9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5623"/>
                  </a:moveTo>
                  <a:arcTo wR="317500" hR="317500" stAng="15552000" swAng="6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28" name="Harvey 98/100 [98]">
              <a:extLst>
                <a:ext uri="{FF2B5EF4-FFF2-40B4-BE49-F238E27FC236}">
                  <a16:creationId xmlns:a16="http://schemas.microsoft.com/office/drawing/2014/main" id="{C4B5128E-9380-4C38-A1EB-CB12E7401609}"/>
                </a:ext>
              </a:extLst>
            </p:cNvPr>
            <p:cNvSpPr>
              <a:spLocks noChangeAspect="1"/>
            </p:cNvSpPr>
            <p:nvPr>
              <p:custDataLst>
                <p:tags r:id="rId13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1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2503"/>
                  </a:moveTo>
                  <a:arcTo wR="317500" hR="317500" stAng="15768000" swAng="4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29" name="Harvey 99/100 [99]">
              <a:extLst>
                <a:ext uri="{FF2B5EF4-FFF2-40B4-BE49-F238E27FC236}">
                  <a16:creationId xmlns:a16="http://schemas.microsoft.com/office/drawing/2014/main" id="{50F634E4-E5B9-4DA6-9F91-8AF5B6ACF1FB}"/>
                </a:ext>
              </a:extLst>
            </p:cNvPr>
            <p:cNvSpPr>
              <a:spLocks noChangeAspect="1"/>
            </p:cNvSpPr>
            <p:nvPr>
              <p:custDataLst>
                <p:tags r:id="rId13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3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26"/>
                  </a:moveTo>
                  <a:arcTo wR="317500" hR="317500" stAng="15983999" swAng="2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30" name="Harvey 100/100 [100]">
              <a:extLst>
                <a:ext uri="{FF2B5EF4-FFF2-40B4-BE49-F238E27FC236}">
                  <a16:creationId xmlns:a16="http://schemas.microsoft.com/office/drawing/2014/main" id="{94AA53CD-8233-470E-AFEE-0BCC721BFAE9}"/>
                </a:ext>
              </a:extLst>
            </p:cNvPr>
            <p:cNvSpPr>
              <a:spLocks noChangeAspect="1"/>
            </p:cNvSpPr>
            <p:nvPr>
              <p:custDataLst>
                <p:tags r:id="rId13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</p:grpSp>
      <p:sp>
        <p:nvSpPr>
          <p:cNvPr id="131" name="Footnote [Placeholder]" hidden="1">
            <a:extLst>
              <a:ext uri="{FF2B5EF4-FFF2-40B4-BE49-F238E27FC236}">
                <a16:creationId xmlns:a16="http://schemas.microsoft.com/office/drawing/2014/main" id="{1B41FB17-6D57-4EE1-9C4C-9C305D5D6BEC}"/>
              </a:ext>
            </a:extLst>
          </p:cNvPr>
          <p:cNvSpPr txBox="1"/>
          <p:nvPr userDrawn="1"/>
        </p:nvSpPr>
        <p:spPr>
          <a:xfrm>
            <a:off x="503238" y="5984668"/>
            <a:ext cx="1018820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900" b="0" i="0" kern="0" dirty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(r) Footnote</a:t>
            </a:r>
          </a:p>
        </p:txBody>
      </p:sp>
      <p:sp>
        <p:nvSpPr>
          <p:cNvPr id="133" name="Discussion [Sticker]" hidden="1">
            <a:extLst>
              <a:ext uri="{FF2B5EF4-FFF2-40B4-BE49-F238E27FC236}">
                <a16:creationId xmlns:a16="http://schemas.microsoft.com/office/drawing/2014/main" id="{7C793D27-9296-461C-878D-BA16CBD91587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" panose="020B0504030603020204" pitchFamily="34" charset="0"/>
                <a:ea typeface="72 Brand Medium" panose="02000000000000000000" pitchFamily="2" charset="0"/>
                <a:cs typeface="+mn-cs"/>
              </a:rPr>
              <a:t>For discussion</a:t>
            </a:r>
          </a:p>
        </p:txBody>
      </p:sp>
      <p:sp>
        <p:nvSpPr>
          <p:cNvPr id="134" name="Internal [Sticker]" hidden="1">
            <a:extLst>
              <a:ext uri="{FF2B5EF4-FFF2-40B4-BE49-F238E27FC236}">
                <a16:creationId xmlns:a16="http://schemas.microsoft.com/office/drawing/2014/main" id="{704CE42F-5A9B-4CC0-8048-99928A53C0C4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" panose="020B0504030603020204" pitchFamily="34" charset="0"/>
                <a:ea typeface="+mn-ea"/>
                <a:cs typeface="+mn-cs"/>
              </a:rPr>
              <a:t>Internal use only</a:t>
            </a:r>
          </a:p>
        </p:txBody>
      </p:sp>
      <p:sp>
        <p:nvSpPr>
          <p:cNvPr id="135" name="Final [Sticker]" hidden="1">
            <a:extLst>
              <a:ext uri="{FF2B5EF4-FFF2-40B4-BE49-F238E27FC236}">
                <a16:creationId xmlns:a16="http://schemas.microsoft.com/office/drawing/2014/main" id="{348603E9-9858-4213-9B5B-929AD136906A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" panose="020B0504030603020204" pitchFamily="34" charset="0"/>
                <a:ea typeface="+mn-ea"/>
                <a:cs typeface="+mn-cs"/>
              </a:rPr>
              <a:t>Final slide</a:t>
            </a:r>
          </a:p>
        </p:txBody>
      </p:sp>
      <p:sp>
        <p:nvSpPr>
          <p:cNvPr id="136" name="Backup [Sticker]" hidden="1">
            <a:extLst>
              <a:ext uri="{FF2B5EF4-FFF2-40B4-BE49-F238E27FC236}">
                <a16:creationId xmlns:a16="http://schemas.microsoft.com/office/drawing/2014/main" id="{7EEB833A-9AFC-4A66-8469-9D3897CE1E66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" panose="020B0504030603020204" pitchFamily="34" charset="0"/>
                <a:ea typeface="+mn-ea"/>
                <a:cs typeface="+mn-cs"/>
              </a:rPr>
              <a:t>Backup</a:t>
            </a:r>
          </a:p>
        </p:txBody>
      </p:sp>
      <p:sp>
        <p:nvSpPr>
          <p:cNvPr id="137" name="Update [Sticker]" hidden="1">
            <a:extLst>
              <a:ext uri="{FF2B5EF4-FFF2-40B4-BE49-F238E27FC236}">
                <a16:creationId xmlns:a16="http://schemas.microsoft.com/office/drawing/2014/main" id="{D41FF937-AB04-46EE-82EF-FCE26A919A7B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" panose="020B0504030603020204" pitchFamily="34" charset="0"/>
                <a:ea typeface="+mn-ea"/>
                <a:cs typeface="+mn-cs"/>
              </a:rPr>
              <a:t>Update data</a:t>
            </a:r>
          </a:p>
        </p:txBody>
      </p:sp>
      <p:sp>
        <p:nvSpPr>
          <p:cNvPr id="138" name="Dummy [Sticker]" hidden="1">
            <a:extLst>
              <a:ext uri="{FF2B5EF4-FFF2-40B4-BE49-F238E27FC236}">
                <a16:creationId xmlns:a16="http://schemas.microsoft.com/office/drawing/2014/main" id="{06C5579C-7A02-48D6-A733-4B9E6D9F1443}"/>
              </a:ext>
            </a:extLst>
          </p:cNvPr>
          <p:cNvSpPr>
            <a:spLocks/>
          </p:cNvSpPr>
          <p:nvPr userDrawn="1"/>
        </p:nvSpPr>
        <p:spPr>
          <a:xfrm>
            <a:off x="10071105" y="896920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" panose="020B0504030603020204" pitchFamily="34" charset="0"/>
              </a:rPr>
              <a:t>Dummy data</a:t>
            </a:r>
          </a:p>
        </p:txBody>
      </p:sp>
      <p:sp>
        <p:nvSpPr>
          <p:cNvPr id="139" name="Formatting [Comment]" hidden="1">
            <a:extLst>
              <a:ext uri="{FF2B5EF4-FFF2-40B4-BE49-F238E27FC236}">
                <a16:creationId xmlns:a16="http://schemas.microsoft.com/office/drawing/2014/main" id="{89EB4C18-DFF3-4A27-ACBB-99DCDC8961A8}"/>
              </a:ext>
            </a:extLst>
          </p:cNvPr>
          <p:cNvSpPr>
            <a:spLocks/>
          </p:cNvSpPr>
          <p:nvPr userDrawn="1"/>
        </p:nvSpPr>
        <p:spPr>
          <a:xfrm>
            <a:off x="9483344" y="1097679"/>
            <a:ext cx="2479101" cy="1277432"/>
          </a:xfrm>
          <a:prstGeom prst="wedgeRectCallout">
            <a:avLst/>
          </a:prstGeom>
          <a:solidFill>
            <a:srgbClr val="FFFF00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lIns="143252" tIns="143252" rIns="143252" bIns="143252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&lt;initials&gt; &lt;date&gt;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yyyy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-MM-dd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hh:mm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&lt;/date&gt;: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A0A0A"/>
              </a:solidFill>
              <a:effectLst/>
              <a:uLnTx/>
              <a:uFillTx/>
              <a:latin typeface="72 Brand" panose="020B0504030603020204" pitchFamily="34" charset="0"/>
            </a:endParaRPr>
          </a:p>
        </p:txBody>
      </p:sp>
      <p:sp>
        <p:nvSpPr>
          <p:cNvPr id="140" name="Content [Comment]" hidden="1">
            <a:extLst>
              <a:ext uri="{FF2B5EF4-FFF2-40B4-BE49-F238E27FC236}">
                <a16:creationId xmlns:a16="http://schemas.microsoft.com/office/drawing/2014/main" id="{906252E7-98DB-45F0-8278-EB60F71B7340}"/>
              </a:ext>
            </a:extLst>
          </p:cNvPr>
          <p:cNvSpPr>
            <a:spLocks/>
          </p:cNvSpPr>
          <p:nvPr userDrawn="1"/>
        </p:nvSpPr>
        <p:spPr>
          <a:xfrm>
            <a:off x="9483344" y="1097671"/>
            <a:ext cx="2479101" cy="1277440"/>
          </a:xfrm>
          <a:prstGeom prst="wedgeRectCallout">
            <a:avLst/>
          </a:prstGeom>
          <a:solidFill>
            <a:srgbClr val="FFFF00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lIns="143252" tIns="143252" rIns="143252" bIns="143252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&lt;initials&gt; &lt;date&gt;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yyyy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-MM-dd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hh:mm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&lt;/date&gt;: </a:t>
            </a:r>
          </a:p>
        </p:txBody>
      </p:sp>
      <p:sp>
        <p:nvSpPr>
          <p:cNvPr id="141" name="Draft [Sticker]" hidden="1">
            <a:extLst>
              <a:ext uri="{FF2B5EF4-FFF2-40B4-BE49-F238E27FC236}">
                <a16:creationId xmlns:a16="http://schemas.microsoft.com/office/drawing/2014/main" id="{904633E3-6BC9-4C5E-B74A-8B9D4AE95B20}"/>
              </a:ext>
            </a:extLst>
          </p:cNvPr>
          <p:cNvSpPr/>
          <p:nvPr userDrawn="1"/>
        </p:nvSpPr>
        <p:spPr bwMode="gray">
          <a:xfrm rot="18900000">
            <a:off x="2916643" y="2819462"/>
            <a:ext cx="6361889" cy="1219077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8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2103230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9" r:id="rId1"/>
    <p:sldLayoutId id="2147483900" r:id="rId2"/>
    <p:sldLayoutId id="2147483901" r:id="rId3"/>
    <p:sldLayoutId id="2147483902" r:id="rId4"/>
    <p:sldLayoutId id="2147483903" r:id="rId5"/>
    <p:sldLayoutId id="2147483904" r:id="rId6"/>
    <p:sldLayoutId id="2147483905" r:id="rId7"/>
    <p:sldLayoutId id="2147483906" r:id="rId8"/>
    <p:sldLayoutId id="2147483907" r:id="rId9"/>
    <p:sldLayoutId id="2147483908" r:id="rId10"/>
    <p:sldLayoutId id="2147483909" r:id="rId11"/>
    <p:sldLayoutId id="2147483910" r:id="rId12"/>
    <p:sldLayoutId id="2147483911" r:id="rId13"/>
    <p:sldLayoutId id="2147483912" r:id="rId14"/>
    <p:sldLayoutId id="2147483913" r:id="rId15"/>
    <p:sldLayoutId id="2147483914" r:id="rId16"/>
    <p:sldLayoutId id="2147483915" r:id="rId17"/>
    <p:sldLayoutId id="2147483916" r:id="rId18"/>
    <p:sldLayoutId id="2147483917" r:id="rId19"/>
    <p:sldLayoutId id="2147483918" r:id="rId20"/>
    <p:sldLayoutId id="2147483919" r:id="rId21"/>
    <p:sldLayoutId id="2147483920" r:id="rId22"/>
    <p:sldLayoutId id="2147483921" r:id="rId23"/>
    <p:sldLayoutId id="2147483922" r:id="rId24"/>
    <p:sldLayoutId id="2147483923" r:id="rId25"/>
    <p:sldLayoutId id="2147483924" r:id="rId26"/>
    <p:sldLayoutId id="2147483925" r:id="rId27"/>
    <p:sldLayoutId id="2147483926" r:id="rId28"/>
    <p:sldLayoutId id="2147483927" r:id="rId29"/>
  </p:sldLayoutIdLst>
  <p:hf hdr="0" ftr="0" dt="0"/>
  <p:txStyles>
    <p:titleStyle>
      <a:lvl1pPr algn="l" defTabSz="1088558" rtl="0" eaLnBrk="1" latinLnBrk="0" hangingPunct="1">
        <a:spcBef>
          <a:spcPct val="0"/>
        </a:spcBef>
        <a:buNone/>
        <a:defRPr sz="2400" b="0" i="0" kern="1200" baseline="0">
          <a:solidFill>
            <a:schemeClr val="tx1"/>
          </a:solidFill>
          <a:latin typeface="72 Brand Medium" panose="020B0504030603020204" pitchFamily="34" charset="0"/>
          <a:ea typeface="+mj-ea"/>
          <a:cs typeface="+mj-cs"/>
        </a:defRPr>
      </a:lvl1pPr>
    </p:titleStyle>
    <p:bodyStyle>
      <a:lvl1pPr marL="0" indent="0" algn="l" defTabSz="1088558" rtl="0" eaLnBrk="1" latinLnBrk="0" hangingPunct="1">
        <a:spcBef>
          <a:spcPts val="1800"/>
        </a:spcBef>
        <a:buClrTx/>
        <a:buSzPct val="80000"/>
        <a:buFont typeface="72 Brand" panose="02000000000000000000" pitchFamily="2" charset="0"/>
        <a:buChar char="​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179964" indent="-179964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358775" indent="-179388" algn="l" defTabSz="1088558" rtl="0" eaLnBrk="1" latinLnBrk="0" hangingPunct="1">
        <a:spcBef>
          <a:spcPts val="300"/>
        </a:spcBef>
        <a:buClr>
          <a:schemeClr val="tx1"/>
        </a:buClr>
        <a:buSzPct val="100000"/>
        <a:buFont typeface="Arial" panose="020B0604020202020204" pitchFamily="34" charset="0"/>
        <a:buChar char="–"/>
        <a:defRPr lang="en-US" sz="18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539892" indent="-179964" algn="l" defTabSz="1088558" rtl="0" eaLnBrk="1" latinLnBrk="0" hangingPunct="1">
        <a:spcBef>
          <a:spcPts val="300"/>
        </a:spcBef>
        <a:buClr>
          <a:schemeClr val="tx1"/>
        </a:buClr>
        <a:buSzPct val="80000"/>
        <a:buFont typeface="Courier New" panose="02070309020205020404" pitchFamily="49" charset="0"/>
        <a:buChar char="o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719856" indent="-179964" algn="l" defTabSz="1088558" rtl="0" eaLnBrk="1" latinLnBrk="0" hangingPunct="1">
        <a:spcBef>
          <a:spcPts val="100"/>
        </a:spcBef>
        <a:buClr>
          <a:schemeClr val="tx1"/>
        </a:buClr>
        <a:buSzPct val="100000"/>
        <a:buFont typeface="Symbol" panose="05050102010706020507" pitchFamily="18" charset="2"/>
        <a:buChar char="-"/>
        <a:defRPr sz="140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993535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7814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2093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6373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279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558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837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711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139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675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9954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233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btp-ai-bp.docs.sap/docs/technical-view/generative-ai/rag/kg-rag-creation" TargetMode="External"/><Relationship Id="rId13" Type="http://schemas.openxmlformats.org/officeDocument/2006/relationships/hyperlink" Target="https://btp-ai-bp.docs.sap/docs/technical-view/narrow-ai/classification" TargetMode="External"/><Relationship Id="rId18" Type="http://schemas.openxmlformats.org/officeDocument/2006/relationships/hyperlink" Target="https://btp-ai-bp.docs.sap/docs/technical-view/generative-ai/rag/document-grounding" TargetMode="External"/><Relationship Id="rId3" Type="http://schemas.openxmlformats.org/officeDocument/2006/relationships/hyperlink" Target="https://btp-ai-bp.docs.sap/docs/technical-view/generative-ai/plain/prompt-templating" TargetMode="External"/><Relationship Id="rId7" Type="http://schemas.openxmlformats.org/officeDocument/2006/relationships/hyperlink" Target="https://btp-ai-bp.docs.sap/docs/technical-view/generative-ai/rag/vector-rag-query-pipeline" TargetMode="External"/><Relationship Id="rId12" Type="http://schemas.openxmlformats.org/officeDocument/2006/relationships/hyperlink" Target="https://btp-ai-bp.docs.sap/docs/technical-view/narrow-ai/anomaly-detection" TargetMode="External"/><Relationship Id="rId17" Type="http://schemas.openxmlformats.org/officeDocument/2006/relationships/hyperlink" Target="https://btp-ai-bp.docs.sap/docs/technical-view/ai-services/custom-joule-skills" TargetMode="External"/><Relationship Id="rId2" Type="http://schemas.openxmlformats.org/officeDocument/2006/relationships/hyperlink" Target="https://btp-ai-bp.docs.sap/docs/technical-view/generative-ai/plain/access-to-generative-ai-models" TargetMode="External"/><Relationship Id="rId16" Type="http://schemas.openxmlformats.org/officeDocument/2006/relationships/hyperlink" Target="https://btp-ai-bp.docs.sap/docs/technical-view/ai-services/sap-document-ai" TargetMode="External"/><Relationship Id="rId1" Type="http://schemas.openxmlformats.org/officeDocument/2006/relationships/slideLayout" Target="../slideLayouts/slideLayout16.xml"/><Relationship Id="rId6" Type="http://schemas.openxmlformats.org/officeDocument/2006/relationships/hyperlink" Target="https://btp-ai-bp.docs.sap/docs/technical-view/generative-ai/rag/vector-rag-embedding" TargetMode="External"/><Relationship Id="rId11" Type="http://schemas.openxmlformats.org/officeDocument/2006/relationships/hyperlink" Target="https://btp-ai-bp.docs.sap/docs/technical-view/narrow-ai/time-series-forecasting" TargetMode="External"/><Relationship Id="rId5" Type="http://schemas.openxmlformats.org/officeDocument/2006/relationships/hyperlink" Target="https://btp-ai-bp.docs.sap/docs/technical-view/generative-ai/plain/content-filtering" TargetMode="External"/><Relationship Id="rId15" Type="http://schemas.openxmlformats.org/officeDocument/2006/relationships/hyperlink" Target="https://btp-ai-bp.docs.sap/docs/technical-view/narrow-ai/training-deployment-custom-ai-models" TargetMode="External"/><Relationship Id="rId10" Type="http://schemas.openxmlformats.org/officeDocument/2006/relationships/hyperlink" Target="https://btp-ai-bp.docs.sap/docs/technical-view/narrow-ai/regression" TargetMode="External"/><Relationship Id="rId19" Type="http://schemas.openxmlformats.org/officeDocument/2006/relationships/hyperlink" Target="https://btp-ai-bp.docs.sap/docs/technical-view/ai-services/sap-translation-hub" TargetMode="External"/><Relationship Id="rId4" Type="http://schemas.openxmlformats.org/officeDocument/2006/relationships/hyperlink" Target="https://btp-ai-bp.docs.sap/docs/technical-view/generative-ai/plain/data-masking" TargetMode="External"/><Relationship Id="rId9" Type="http://schemas.openxmlformats.org/officeDocument/2006/relationships/hyperlink" Target="https://btp-ai-bp.docs.sap/docs/technical-view/generative-ai/rag/kg-rag-query-pipeline" TargetMode="External"/><Relationship Id="rId14" Type="http://schemas.openxmlformats.org/officeDocument/2006/relationships/hyperlink" Target="https://btp-ai-bp.docs.sap/docs/technical-view/narrow-ai/clustering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68998-BB62-01FD-C010-5C412DA71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6CB718E-598E-44C4-8B00-968807FC6C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1491266"/>
              </p:ext>
            </p:extLst>
          </p:nvPr>
        </p:nvGraphicFramePr>
        <p:xfrm>
          <a:off x="534257" y="874109"/>
          <a:ext cx="10286757" cy="5641245"/>
        </p:xfrm>
        <a:graphic>
          <a:graphicData uri="http://schemas.openxmlformats.org/drawingml/2006/table">
            <a:tbl>
              <a:tblPr/>
              <a:tblGrid>
                <a:gridCol w="3328069">
                  <a:extLst>
                    <a:ext uri="{9D8B030D-6E8A-4147-A177-3AD203B41FA5}">
                      <a16:colId xmlns:a16="http://schemas.microsoft.com/office/drawing/2014/main" val="3140258652"/>
                    </a:ext>
                  </a:extLst>
                </a:gridCol>
                <a:gridCol w="705884">
                  <a:extLst>
                    <a:ext uri="{9D8B030D-6E8A-4147-A177-3AD203B41FA5}">
                      <a16:colId xmlns:a16="http://schemas.microsoft.com/office/drawing/2014/main" val="2488501934"/>
                    </a:ext>
                  </a:extLst>
                </a:gridCol>
                <a:gridCol w="694756">
                  <a:extLst>
                    <a:ext uri="{9D8B030D-6E8A-4147-A177-3AD203B41FA5}">
                      <a16:colId xmlns:a16="http://schemas.microsoft.com/office/drawing/2014/main" val="18509502"/>
                    </a:ext>
                  </a:extLst>
                </a:gridCol>
                <a:gridCol w="694756">
                  <a:extLst>
                    <a:ext uri="{9D8B030D-6E8A-4147-A177-3AD203B41FA5}">
                      <a16:colId xmlns:a16="http://schemas.microsoft.com/office/drawing/2014/main" val="1427448138"/>
                    </a:ext>
                  </a:extLst>
                </a:gridCol>
                <a:gridCol w="694756">
                  <a:extLst>
                    <a:ext uri="{9D8B030D-6E8A-4147-A177-3AD203B41FA5}">
                      <a16:colId xmlns:a16="http://schemas.microsoft.com/office/drawing/2014/main" val="115748722"/>
                    </a:ext>
                  </a:extLst>
                </a:gridCol>
                <a:gridCol w="694756">
                  <a:extLst>
                    <a:ext uri="{9D8B030D-6E8A-4147-A177-3AD203B41FA5}">
                      <a16:colId xmlns:a16="http://schemas.microsoft.com/office/drawing/2014/main" val="1726271429"/>
                    </a:ext>
                  </a:extLst>
                </a:gridCol>
                <a:gridCol w="694756">
                  <a:extLst>
                    <a:ext uri="{9D8B030D-6E8A-4147-A177-3AD203B41FA5}">
                      <a16:colId xmlns:a16="http://schemas.microsoft.com/office/drawing/2014/main" val="2213676867"/>
                    </a:ext>
                  </a:extLst>
                </a:gridCol>
                <a:gridCol w="694756">
                  <a:extLst>
                    <a:ext uri="{9D8B030D-6E8A-4147-A177-3AD203B41FA5}">
                      <a16:colId xmlns:a16="http://schemas.microsoft.com/office/drawing/2014/main" val="2059426748"/>
                    </a:ext>
                  </a:extLst>
                </a:gridCol>
                <a:gridCol w="694756">
                  <a:extLst>
                    <a:ext uri="{9D8B030D-6E8A-4147-A177-3AD203B41FA5}">
                      <a16:colId xmlns:a16="http://schemas.microsoft.com/office/drawing/2014/main" val="261965591"/>
                    </a:ext>
                  </a:extLst>
                </a:gridCol>
                <a:gridCol w="694756">
                  <a:extLst>
                    <a:ext uri="{9D8B030D-6E8A-4147-A177-3AD203B41FA5}">
                      <a16:colId xmlns:a16="http://schemas.microsoft.com/office/drawing/2014/main" val="2561246570"/>
                    </a:ext>
                  </a:extLst>
                </a:gridCol>
                <a:gridCol w="694756">
                  <a:extLst>
                    <a:ext uri="{9D8B030D-6E8A-4147-A177-3AD203B41FA5}">
                      <a16:colId xmlns:a16="http://schemas.microsoft.com/office/drawing/2014/main" val="3822330752"/>
                    </a:ext>
                  </a:extLst>
                </a:gridCol>
              </a:tblGrid>
              <a:tr h="339816">
                <a:tc rowSpan="2">
                  <a:txBody>
                    <a:bodyPr/>
                    <a:lstStyle/>
                    <a:p>
                      <a:pPr algn="ctr" fontAlgn="t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Best Practice</a:t>
                      </a:r>
                    </a:p>
                  </a:txBody>
                  <a:tcPr marL="4464" marR="4464" marT="4464" marB="32142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10">
                  <a:txBody>
                    <a:bodyPr/>
                    <a:lstStyle/>
                    <a:p>
                      <a:pPr algn="ctr" fontAlgn="t"/>
                      <a:r>
                        <a:rPr lang="en-US" sz="2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Status</a:t>
                      </a:r>
                    </a:p>
                  </a:txBody>
                  <a:tcPr marL="4464" marR="4464" marT="4464" marB="32142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t"/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64" marR="4464" marT="4464" marB="32142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t"/>
                      <a:endParaRPr lang="en-US" sz="20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4464" marR="4464" marT="4464" marB="32142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1349851"/>
                  </a:ext>
                </a:extLst>
              </a:tr>
              <a:tr h="40049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Research</a:t>
                      </a:r>
                    </a:p>
                  </a:txBody>
                  <a:tcPr marL="4464" marR="4464" marT="4464" marB="32142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Gaps and Open Points identified</a:t>
                      </a:r>
                    </a:p>
                  </a:txBody>
                  <a:tcPr marL="4464" marR="4464" marT="4464" marB="32142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Draft Content</a:t>
                      </a:r>
                    </a:p>
                  </a:txBody>
                  <a:tcPr marL="4464" marR="4464" marT="4464" marB="32142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System Tests</a:t>
                      </a:r>
                    </a:p>
                  </a:txBody>
                  <a:tcPr marL="4464" marR="4464" marT="4464" marB="32142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Finalize Content</a:t>
                      </a:r>
                    </a:p>
                  </a:txBody>
                  <a:tcPr marL="4464" marR="4464" marT="4464" marB="32142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Review/Adjust</a:t>
                      </a:r>
                    </a:p>
                  </a:txBody>
                  <a:tcPr marL="4464" marR="4464" marT="4464" marB="32142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Presentation creation</a:t>
                      </a:r>
                    </a:p>
                  </a:txBody>
                  <a:tcPr marL="4464" marR="4464" marT="4464" marB="32142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Short video creation</a:t>
                      </a:r>
                    </a:p>
                  </a:txBody>
                  <a:tcPr marL="4464" marR="4464" marT="4464" marB="32142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Internal publication</a:t>
                      </a:r>
                    </a:p>
                  </a:txBody>
                  <a:tcPr marL="4464" marR="4464" marT="4464" marB="32142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External publication</a:t>
                      </a:r>
                    </a:p>
                  </a:txBody>
                  <a:tcPr marL="4464" marR="4464" marT="4464" marB="32142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922761"/>
                  </a:ext>
                </a:extLst>
              </a:tr>
              <a:tr h="307306">
                <a:tc>
                  <a:txBody>
                    <a:bodyPr/>
                    <a:lstStyle/>
                    <a:p>
                      <a:pPr algn="l" fontAlgn="t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hlinkClick r:id="rId2"/>
                        </a:rPr>
                        <a:t>Access to Generative AI Models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36000" marB="3600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026650"/>
                  </a:ext>
                </a:extLst>
              </a:tr>
              <a:tr h="268862">
                <a:tc>
                  <a:txBody>
                    <a:bodyPr/>
                    <a:lstStyle/>
                    <a:p>
                      <a:pPr marL="0" algn="l" defTabSz="1088558" rtl="0" eaLnBrk="1" fontAlgn="t" latinLnBrk="0" hangingPunct="1"/>
                      <a:r>
                        <a:rPr lang="en-US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hlinkClick r:id="rId3"/>
                        </a:rPr>
                        <a:t>Prompt templating  </a:t>
                      </a:r>
                      <a:endParaRPr lang="en-US" sz="13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72000" marT="36000" marB="3600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2486433"/>
                  </a:ext>
                </a:extLst>
              </a:tr>
              <a:tr h="268862">
                <a:tc>
                  <a:txBody>
                    <a:bodyPr/>
                    <a:lstStyle/>
                    <a:p>
                      <a:pPr algn="l" fontAlgn="t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hlinkClick r:id="rId4"/>
                        </a:rPr>
                        <a:t>Data masking  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36000" marB="3600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2990630"/>
                  </a:ext>
                </a:extLst>
              </a:tr>
              <a:tr h="268862">
                <a:tc>
                  <a:txBody>
                    <a:bodyPr/>
                    <a:lstStyle/>
                    <a:p>
                      <a:pPr marL="0" algn="l" defTabSz="1088558" rtl="0" eaLnBrk="1" fontAlgn="t" latinLnBrk="0" hangingPunct="1"/>
                      <a:r>
                        <a:rPr lang="en-US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hlinkClick r:id="rId5"/>
                        </a:rPr>
                        <a:t>Content filtering  </a:t>
                      </a:r>
                      <a:endParaRPr lang="en-US" sz="13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72000" marT="36000" marB="3600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4666685"/>
                  </a:ext>
                </a:extLst>
              </a:tr>
              <a:tr h="268862">
                <a:tc>
                  <a:txBody>
                    <a:bodyPr/>
                    <a:lstStyle/>
                    <a:p>
                      <a:pPr marL="0" algn="l" defTabSz="1088558" rtl="0" eaLnBrk="1" fontAlgn="t" latinLnBrk="0" hangingPunct="1"/>
                      <a:r>
                        <a:rPr lang="en-US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hlinkClick r:id="rId6"/>
                        </a:rPr>
                        <a:t>Vector RAG – Embedding</a:t>
                      </a:r>
                      <a:endParaRPr lang="en-US" sz="13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72000" marT="36000" marB="3600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276340"/>
                  </a:ext>
                </a:extLst>
              </a:tr>
              <a:tr h="268862">
                <a:tc>
                  <a:txBody>
                    <a:bodyPr/>
                    <a:lstStyle/>
                    <a:p>
                      <a:pPr marL="0" algn="l" defTabSz="1088558" rtl="0" eaLnBrk="1" fontAlgn="t" latinLnBrk="0" hangingPunct="1"/>
                      <a:r>
                        <a:rPr lang="en-US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hlinkClick r:id="rId7"/>
                        </a:rPr>
                        <a:t>Vector RAG - Query pipeline</a:t>
                      </a:r>
                      <a:endParaRPr lang="en-US" sz="13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72000" marT="36000" marB="3600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6519865"/>
                  </a:ext>
                </a:extLst>
              </a:tr>
              <a:tr h="268862">
                <a:tc>
                  <a:txBody>
                    <a:bodyPr/>
                    <a:lstStyle/>
                    <a:p>
                      <a:pPr marL="0" algn="l" defTabSz="1088558" rtl="0" eaLnBrk="1" fontAlgn="t" latinLnBrk="0" hangingPunct="1"/>
                      <a:r>
                        <a:rPr lang="en-US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hlinkClick r:id="rId8"/>
                        </a:rPr>
                        <a:t>KG RAG – KG Creation</a:t>
                      </a:r>
                      <a:endParaRPr lang="en-US" sz="13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72000" marT="36000" marB="3600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0046919"/>
                  </a:ext>
                </a:extLst>
              </a:tr>
              <a:tr h="268862">
                <a:tc>
                  <a:txBody>
                    <a:bodyPr/>
                    <a:lstStyle/>
                    <a:p>
                      <a:pPr marL="0" algn="l" defTabSz="1088558" rtl="0" eaLnBrk="1" fontAlgn="t" latinLnBrk="0" hangingPunct="1"/>
                      <a:r>
                        <a:rPr lang="en-US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hlinkClick r:id="rId9"/>
                        </a:rPr>
                        <a:t>KG RAG – KG query pipeline</a:t>
                      </a:r>
                      <a:endParaRPr lang="en-US" sz="13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72000" marT="36000" marB="3600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79805"/>
                  </a:ext>
                </a:extLst>
              </a:tr>
              <a:tr h="268862">
                <a:tc>
                  <a:txBody>
                    <a:bodyPr/>
                    <a:lstStyle/>
                    <a:p>
                      <a:pPr marL="0" algn="l" defTabSz="1088558" rtl="0" eaLnBrk="1" fontAlgn="t" latinLnBrk="0" hangingPunct="1"/>
                      <a:r>
                        <a:rPr lang="en-US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hlinkClick r:id="rId10"/>
                        </a:rPr>
                        <a:t>Predictive AI – Regression</a:t>
                      </a:r>
                      <a:endParaRPr lang="en-US" sz="13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72000" marT="36000" marB="3600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379426"/>
                  </a:ext>
                </a:extLst>
              </a:tr>
              <a:tr h="268862">
                <a:tc>
                  <a:txBody>
                    <a:bodyPr/>
                    <a:lstStyle/>
                    <a:p>
                      <a:pPr marL="0" marR="0" lvl="0" indent="0" algn="l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hlinkClick r:id="rId11"/>
                        </a:rPr>
                        <a:t>Predictive AI – Time-series forecasting</a:t>
                      </a:r>
                      <a:endParaRPr lang="en-US" sz="13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72000" marT="36000" marB="3600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717040"/>
                  </a:ext>
                </a:extLst>
              </a:tr>
              <a:tr h="268862">
                <a:tc>
                  <a:txBody>
                    <a:bodyPr/>
                    <a:lstStyle/>
                    <a:p>
                      <a:pPr marL="0" algn="l" defTabSz="1088558" rtl="0" eaLnBrk="1" fontAlgn="t" latinLnBrk="0" hangingPunct="1"/>
                      <a:r>
                        <a:rPr lang="en-US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hlinkClick r:id="rId12"/>
                        </a:rPr>
                        <a:t>Predictive AI – Anomaly Detection</a:t>
                      </a:r>
                      <a:endParaRPr lang="en-US" sz="13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72000" marT="36000" marB="3600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172159"/>
                  </a:ext>
                </a:extLst>
              </a:tr>
              <a:tr h="268862">
                <a:tc>
                  <a:txBody>
                    <a:bodyPr/>
                    <a:lstStyle/>
                    <a:p>
                      <a:pPr marL="0" algn="l" defTabSz="1088558" rtl="0" eaLnBrk="1" fontAlgn="t" latinLnBrk="0" hangingPunct="1"/>
                      <a:r>
                        <a:rPr lang="en-US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hlinkClick r:id="rId13"/>
                        </a:rPr>
                        <a:t>Predictive AI – Classification</a:t>
                      </a:r>
                      <a:endParaRPr lang="en-US" sz="13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72000" marT="36000" marB="3600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9854906"/>
                  </a:ext>
                </a:extLst>
              </a:tr>
              <a:tr h="268862">
                <a:tc>
                  <a:txBody>
                    <a:bodyPr/>
                    <a:lstStyle/>
                    <a:p>
                      <a:pPr marL="0" algn="l" defTabSz="1088558" rtl="0" eaLnBrk="1" fontAlgn="t" latinLnBrk="0" hangingPunct="1"/>
                      <a:r>
                        <a:rPr lang="en-US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hlinkClick r:id="rId14"/>
                        </a:rPr>
                        <a:t>Predictive AI – Clustering</a:t>
                      </a:r>
                      <a:endParaRPr lang="en-US" sz="13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72000" marT="36000" marB="3600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9850440"/>
                  </a:ext>
                </a:extLst>
              </a:tr>
              <a:tr h="268862">
                <a:tc>
                  <a:txBody>
                    <a:bodyPr/>
                    <a:lstStyle/>
                    <a:p>
                      <a:pPr marL="0" algn="l" defTabSz="1088558" rtl="0" eaLnBrk="1" fontAlgn="t" latinLnBrk="0" hangingPunct="1"/>
                      <a:r>
                        <a:rPr lang="en-US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hlinkClick r:id="rId15"/>
                        </a:rPr>
                        <a:t>Training and Deployment of Custom AI Models</a:t>
                      </a:r>
                      <a:r>
                        <a:rPr lang="en-US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72000" marR="72000" marT="36000" marB="3600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3632351"/>
                  </a:ext>
                </a:extLst>
              </a:tr>
              <a:tr h="268862">
                <a:tc>
                  <a:txBody>
                    <a:bodyPr/>
                    <a:lstStyle/>
                    <a:p>
                      <a:pPr marL="0" algn="l" defTabSz="1088558" rtl="0" eaLnBrk="1" fontAlgn="t" latinLnBrk="0" hangingPunct="1"/>
                      <a:r>
                        <a:rPr lang="en-US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hlinkClick r:id="rId16"/>
                        </a:rPr>
                        <a:t>Document AI </a:t>
                      </a:r>
                      <a:endParaRPr lang="en-US" sz="13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72000" marT="36000" marB="3600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167022"/>
                  </a:ext>
                </a:extLst>
              </a:tr>
              <a:tr h="268862">
                <a:tc>
                  <a:txBody>
                    <a:bodyPr/>
                    <a:lstStyle/>
                    <a:p>
                      <a:pPr marL="0" marR="0" lvl="0" indent="0" algn="l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hlinkClick r:id="rId17"/>
                        </a:rPr>
                        <a:t>Custom Joule Skills</a:t>
                      </a:r>
                      <a:endParaRPr lang="en-US" sz="13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72000" marT="36000" marB="3600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854378"/>
                  </a:ext>
                </a:extLst>
              </a:tr>
              <a:tr h="268862">
                <a:tc>
                  <a:txBody>
                    <a:bodyPr/>
                    <a:lstStyle/>
                    <a:p>
                      <a:pPr marL="0" algn="l" defTabSz="1088558" rtl="0" eaLnBrk="1" fontAlgn="t" latinLnBrk="0" hangingPunct="1"/>
                      <a:r>
                        <a:rPr lang="en-US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hlinkClick r:id="rId18"/>
                        </a:rPr>
                        <a:t>Document Grounding</a:t>
                      </a:r>
                      <a:endParaRPr lang="en-US" sz="13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72000" marT="36000" marB="3600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8880405"/>
                  </a:ext>
                </a:extLst>
              </a:tr>
              <a:tr h="268862">
                <a:tc>
                  <a:txBody>
                    <a:bodyPr/>
                    <a:lstStyle/>
                    <a:p>
                      <a:pPr marL="0" algn="l" defTabSz="1088558" rtl="0" eaLnBrk="1" fontAlgn="t" latinLnBrk="0" hangingPunct="1"/>
                      <a:r>
                        <a:rPr lang="en-US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hlinkClick r:id="rId19"/>
                        </a:rPr>
                        <a:t>Translation Hub</a:t>
                      </a:r>
                      <a:endParaRPr lang="en-US" sz="13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72000" marT="36000" marB="3600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912992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44B1057-67E3-7489-E534-876C89996D8C}"/>
              </a:ext>
            </a:extLst>
          </p:cNvPr>
          <p:cNvSpPr txBox="1"/>
          <p:nvPr/>
        </p:nvSpPr>
        <p:spPr>
          <a:xfrm>
            <a:off x="428945" y="211496"/>
            <a:ext cx="10613212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1088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1B90FF"/>
                </a:solidFill>
                <a:effectLst/>
                <a:uLnTx/>
                <a:uFillTx/>
                <a:latin typeface="72 Brand Medium"/>
                <a:ea typeface="+mn-ea"/>
                <a:cs typeface="72" panose="020B0503030000000003" pitchFamily="34" charset="0"/>
              </a:rPr>
              <a:t>SAP BTP AI Best Practices: </a:t>
            </a:r>
            <a:r>
              <a:rPr lang="en-US" sz="3200" dirty="0">
                <a:solidFill>
                  <a:srgbClr val="000000"/>
                </a:solidFill>
                <a:latin typeface="72 Brand Medium"/>
                <a:ea typeface="+mj-ea"/>
                <a:cs typeface="72" panose="020B0503030000000003" pitchFamily="34" charset="0"/>
              </a:rPr>
              <a:t>Planned Best Practices 1/2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735B65-E99E-45CD-2382-CBAA3A2F879B}"/>
              </a:ext>
            </a:extLst>
          </p:cNvPr>
          <p:cNvSpPr txBox="1"/>
          <p:nvPr/>
        </p:nvSpPr>
        <p:spPr>
          <a:xfrm>
            <a:off x="8596910" y="911584"/>
            <a:ext cx="104796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ctr" fontAlgn="b">
              <a:buFont typeface="Wingdings" panose="05000000000000000000" pitchFamily="2" charset="2"/>
              <a:buChar char="Ø"/>
            </a:pPr>
            <a:r>
              <a:rPr lang="en-US" sz="1000" dirty="0">
                <a:solidFill>
                  <a:srgbClr val="000000"/>
                </a:solidFill>
                <a:latin typeface="Calibri" panose="020F0502020204030204" pitchFamily="34" charset="0"/>
              </a:rPr>
              <a:t> in progress  </a:t>
            </a:r>
            <a:endParaRPr lang="en-US" sz="24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57ADF08-424A-C877-E939-C8D086EA86D5}"/>
              </a:ext>
            </a:extLst>
          </p:cNvPr>
          <p:cNvSpPr txBox="1"/>
          <p:nvPr/>
        </p:nvSpPr>
        <p:spPr>
          <a:xfrm>
            <a:off x="9706519" y="911583"/>
            <a:ext cx="104796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ctr" fontAlgn="b">
              <a:buFont typeface="Wingdings" panose="05000000000000000000" pitchFamily="2" charset="2"/>
              <a:buChar char="q"/>
            </a:pPr>
            <a:r>
              <a:rPr lang="en-US" sz="1000" dirty="0">
                <a:solidFill>
                  <a:srgbClr val="000000"/>
                </a:solidFill>
                <a:latin typeface="Calibri" panose="020F0502020204030204" pitchFamily="34" charset="0"/>
              </a:rPr>
              <a:t> completed</a:t>
            </a:r>
            <a:endParaRPr lang="en-US" sz="24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388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12ADF-F1B9-AE63-4C3B-5DC6C0344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2A11888-D0DC-078E-0801-7DD3875EBF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879266"/>
              </p:ext>
            </p:extLst>
          </p:nvPr>
        </p:nvGraphicFramePr>
        <p:xfrm>
          <a:off x="534257" y="874109"/>
          <a:ext cx="10286757" cy="2290619"/>
        </p:xfrm>
        <a:graphic>
          <a:graphicData uri="http://schemas.openxmlformats.org/drawingml/2006/table">
            <a:tbl>
              <a:tblPr/>
              <a:tblGrid>
                <a:gridCol w="3328069">
                  <a:extLst>
                    <a:ext uri="{9D8B030D-6E8A-4147-A177-3AD203B41FA5}">
                      <a16:colId xmlns:a16="http://schemas.microsoft.com/office/drawing/2014/main" val="3140258652"/>
                    </a:ext>
                  </a:extLst>
                </a:gridCol>
                <a:gridCol w="705884">
                  <a:extLst>
                    <a:ext uri="{9D8B030D-6E8A-4147-A177-3AD203B41FA5}">
                      <a16:colId xmlns:a16="http://schemas.microsoft.com/office/drawing/2014/main" val="2488501934"/>
                    </a:ext>
                  </a:extLst>
                </a:gridCol>
                <a:gridCol w="694756">
                  <a:extLst>
                    <a:ext uri="{9D8B030D-6E8A-4147-A177-3AD203B41FA5}">
                      <a16:colId xmlns:a16="http://schemas.microsoft.com/office/drawing/2014/main" val="18509502"/>
                    </a:ext>
                  </a:extLst>
                </a:gridCol>
                <a:gridCol w="694756">
                  <a:extLst>
                    <a:ext uri="{9D8B030D-6E8A-4147-A177-3AD203B41FA5}">
                      <a16:colId xmlns:a16="http://schemas.microsoft.com/office/drawing/2014/main" val="1427448138"/>
                    </a:ext>
                  </a:extLst>
                </a:gridCol>
                <a:gridCol w="694756">
                  <a:extLst>
                    <a:ext uri="{9D8B030D-6E8A-4147-A177-3AD203B41FA5}">
                      <a16:colId xmlns:a16="http://schemas.microsoft.com/office/drawing/2014/main" val="115748722"/>
                    </a:ext>
                  </a:extLst>
                </a:gridCol>
                <a:gridCol w="694756">
                  <a:extLst>
                    <a:ext uri="{9D8B030D-6E8A-4147-A177-3AD203B41FA5}">
                      <a16:colId xmlns:a16="http://schemas.microsoft.com/office/drawing/2014/main" val="1726271429"/>
                    </a:ext>
                  </a:extLst>
                </a:gridCol>
                <a:gridCol w="694756">
                  <a:extLst>
                    <a:ext uri="{9D8B030D-6E8A-4147-A177-3AD203B41FA5}">
                      <a16:colId xmlns:a16="http://schemas.microsoft.com/office/drawing/2014/main" val="2213676867"/>
                    </a:ext>
                  </a:extLst>
                </a:gridCol>
                <a:gridCol w="694756">
                  <a:extLst>
                    <a:ext uri="{9D8B030D-6E8A-4147-A177-3AD203B41FA5}">
                      <a16:colId xmlns:a16="http://schemas.microsoft.com/office/drawing/2014/main" val="2059426748"/>
                    </a:ext>
                  </a:extLst>
                </a:gridCol>
                <a:gridCol w="694756">
                  <a:extLst>
                    <a:ext uri="{9D8B030D-6E8A-4147-A177-3AD203B41FA5}">
                      <a16:colId xmlns:a16="http://schemas.microsoft.com/office/drawing/2014/main" val="261965591"/>
                    </a:ext>
                  </a:extLst>
                </a:gridCol>
                <a:gridCol w="694756">
                  <a:extLst>
                    <a:ext uri="{9D8B030D-6E8A-4147-A177-3AD203B41FA5}">
                      <a16:colId xmlns:a16="http://schemas.microsoft.com/office/drawing/2014/main" val="2561246570"/>
                    </a:ext>
                  </a:extLst>
                </a:gridCol>
                <a:gridCol w="694756">
                  <a:extLst>
                    <a:ext uri="{9D8B030D-6E8A-4147-A177-3AD203B41FA5}">
                      <a16:colId xmlns:a16="http://schemas.microsoft.com/office/drawing/2014/main" val="3822330752"/>
                    </a:ext>
                  </a:extLst>
                </a:gridCol>
              </a:tblGrid>
              <a:tr h="339816">
                <a:tc rowSpan="2">
                  <a:txBody>
                    <a:bodyPr/>
                    <a:lstStyle/>
                    <a:p>
                      <a:pPr algn="ctr" fontAlgn="t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Best Practice</a:t>
                      </a:r>
                    </a:p>
                  </a:txBody>
                  <a:tcPr marL="4464" marR="4464" marT="4464" marB="32142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10">
                  <a:txBody>
                    <a:bodyPr/>
                    <a:lstStyle/>
                    <a:p>
                      <a:pPr algn="ctr" fontAlgn="t"/>
                      <a:r>
                        <a:rPr lang="en-US" sz="2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Status</a:t>
                      </a:r>
                    </a:p>
                  </a:txBody>
                  <a:tcPr marL="4464" marR="4464" marT="4464" marB="32142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t"/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64" marR="4464" marT="4464" marB="32142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t"/>
                      <a:endParaRPr lang="en-US" sz="20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4464" marR="4464" marT="4464" marB="32142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1349851"/>
                  </a:ext>
                </a:extLst>
              </a:tr>
              <a:tr h="40049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Research</a:t>
                      </a:r>
                    </a:p>
                  </a:txBody>
                  <a:tcPr marL="4464" marR="4464" marT="4464" marB="32142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Gaps and Open Points identified</a:t>
                      </a:r>
                    </a:p>
                  </a:txBody>
                  <a:tcPr marL="4464" marR="4464" marT="4464" marB="32142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Draft Content</a:t>
                      </a:r>
                    </a:p>
                  </a:txBody>
                  <a:tcPr marL="4464" marR="4464" marT="4464" marB="32142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System Tests</a:t>
                      </a:r>
                    </a:p>
                  </a:txBody>
                  <a:tcPr marL="4464" marR="4464" marT="4464" marB="32142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Finalize Content</a:t>
                      </a:r>
                    </a:p>
                  </a:txBody>
                  <a:tcPr marL="4464" marR="4464" marT="4464" marB="32142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Review/Adjust</a:t>
                      </a:r>
                    </a:p>
                  </a:txBody>
                  <a:tcPr marL="4464" marR="4464" marT="4464" marB="32142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Presentation creation</a:t>
                      </a:r>
                    </a:p>
                  </a:txBody>
                  <a:tcPr marL="4464" marR="4464" marT="4464" marB="32142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Short video creation</a:t>
                      </a:r>
                    </a:p>
                  </a:txBody>
                  <a:tcPr marL="4464" marR="4464" marT="4464" marB="32142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Internal publication</a:t>
                      </a:r>
                    </a:p>
                  </a:txBody>
                  <a:tcPr marL="4464" marR="4464" marT="4464" marB="32142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External publication</a:t>
                      </a:r>
                    </a:p>
                  </a:txBody>
                  <a:tcPr marL="4464" marR="4464" marT="4464" marB="32142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922761"/>
                  </a:ext>
                </a:extLst>
              </a:tr>
              <a:tr h="307306">
                <a:tc>
                  <a:txBody>
                    <a:bodyPr/>
                    <a:lstStyle/>
                    <a:p>
                      <a:pPr algn="l" fontAlgn="t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Content-based Agents with SAP Joule Studio Agent Builder</a:t>
                      </a:r>
                    </a:p>
                  </a:txBody>
                  <a:tcPr marL="72000" marR="72000" marT="36000" marB="3600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026650"/>
                  </a:ext>
                </a:extLst>
              </a:tr>
              <a:tr h="268862">
                <a:tc>
                  <a:txBody>
                    <a:bodyPr/>
                    <a:lstStyle/>
                    <a:p>
                      <a:pPr marL="0" algn="l" defTabSz="1088558" rtl="0" eaLnBrk="1" fontAlgn="t" latinLnBrk="0" hangingPunct="1"/>
                      <a:r>
                        <a:rPr lang="en-US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Pro-Code AI Agents</a:t>
                      </a:r>
                    </a:p>
                  </a:txBody>
                  <a:tcPr marL="72000" marR="72000" marT="36000" marB="3600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2486433"/>
                  </a:ext>
                </a:extLst>
              </a:tr>
              <a:tr h="268862">
                <a:tc>
                  <a:txBody>
                    <a:bodyPr/>
                    <a:lstStyle/>
                    <a:p>
                      <a:pPr algn="l" fontAlgn="t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Model Context Protocol (MCP)</a:t>
                      </a:r>
                    </a:p>
                  </a:txBody>
                  <a:tcPr marL="72000" marR="72000" marT="36000" marB="3600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2990630"/>
                  </a:ext>
                </a:extLst>
              </a:tr>
              <a:tr h="268862">
                <a:tc>
                  <a:txBody>
                    <a:bodyPr/>
                    <a:lstStyle/>
                    <a:p>
                      <a:pPr marL="0" algn="l" defTabSz="1088558" rtl="0" eaLnBrk="1" fontAlgn="t" latinLnBrk="0" hangingPunct="1"/>
                      <a:r>
                        <a:rPr lang="en-US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Agentic AI Security &amp; Governance</a:t>
                      </a:r>
                    </a:p>
                  </a:txBody>
                  <a:tcPr marL="72000" marR="72000" marT="36000" marB="3600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4666685"/>
                  </a:ext>
                </a:extLst>
              </a:tr>
              <a:tr h="268862">
                <a:tc>
                  <a:txBody>
                    <a:bodyPr/>
                    <a:lstStyle/>
                    <a:p>
                      <a:pPr marL="0" marR="0" lvl="0" indent="0" algn="l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Access To SAP RPT-1 Model</a:t>
                      </a:r>
                    </a:p>
                  </a:txBody>
                  <a:tcPr marL="72000" marR="72000" marT="36000" marB="3600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sz="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464" marR="4464" marT="4464" marB="3214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912992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C9EA2AD-3039-4721-FF1B-9E4E80E0246A}"/>
              </a:ext>
            </a:extLst>
          </p:cNvPr>
          <p:cNvSpPr txBox="1"/>
          <p:nvPr/>
        </p:nvSpPr>
        <p:spPr>
          <a:xfrm>
            <a:off x="428945" y="211496"/>
            <a:ext cx="10613212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1088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1B90FF"/>
                </a:solidFill>
                <a:effectLst/>
                <a:uLnTx/>
                <a:uFillTx/>
                <a:latin typeface="72 Brand Medium"/>
                <a:ea typeface="+mn-ea"/>
                <a:cs typeface="72" panose="020B0503030000000003" pitchFamily="34" charset="0"/>
              </a:rPr>
              <a:t>SAP BTP AI Best Practices: </a:t>
            </a:r>
            <a:r>
              <a:rPr lang="en-US" sz="3200" dirty="0">
                <a:solidFill>
                  <a:srgbClr val="000000"/>
                </a:solidFill>
                <a:latin typeface="72 Brand Medium"/>
                <a:ea typeface="+mj-ea"/>
                <a:cs typeface="72" panose="020B0503030000000003" pitchFamily="34" charset="0"/>
              </a:rPr>
              <a:t>Planned Best Practices 2/2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BD3CFB-F724-1537-9BF3-B73AC68AF7AA}"/>
              </a:ext>
            </a:extLst>
          </p:cNvPr>
          <p:cNvSpPr txBox="1"/>
          <p:nvPr/>
        </p:nvSpPr>
        <p:spPr>
          <a:xfrm>
            <a:off x="8596910" y="911584"/>
            <a:ext cx="104796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ctr" fontAlgn="b">
              <a:buFont typeface="Wingdings" panose="05000000000000000000" pitchFamily="2" charset="2"/>
              <a:buChar char="Ø"/>
            </a:pPr>
            <a:r>
              <a:rPr lang="en-US" sz="1000" dirty="0">
                <a:solidFill>
                  <a:srgbClr val="000000"/>
                </a:solidFill>
                <a:latin typeface="Calibri" panose="020F0502020204030204" pitchFamily="34" charset="0"/>
              </a:rPr>
              <a:t> in progress  </a:t>
            </a:r>
            <a:endParaRPr lang="en-US" sz="24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BF6C7D-044B-5F1C-35B2-D4C7BD3E074D}"/>
              </a:ext>
            </a:extLst>
          </p:cNvPr>
          <p:cNvSpPr txBox="1"/>
          <p:nvPr/>
        </p:nvSpPr>
        <p:spPr>
          <a:xfrm>
            <a:off x="9706519" y="911583"/>
            <a:ext cx="104796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ctr" fontAlgn="b">
              <a:buFont typeface="Wingdings" panose="05000000000000000000" pitchFamily="2" charset="2"/>
              <a:buChar char="q"/>
            </a:pPr>
            <a:r>
              <a:rPr lang="en-US" sz="1000" dirty="0">
                <a:solidFill>
                  <a:srgbClr val="000000"/>
                </a:solidFill>
                <a:latin typeface="Calibri" panose="020F0502020204030204" pitchFamily="34" charset="0"/>
              </a:rPr>
              <a:t> completed</a:t>
            </a:r>
            <a:endParaRPr lang="en-US" sz="24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960425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AGENDA" val="TOC TOCShowsSubsections Dividers SectionNumber SlideNumber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True&quot; Source=&quot;Group 4&quot; Layer=&quot;Group 4&quot; /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True&quot; Source=&quot;Group 5&quot; Layer=&quot;Group 5&quot; /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True&quot; Source=&quot;Harvey 8&quot; Layer=&quot;Harvey 8&quot; /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d5f66dcd-7c8d-4661-849b-23a9587c15e3&quot; /&gt;"/>
  <p:tag name="SP_POWERSHAPE" val="&lt;PowerShapeTag ClassVersion=&quot;0&quot; GUID=&quot;81f1f80b-b882-418d-8bbb-9c38d8d27274&quot; IsConsolidated=&quot;False&quot; IsTopLevel=&quot;True&quot; Layer=&quot;Harvey 100&quot; Source=&quot;Harvey 100&quot; /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0/100 [0]&quot; Source=&quot;Harvey 100&quot; /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/100 [1]&quot; Source=&quot;Harvey 100&quot; /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/100 [2]&quot; Source=&quot;Harvey 100&quot; /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/100 [3]&quot; Source=&quot;Harvey 100&quot; /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/100 [4]&quot; Source=&quot;Harvey 100&quot; /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/100 [5]&quot; Source=&quot;Harvey 100&quot; /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/100 [6]&quot; Source=&quot;Harvey 100&quot; /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/100 [7]&quot; Source=&quot;Harvey 100&quot; /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/100 [8]&quot; Source=&quot;Harvey 100&quot; /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/100 [9]&quot; Source=&quot;Harvey 100&quot; /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/100 [10]&quot; Source=&quot;Harvey 100&quot; /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1/100 [11]&quot; Source=&quot;Harvey 100&quot; /&gt;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2/100 [12]&quot; Source=&quot;Harvey 100&quot; /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3/100 [13]&quot; Source=&quot;Harvey 100&quot; /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4/100 [14]&quot; Source=&quot;Harvey 100&quot; /&gt;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5/100 [15]&quot; Source=&quot;Harvey 100&quot; /&gt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6/100 [16]&quot; Source=&quot;Harvey 100&quot; /&gt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7/100 [17]&quot; Source=&quot;Harvey 100&quot; /&gt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8/100 [18]&quot; Source=&quot;Harvey 100&quot; /&gt;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9/100 [19]&quot; Source=&quot;Harvey 100&quot; /&gt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0/100 [20]&quot; Source=&quot;Harvey 100&quot; /&gt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1/100 [21]&quot; Source=&quot;Harvey 100&quot; /&gt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2/100 [22]&quot; Source=&quot;Harvey 100&quot; /&gt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3/100 [23]&quot; Source=&quot;Harvey 100&quot; /&gt;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4/100 [24]&quot; Source=&quot;Harvey 100&quot; /&gt;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5/100 [25]&quot; Source=&quot;Harvey 100&quot; /&gt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6/100 [26]&quot; Source=&quot;Harvey 100&quot; /&gt;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7/100 [27]&quot; Source=&quot;Harvey 100&quot; /&gt;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8/100 [28]&quot; Source=&quot;Harvey 100&quot; /&gt;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9/100 [29]&quot; Source=&quot;Harvey 100&quot; /&gt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0/100 [30]&quot; Source=&quot;Harvey 100&quot; /&gt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1/100 [31]&quot; Source=&quot;Harvey 100&quot; /&gt;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2/100 [32]&quot; Source=&quot;Harvey 100&quot; /&gt;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3/100 [33]&quot; Source=&quot;Harvey 100&quot; /&gt;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4/100 [34]&quot; Source=&quot;Harvey 100&quot; /&gt;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5/100 [35]&quot; Source=&quot;Harvey 100&quot; /&gt;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6/100 [36]&quot; Source=&quot;Harvey 100&quot; /&gt;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7/100 [37]&quot; Source=&quot;Harvey 100&quot; /&gt;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8/100 [38]&quot; Source=&quot;Harvey 100&quot; /&gt;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9/100 [39]&quot; Source=&quot;Harvey 100&quot; /&gt;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0/100 [40]&quot; Source=&quot;Harvey 100&quot; /&gt;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1/100 [41]&quot; Source=&quot;Harvey 100&quot; /&gt;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2/100 [42]&quot; Source=&quot;Harvey 100&quot; /&gt;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3/100 [43]&quot; Source=&quot;Harvey 100&quot; /&gt;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4/100 [44]&quot; Source=&quot;Harvey 100&quot; /&gt;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5/100 [45]&quot; Source=&quot;Harvey 100&quot; /&gt;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6/100 [46]&quot; Source=&quot;Harvey 100&quot; /&gt;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7/100 [47]&quot; Source=&quot;Harvey 100&quot; /&gt;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8/100 [48]&quot; Source=&quot;Harvey 100&quot; /&gt;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9/100 [49]&quot; Source=&quot;Harvey 100&quot; /&gt;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0/100 [50]&quot; Source=&quot;Harvey 100&quot; /&gt;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1/100 [51]&quot; Source=&quot;Harvey 100&quot; /&gt;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2/100 [52]&quot; Source=&quot;Harvey 100&quot; /&gt;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3/100 [53]&quot; Source=&quot;Harvey 100&quot; /&gt;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4/100 [54]&quot; Source=&quot;Harvey 100&quot; /&gt;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5/100 [55]&quot; Source=&quot;Harvey 100&quot; /&gt;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6/100 [56]&quot; Source=&quot;Harvey 100&quot; /&gt;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7/100 [57]&quot; Source=&quot;Harvey 100&quot; /&gt;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8/100 [58]&quot; Source=&quot;Harvey 100&quot; /&gt;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9/100 [59]&quot; Source=&quot;Harvey 100&quot; /&gt;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0/100 [60]&quot; Source=&quot;Harvey 100&quot; /&gt;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1/100 [61]&quot; Source=&quot;Harvey 100&quot; /&gt;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2/100 [62]&quot; Source=&quot;Harvey 100&quot; /&gt;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3/100 [63]&quot; Source=&quot;Harvey 100&quot; /&gt;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4/100 [64]&quot; Source=&quot;Harvey 100&quot; /&gt;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5/100 [65]&quot; Source=&quot;Harvey 100&quot; /&gt;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6/100 [66]&quot; Source=&quot;Harvey 100&quot; /&gt;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7/100 [67]&quot; Source=&quot;Harvey 100&quot; /&gt;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8/100 [68]&quot; Source=&quot;Harvey 100&quot; /&gt;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9/100 [69]&quot; Source=&quot;Harvey 100&quot; /&gt;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0/100 [70]&quot; Source=&quot;Harvey 100&quot; /&gt;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1/100 [71]&quot; Source=&quot;Harvey 100&quot; /&gt;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2/100 [72]&quot; Source=&quot;Harvey 100&quot; /&gt;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3/100 [73]&quot; Source=&quot;Harvey 100&quot; /&gt;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4/100 [74]&quot; Source=&quot;Harvey 100&quot; /&gt;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5/100 [75]&quot; Source=&quot;Harvey 100&quot; /&gt;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6/100 [76]&quot; Source=&quot;Harvey 100&quot; /&gt;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7/100 [77]&quot; Source=&quot;Harvey 100&quot; /&gt;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8/100 [78]&quot; Source=&quot;Harvey 100&quot; /&gt;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9/100 [79]&quot; Source=&quot;Harvey 100&quot; /&gt;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0/100 [80]&quot; Source=&quot;Harvey 100&quot; /&gt;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1/100 [81]&quot; Source=&quot;Harvey 100&quot; /&gt;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2/100 [82]&quot; Source=&quot;Harvey 100&quot; /&gt;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3/100 [83]&quot; Source=&quot;Harvey 100&quot; /&gt;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4/100 [84]&quot; Source=&quot;Harvey 100&quot; /&gt;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5/100 [85]&quot; Source=&quot;Harvey 100&quot; /&gt;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6/100 [86]&quot; Source=&quot;Harvey 100&quot; /&gt;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7/100 [87]&quot; Source=&quot;Harvey 100&quot; /&gt;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8/100 [88]&quot; Source=&quot;Harvey 100&quot; /&gt;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9/100 [89]&quot; Source=&quot;Harvey 100&quot; /&gt;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0/100 [90]&quot; Source=&quot;Harvey 100&quot; /&gt;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1/100 [91]&quot; Source=&quot;Harvey 100&quot; /&gt;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2/100 [92]&quot; Source=&quot;Harvey 100&quot; /&gt;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3/100 [93]&quot; Source=&quot;Harvey 100&quot; /&gt;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4/100 [94]&quot; Source=&quot;Harvey 100&quot; /&gt;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5/100 [95]&quot; Source=&quot;Harvey 100&quot; /&gt;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6/100 [96]&quot; Source=&quot;Harvey 100&quot; /&gt;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7/100 [97]&quot; Source=&quot;Harvey 100&quot; /&gt;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8/100 [98]&quot; Source=&quot;Harvey 100&quot; /&gt;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9/100 [99]&quot; Source=&quot;Harvey 100&quot; /&gt;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0/100 [100]&quot; Source=&quot;Harvey 100&quot; /&gt;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0/8 [0]&quot; /&gt;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1/8 [1]&quot; /&gt;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2/8 [2]&quot; /&gt;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3/8 [3]&quot; /&gt;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4/8 [4]&quot; /&gt;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5/8 [5]&quot; /&gt;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6/8 [6]&quot; /&gt;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7/8 [7]&quot; /&gt;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8/8 [8]&quot; /&gt;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0/4 [0]&quot; /&gt;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1/4 [1]&quot; /&gt;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2/4 [2]&quot; /&gt;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3/4 [3]&quot; /&gt;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4/4 [4]&quot; /&gt;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0/3 [0]&quot; /&gt;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1/3 [1]&quot; /&gt;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2/3 [2]&quot; /&gt;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3/3 [3]&quot; /&gt;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True&quot; Source=&quot;Group 4&quot; Layer=&quot;Group 4&quot; /&gt;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True&quot; Source=&quot;Group 5&quot; Layer=&quot;Group 5&quot; /&gt;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True&quot; Source=&quot;Harvey 8&quot; Layer=&quot;Harvey 8&quot; /&gt;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d5f66dcd-7c8d-4661-849b-23a9587c15e3&quot; /&gt;"/>
  <p:tag name="SP_POWERSHAPE" val="&lt;PowerShapeTag ClassVersion=&quot;0&quot; GUID=&quot;81f1f80b-b882-418d-8bbb-9c38d8d27274&quot; IsConsolidated=&quot;False&quot; IsTopLevel=&quot;True&quot; Layer=&quot;Harvey 100&quot; Source=&quot;Harvey 100&quot; /&gt;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0/100 [0]&quot; Source=&quot;Harvey 100&quot; /&gt;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/100 [1]&quot; Source=&quot;Harvey 100&quot; /&gt;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/100 [2]&quot; Source=&quot;Harvey 100&quot; /&gt;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/100 [3]&quot; Source=&quot;Harvey 100&quot; /&gt;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/100 [4]&quot; Source=&quot;Harvey 100&quot; /&gt;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/100 [5]&quot; Source=&quot;Harvey 100&quot; /&gt;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/100 [6]&quot; Source=&quot;Harvey 100&quot; /&gt;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/100 [7]&quot; Source=&quot;Harvey 100&quot; /&gt;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/100 [8]&quot; Source=&quot;Harvey 100&quot; /&gt;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/100 [9]&quot; Source=&quot;Harvey 100&quot; /&gt;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/100 [10]&quot; Source=&quot;Harvey 100&quot; /&gt;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1/100 [11]&quot; Source=&quot;Harvey 100&quot; /&gt;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2/100 [12]&quot; Source=&quot;Harvey 100&quot; /&gt;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3/100 [13]&quot; Source=&quot;Harvey 100&quot; /&gt;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4/100 [14]&quot; Source=&quot;Harvey 100&quot; /&gt;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5/100 [15]&quot; Source=&quot;Harvey 100&quot; /&gt;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6/100 [16]&quot; Source=&quot;Harvey 100&quot; /&gt;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7/100 [17]&quot; Source=&quot;Harvey 100&quot; /&gt;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8/100 [18]&quot; Source=&quot;Harvey 100&quot; /&gt;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9/100 [19]&quot; Source=&quot;Harvey 100&quot; /&gt;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0/100 [20]&quot; Source=&quot;Harvey 100&quot; /&gt;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1/100 [21]&quot; Source=&quot;Harvey 100&quot; /&gt;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2/100 [22]&quot; Source=&quot;Harvey 100&quot; /&gt;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3/100 [23]&quot; Source=&quot;Harvey 100&quot; /&gt;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4/100 [24]&quot; Source=&quot;Harvey 100&quot; /&gt;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5/100 [25]&quot; Source=&quot;Harvey 100&quot; /&gt;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6/100 [26]&quot; Source=&quot;Harvey 100&quot; /&gt;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7/100 [27]&quot; Source=&quot;Harvey 100&quot; /&gt;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8/100 [28]&quot; Source=&quot;Harvey 100&quot; /&gt;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9/100 [29]&quot; Source=&quot;Harvey 100&quot; /&gt;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0/100 [30]&quot; Source=&quot;Harvey 100&quot; /&gt;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1/100 [31]&quot; Source=&quot;Harvey 100&quot; /&gt;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2/100 [32]&quot; Source=&quot;Harvey 100&quot; /&gt;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3/100 [33]&quot; Source=&quot;Harvey 100&quot; /&gt;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4/100 [34]&quot; Source=&quot;Harvey 100&quot; /&gt;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5/100 [35]&quot; Source=&quot;Harvey 100&quot; /&gt;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6/100 [36]&quot; Source=&quot;Harvey 100&quot; /&gt;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7/100 [37]&quot; Source=&quot;Harvey 100&quot; /&gt;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8/100 [38]&quot; Source=&quot;Harvey 100&quot; /&gt;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9/100 [39]&quot; Source=&quot;Harvey 100&quot; /&gt;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0/100 [40]&quot; Source=&quot;Harvey 100&quot; /&gt;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1/100 [41]&quot; Source=&quot;Harvey 100&quot; /&gt;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2/100 [42]&quot; Source=&quot;Harvey 100&quot; /&gt;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3/100 [43]&quot; Source=&quot;Harvey 100&quot; /&gt;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4/100 [44]&quot; Source=&quot;Harvey 100&quot; /&gt;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5/100 [45]&quot; Source=&quot;Harvey 100&quot; /&gt;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6/100 [46]&quot; Source=&quot;Harvey 100&quot; /&gt;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7/100 [47]&quot; Source=&quot;Harvey 100&quot; /&gt;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8/100 [48]&quot; Source=&quot;Harvey 100&quot; /&gt;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9/100 [49]&quot; Source=&quot;Harvey 100&quot; /&gt;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0/100 [50]&quot; Source=&quot;Harvey 100&quot; /&gt;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1/100 [51]&quot; Source=&quot;Harvey 100&quot; /&gt;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2/100 [52]&quot; Source=&quot;Harvey 100&quot; /&gt;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3/100 [53]&quot; Source=&quot;Harvey 100&quot; /&gt;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4/100 [54]&quot; Source=&quot;Harvey 100&quot; /&gt;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5/100 [55]&quot; Source=&quot;Harvey 100&quot; /&gt;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6/100 [56]&quot; Source=&quot;Harvey 100&quot; /&gt;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7/100 [57]&quot; Source=&quot;Harvey 100&quot; /&gt;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8/100 [58]&quot; Source=&quot;Harvey 100&quot; /&gt;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9/100 [59]&quot; Source=&quot;Harvey 100&quot; /&gt;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0/100 [60]&quot; Source=&quot;Harvey 100&quot; /&gt;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1/100 [61]&quot; Source=&quot;Harvey 100&quot; /&gt;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2/100 [62]&quot; Source=&quot;Harvey 100&quot; /&gt;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3/100 [63]&quot; Source=&quot;Harvey 100&quot; /&gt;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4/100 [64]&quot; Source=&quot;Harvey 100&quot; /&gt;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5/100 [65]&quot; Source=&quot;Harvey 100&quot; /&gt;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6/100 [66]&quot; Source=&quot;Harvey 100&quot; /&gt;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7/100 [67]&quot; Source=&quot;Harvey 100&quot; /&gt;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8/100 [68]&quot; Source=&quot;Harvey 100&quot; /&gt;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9/100 [69]&quot; Source=&quot;Harvey 100&quot; /&gt;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0/100 [70]&quot; Source=&quot;Harvey 100&quot; /&gt;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1/100 [71]&quot; Source=&quot;Harvey 100&quot; /&gt;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2/100 [72]&quot; Source=&quot;Harvey 100&quot; /&gt;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3/100 [73]&quot; Source=&quot;Harvey 100&quot; /&gt;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4/100 [74]&quot; Source=&quot;Harvey 100&quot; /&gt;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5/100 [75]&quot; Source=&quot;Harvey 100&quot; /&gt;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6/100 [76]&quot; Source=&quot;Harvey 100&quot; /&gt;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7/100 [77]&quot; Source=&quot;Harvey 100&quot; /&gt;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8/100 [78]&quot; Source=&quot;Harvey 100&quot; /&gt;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9/100 [79]&quot; Source=&quot;Harvey 100&quot; /&gt;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0/100 [80]&quot; Source=&quot;Harvey 100&quot; /&gt;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1/100 [81]&quot; Source=&quot;Harvey 100&quot; /&gt;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2/100 [82]&quot; Source=&quot;Harvey 100&quot; /&gt;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3/100 [83]&quot; Source=&quot;Harvey 100&quot; /&gt;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4/100 [84]&quot; Source=&quot;Harvey 100&quot; /&gt;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5/100 [85]&quot; Source=&quot;Harvey 100&quot; /&gt;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6/100 [86]&quot; Source=&quot;Harvey 100&quot; /&gt;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7/100 [87]&quot; Source=&quot;Harvey 100&quot; /&gt;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8/100 [88]&quot; Source=&quot;Harvey 100&quot; /&gt;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9/100 [89]&quot; Source=&quot;Harvey 100&quot; /&gt;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0/100 [90]&quot; Source=&quot;Harvey 100&quot; /&gt;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1/100 [91]&quot; Source=&quot;Harvey 100&quot; /&gt;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2/100 [92]&quot; Source=&quot;Harvey 100&quot; /&gt;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3/100 [93]&quot; Source=&quot;Harvey 100&quot; /&gt;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4/100 [94]&quot; Source=&quot;Harvey 100&quot; /&gt;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5/100 [95]&quot; Source=&quot;Harvey 100&quot; /&gt;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6/100 [96]&quot; Source=&quot;Harvey 100&quot; /&gt;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7/100 [97]&quot; Source=&quot;Harvey 100&quot; /&gt;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8/100 [98]&quot; Source=&quot;Harvey 100&quot; /&gt;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9/100 [99]&quot; Source=&quot;Harvey 100&quot; /&gt;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0/100 [100]&quot; Source=&quot;Harvey 100&quot; /&gt;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0/8 [0]&quot; /&gt;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1/8 [1]&quot; /&gt;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2/8 [2]&quot; /&gt;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3/8 [3]&quot; /&gt;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4/8 [4]&quot; /&gt;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5/8 [5]&quot; /&gt;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6/8 [6]&quot; /&gt;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7/8 [7]&quot; /&gt;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8/8 [8]&quot; /&gt;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0/4 [0]&quot; /&gt;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1/4 [1]&quot; /&gt;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2/4 [2]&quot; /&gt;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3/4 [3]&quot; /&gt;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4/4 [4]&quot; /&gt;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0/3 [0]&quot; /&gt;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1/3 [1]&quot; /&gt;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2/3 [2]&quot; /&gt;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3/3 [3]&quot; /&gt;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True&quot; Source=&quot;Group 4&quot; Layer=&quot;Group 4&quot; /&gt;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True&quot; Source=&quot;Group 5&quot; Layer=&quot;Group 5&quot; /&gt;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True&quot; Source=&quot;Harvey 8&quot; Layer=&quot;Harvey 8&quot; /&gt;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d5f66dcd-7c8d-4661-849b-23a9587c15e3&quot; /&gt;"/>
  <p:tag name="SP_POWERSHAPE" val="&lt;PowerShapeTag ClassVersion=&quot;0&quot; GUID=&quot;81f1f80b-b882-418d-8bbb-9c38d8d27274&quot; IsConsolidated=&quot;False&quot; IsTopLevel=&quot;True&quot; Layer=&quot;Harvey 100&quot; Source=&quot;Harvey 100&quot; /&gt;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0/100 [0]&quot; Source=&quot;Harvey 100&quot; /&gt;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/100 [1]&quot; Source=&quot;Harvey 100&quot; /&gt;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/100 [2]&quot; Source=&quot;Harvey 100&quot; /&gt;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/100 [3]&quot; Source=&quot;Harvey 100&quot; /&gt;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/100 [4]&quot; Source=&quot;Harvey 100&quot; /&gt;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/100 [5]&quot; Source=&quot;Harvey 100&quot; /&gt;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/100 [6]&quot; Source=&quot;Harvey 100&quot; /&gt;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/100 [7]&quot; Source=&quot;Harvey 100&quot; /&gt;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/100 [8]&quot; Source=&quot;Harvey 100&quot; /&gt;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/100 [9]&quot; Source=&quot;Harvey 100&quot; /&gt;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/100 [10]&quot; Source=&quot;Harvey 100&quot; /&gt;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1/100 [11]&quot; Source=&quot;Harvey 100&quot; /&gt;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2/100 [12]&quot; Source=&quot;Harvey 100&quot; /&gt;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3/100 [13]&quot; Source=&quot;Harvey 100&quot; /&gt;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4/100 [14]&quot; Source=&quot;Harvey 100&quot; /&gt;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5/100 [15]&quot; Source=&quot;Harvey 100&quot; /&gt;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6/100 [16]&quot; Source=&quot;Harvey 100&quot; /&gt;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7/100 [17]&quot; Source=&quot;Harvey 100&quot; /&gt;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8/100 [18]&quot; Source=&quot;Harvey 100&quot; /&gt;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9/100 [19]&quot; Source=&quot;Harvey 100&quot; /&gt;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0/100 [20]&quot; Source=&quot;Harvey 100&quot; /&gt;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1/100 [21]&quot; Source=&quot;Harvey 100&quot; /&gt;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2/100 [22]&quot; Source=&quot;Harvey 100&quot; /&gt;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3/100 [23]&quot; Source=&quot;Harvey 100&quot; /&gt;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4/100 [24]&quot; Source=&quot;Harvey 100&quot; /&gt;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5/100 [25]&quot; Source=&quot;Harvey 100&quot; /&gt;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6/100 [26]&quot; Source=&quot;Harvey 100&quot; /&gt;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7/100 [27]&quot; Source=&quot;Harvey 100&quot; /&gt;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8/100 [28]&quot; Source=&quot;Harvey 100&quot; /&gt;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9/100 [29]&quot; Source=&quot;Harvey 100&quot; /&gt;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0/100 [30]&quot; Source=&quot;Harvey 100&quot; /&gt;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1/100 [31]&quot; Source=&quot;Harvey 100&quot; /&gt;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2/100 [32]&quot; Source=&quot;Harvey 100&quot; /&gt;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3/100 [33]&quot; Source=&quot;Harvey 100&quot; /&gt;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4/100 [34]&quot; Source=&quot;Harvey 100&quot; /&gt;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5/100 [35]&quot; Source=&quot;Harvey 100&quot; /&gt;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6/100 [36]&quot; Source=&quot;Harvey 100&quot; /&gt;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7/100 [37]&quot; Source=&quot;Harvey 100&quot; /&gt;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8/100 [38]&quot; Source=&quot;Harvey 100&quot; /&gt;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9/100 [39]&quot; Source=&quot;Harvey 100&quot; /&gt;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0/100 [40]&quot; Source=&quot;Harvey 100&quot; /&gt;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1/100 [41]&quot; Source=&quot;Harvey 100&quot; /&gt;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2/100 [42]&quot; Source=&quot;Harvey 100&quot; /&gt;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3/100 [43]&quot; Source=&quot;Harvey 100&quot; /&gt;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4/100 [44]&quot; Source=&quot;Harvey 100&quot; /&gt;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5/100 [45]&quot; Source=&quot;Harvey 100&quot; /&gt;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6/100 [46]&quot; Source=&quot;Harvey 100&quot; /&gt;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7/100 [47]&quot; Source=&quot;Harvey 100&quot; /&gt;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8/100 [48]&quot; Source=&quot;Harvey 100&quot; /&gt;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9/100 [49]&quot; Source=&quot;Harvey 100&quot; /&gt;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0/100 [50]&quot; Source=&quot;Harvey 100&quot; /&gt;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1/100 [51]&quot; Source=&quot;Harvey 100&quot; /&gt;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2/100 [52]&quot; Source=&quot;Harvey 100&quot; /&gt;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3/100 [53]&quot; Source=&quot;Harvey 100&quot; /&gt;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4/100 [54]&quot; Source=&quot;Harvey 100&quot; /&gt;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5/100 [55]&quot; Source=&quot;Harvey 100&quot; /&gt;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6/100 [56]&quot; Source=&quot;Harvey 100&quot; /&gt;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7/100 [57]&quot; Source=&quot;Harvey 100&quot; /&gt;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8/100 [58]&quot; Source=&quot;Harvey 100&quot; /&gt;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9/100 [59]&quot; Source=&quot;Harvey 100&quot; /&gt;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0/100 [60]&quot; Source=&quot;Harvey 100&quot; /&gt;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1/100 [61]&quot; Source=&quot;Harvey 100&quot; /&gt;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2/100 [62]&quot; Source=&quot;Harvey 100&quot; /&gt;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3/100 [63]&quot; Source=&quot;Harvey 100&quot; /&gt;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4/100 [64]&quot; Source=&quot;Harvey 100&quot; /&gt;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5/100 [65]&quot; Source=&quot;Harvey 100&quot; /&gt;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6/100 [66]&quot; Source=&quot;Harvey 100&quot; /&gt;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7/100 [67]&quot; Source=&quot;Harvey 100&quot; /&gt;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8/100 [68]&quot; Source=&quot;Harvey 100&quot; /&gt;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9/100 [69]&quot; Source=&quot;Harvey 100&quot; /&gt;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0/100 [70]&quot; Source=&quot;Harvey 100&quot; /&gt;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1/100 [71]&quot; Source=&quot;Harvey 100&quot; /&gt;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2/100 [72]&quot; Source=&quot;Harvey 100&quot; /&gt;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3/100 [73]&quot; Source=&quot;Harvey 100&quot; /&gt;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4/100 [74]&quot; Source=&quot;Harvey 100&quot; /&gt;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5/100 [75]&quot; Source=&quot;Harvey 100&quot; /&gt;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6/100 [76]&quot; Source=&quot;Harvey 100&quot; /&gt;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7/100 [77]&quot; Source=&quot;Harvey 100&quot; /&gt;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8/100 [78]&quot; Source=&quot;Harvey 100&quot; /&gt;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9/100 [79]&quot; Source=&quot;Harvey 100&quot; /&gt;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0/100 [80]&quot; Source=&quot;Harvey 100&quot; /&gt;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1/100 [81]&quot; Source=&quot;Harvey 100&quot; /&gt;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2/100 [82]&quot; Source=&quot;Harvey 100&quot; /&gt;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3/100 [83]&quot; Source=&quot;Harvey 100&quot; /&gt;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4/100 [84]&quot; Source=&quot;Harvey 100&quot; /&gt;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5/100 [85]&quot; Source=&quot;Harvey 100&quot; /&gt;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6/100 [86]&quot; Source=&quot;Harvey 100&quot; /&gt;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7/100 [87]&quot; Source=&quot;Harvey 100&quot; /&gt;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8/100 [88]&quot; Source=&quot;Harvey 100&quot; /&gt;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9/100 [89]&quot; Source=&quot;Harvey 100&quot; /&gt;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0/100 [90]&quot; Source=&quot;Harvey 100&quot; /&gt;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1/100 [91]&quot; Source=&quot;Harvey 100&quot; /&gt;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2/100 [92]&quot; Source=&quot;Harvey 100&quot; /&gt;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3/100 [93]&quot; Source=&quot;Harvey 100&quot; /&gt;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4/100 [94]&quot; Source=&quot;Harvey 100&quot; /&gt;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5/100 [95]&quot; Source=&quot;Harvey 100&quot; /&gt;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6/100 [96]&quot; Source=&quot;Harvey 100&quot; /&gt;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7/100 [97]&quot; Source=&quot;Harvey 100&quot; /&gt;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8/100 [98]&quot; Source=&quot;Harvey 100&quot; /&gt;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9/100 [99]&quot; Source=&quot;Harvey 100&quot; /&gt;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0/100 [100]&quot; Source=&quot;Harvey 100&quot; /&gt;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0/8 [0]&quot; /&gt;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1/8 [1]&quot; /&gt;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2/8 [2]&quot; /&gt;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3/8 [3]&quot; /&gt;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4/8 [4]&quot; /&gt;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5/8 [5]&quot; /&gt;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6/8 [6]&quot; /&gt;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7/8 [7]&quot; /&gt;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8/8 [8]&quot; /&gt;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0/4 [0]&quot; /&gt;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1/4 [1]&quot; /&gt;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2/4 [2]&quot; /&gt;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3/4 [3]&quot; /&gt;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4/4 [4]&quot; /&gt;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0/3 [0]&quot; /&gt;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1/3 [1]&quot; /&gt;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2/3 [2]&quot; /&gt;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3/3 [3]&quot; /&gt;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True&quot; Source=&quot;Group 4&quot; Layer=&quot;Group 4&quot; /&gt;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True&quot; Source=&quot;Group 5&quot; Layer=&quot;Group 5&quot; /&gt;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True&quot; Source=&quot;Harvey 8&quot; Layer=&quot;Harvey 8&quot; /&gt;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d5f66dcd-7c8d-4661-849b-23a9587c15e3&quot; /&gt;"/>
  <p:tag name="SP_POWERSHAPE" val="&lt;PowerShapeTag ClassVersion=&quot;0&quot; GUID=&quot;81f1f80b-b882-418d-8bbb-9c38d8d27274&quot; IsConsolidated=&quot;False&quot; IsTopLevel=&quot;True&quot; Layer=&quot;Harvey 100&quot; Source=&quot;Harvey 100&quot; /&gt;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0/100 [0]&quot; Source=&quot;Harvey 100&quot; /&gt;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/100 [1]&quot; Source=&quot;Harvey 100&quot; /&gt;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/100 [2]&quot; Source=&quot;Harvey 100&quot; /&gt;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/100 [3]&quot; Source=&quot;Harvey 100&quot; /&gt;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/100 [4]&quot; Source=&quot;Harvey 100&quot; /&gt;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/100 [5]&quot; Source=&quot;Harvey 100&quot; /&gt;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/100 [6]&quot; Source=&quot;Harvey 100&quot; /&gt;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/100 [7]&quot; Source=&quot;Harvey 100&quot; /&gt;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/100 [8]&quot; Source=&quot;Harvey 100&quot; /&gt;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/100 [9]&quot; Source=&quot;Harvey 100&quot; /&gt;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/100 [10]&quot; Source=&quot;Harvey 100&quot; /&gt;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1/100 [11]&quot; Source=&quot;Harvey 100&quot; /&gt;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2/100 [12]&quot; Source=&quot;Harvey 100&quot; /&gt;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3/100 [13]&quot; Source=&quot;Harvey 100&quot; /&gt;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4/100 [14]&quot; Source=&quot;Harvey 100&quot; /&gt;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5/100 [15]&quot; Source=&quot;Harvey 100&quot; /&gt;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6/100 [16]&quot; Source=&quot;Harvey 100&quot; /&gt;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7/100 [17]&quot; Source=&quot;Harvey 100&quot; /&gt;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8/100 [18]&quot; Source=&quot;Harvey 100&quot; /&gt;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9/100 [19]&quot; Source=&quot;Harvey 100&quot; /&gt;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0/100 [20]&quot; Source=&quot;Harvey 100&quot; /&gt;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1/100 [21]&quot; Source=&quot;Harvey 100&quot; /&gt;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2/100 [22]&quot; Source=&quot;Harvey 100&quot; /&gt;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3/100 [23]&quot; Source=&quot;Harvey 100&quot; /&gt;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4/100 [24]&quot; Source=&quot;Harvey 100&quot; /&gt;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5/100 [25]&quot; Source=&quot;Harvey 100&quot; /&gt;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6/100 [26]&quot; Source=&quot;Harvey 100&quot; /&gt;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7/100 [27]&quot; Source=&quot;Harvey 100&quot; /&gt;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8/100 [28]&quot; Source=&quot;Harvey 100&quot; /&gt;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9/100 [29]&quot; Source=&quot;Harvey 100&quot; /&gt;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0/100 [30]&quot; Source=&quot;Harvey 100&quot; /&gt;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1/100 [31]&quot; Source=&quot;Harvey 100&quot; /&gt;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2/100 [32]&quot; Source=&quot;Harvey 100&quot; /&gt;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3/100 [33]&quot; Source=&quot;Harvey 100&quot; /&gt;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4/100 [34]&quot; Source=&quot;Harvey 100&quot; /&gt;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5/100 [35]&quot; Source=&quot;Harvey 100&quot; /&gt;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6/100 [36]&quot; Source=&quot;Harvey 100&quot; /&gt;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7/100 [37]&quot; Source=&quot;Harvey 100&quot; /&gt;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8/100 [38]&quot; Source=&quot;Harvey 100&quot; /&gt;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9/100 [39]&quot; Source=&quot;Harvey 100&quot; /&gt;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0/100 [40]&quot; Source=&quot;Harvey 100&quot; /&gt;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1/100 [41]&quot; Source=&quot;Harvey 100&quot; /&gt;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2/100 [42]&quot; Source=&quot;Harvey 100&quot; /&gt;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3/100 [43]&quot; Source=&quot;Harvey 100&quot; /&gt;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4/100 [44]&quot; Source=&quot;Harvey 100&quot; /&gt;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5/100 [45]&quot; Source=&quot;Harvey 100&quot; /&gt;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6/100 [46]&quot; Source=&quot;Harvey 100&quot; /&gt;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7/100 [47]&quot; Source=&quot;Harvey 100&quot; /&gt;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8/100 [48]&quot; Source=&quot;Harvey 100&quot; /&gt;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9/100 [49]&quot; Source=&quot;Harvey 100&quot; /&gt;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0/100 [50]&quot; Source=&quot;Harvey 100&quot; /&gt;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1/100 [51]&quot; Source=&quot;Harvey 100&quot; /&gt;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2/100 [52]&quot; Source=&quot;Harvey 100&quot; /&gt;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3/100 [53]&quot; Source=&quot;Harvey 100&quot; /&gt;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4/100 [54]&quot; Source=&quot;Harvey 100&quot; /&gt;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5/100 [55]&quot; Source=&quot;Harvey 100&quot; /&gt;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6/100 [56]&quot; Source=&quot;Harvey 100&quot; /&gt;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7/100 [57]&quot; Source=&quot;Harvey 100&quot; /&gt;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8/100 [58]&quot; Source=&quot;Harvey 100&quot; /&gt;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9/100 [59]&quot; Source=&quot;Harvey 100&quot; /&gt;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0/100 [60]&quot; Source=&quot;Harvey 100&quot; /&gt;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1/100 [61]&quot; Source=&quot;Harvey 100&quot; /&gt;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2/100 [62]&quot; Source=&quot;Harvey 100&quot; /&gt;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3/100 [63]&quot; Source=&quot;Harvey 100&quot; /&gt;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4/100 [64]&quot; Source=&quot;Harvey 100&quot; /&gt;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5/100 [65]&quot; Source=&quot;Harvey 100&quot; /&gt;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6/100 [66]&quot; Source=&quot;Harvey 100&quot; /&gt;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7/100 [67]&quot; Source=&quot;Harvey 100&quot; /&gt;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8/100 [68]&quot; Source=&quot;Harvey 100&quot; /&gt;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9/100 [69]&quot; Source=&quot;Harvey 100&quot; /&gt;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0/100 [70]&quot; Source=&quot;Harvey 100&quot; /&gt;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1/100 [71]&quot; Source=&quot;Harvey 100&quot; /&gt;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2/100 [72]&quot; Source=&quot;Harvey 100&quot; /&gt;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3/100 [73]&quot; Source=&quot;Harvey 100&quot; /&gt;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4/100 [74]&quot; Source=&quot;Harvey 100&quot; /&gt;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5/100 [75]&quot; Source=&quot;Harvey 100&quot; /&gt;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6/100 [76]&quot; Source=&quot;Harvey 100&quot; /&gt;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7/100 [77]&quot; Source=&quot;Harvey 100&quot; /&gt;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8/100 [78]&quot; Source=&quot;Harvey 100&quot; /&gt;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9/100 [79]&quot; Source=&quot;Harvey 100&quot; /&gt;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0/100 [80]&quot; Source=&quot;Harvey 100&quot; /&gt;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1/100 [81]&quot; Source=&quot;Harvey 100&quot; /&gt;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2/100 [82]&quot; Source=&quot;Harvey 100&quot; /&gt;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3/100 [83]&quot; Source=&quot;Harvey 100&quot; /&gt;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4/100 [84]&quot; Source=&quot;Harvey 100&quot; /&gt;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5/100 [85]&quot; Source=&quot;Harvey 100&quot; /&gt;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6/100 [86]&quot; Source=&quot;Harvey 100&quot; /&gt;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7/100 [87]&quot; Source=&quot;Harvey 100&quot; /&gt;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8/100 [88]&quot; Source=&quot;Harvey 100&quot; /&gt;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9/100 [89]&quot; Source=&quot;Harvey 100&quot; /&gt;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0/100 [90]&quot; Source=&quot;Harvey 100&quot; /&gt;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1/100 [91]&quot; Source=&quot;Harvey 100&quot; /&gt;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2/100 [92]&quot; Source=&quot;Harvey 100&quot; /&gt;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3/100 [93]&quot; Source=&quot;Harvey 100&quot; /&gt;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4/100 [94]&quot; Source=&quot;Harvey 100&quot; /&gt;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5/100 [95]&quot; Source=&quot;Harvey 100&quot; /&gt;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6/100 [96]&quot; Source=&quot;Harvey 100&quot; /&gt;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7/100 [97]&quot; Source=&quot;Harvey 100&quot; /&gt;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8/100 [98]&quot; Source=&quot;Harvey 100&quot; /&gt;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9/100 [99]&quot; Source=&quot;Harvey 100&quot; /&gt;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0/100 [100]&quot; Source=&quot;Harvey 100&quot; /&gt;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0/8 [0]&quot; /&gt;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1/8 [1]&quot; /&gt;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2/8 [2]&quot; /&gt;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3/8 [3]&quot; /&gt;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4/8 [4]&quot; /&gt;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5/8 [5]&quot; /&gt;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6/8 [6]&quot; /&gt;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7/8 [7]&quot; /&gt;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8/8 [8]&quot; /&gt;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0/4 [0]&quot; /&gt;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1/4 [1]&quot; /&gt;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2/4 [2]&quot; /&gt;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3/4 [3]&quot; /&gt;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4/4 [4]&quot; /&gt;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0/3 [0]&quot; /&gt;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1/3 [1]&quot; /&gt;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2/3 [2]&quot; /&gt;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3/3 [3]&quot; /&gt;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True&quot; Source=&quot;Group 4&quot; Layer=&quot;Group 4&quot; /&gt;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True&quot; Source=&quot;Group 5&quot; Layer=&quot;Group 5&quot; /&gt;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True&quot; Source=&quot;Harvey 8&quot; Layer=&quot;Harvey 8&quot; /&gt;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d5f66dcd-7c8d-4661-849b-23a9587c15e3&quot; /&gt;"/>
  <p:tag name="SP_POWERSHAPE" val="&lt;PowerShapeTag ClassVersion=&quot;0&quot; GUID=&quot;81f1f80b-b882-418d-8bbb-9c38d8d27274&quot; IsConsolidated=&quot;False&quot; IsTopLevel=&quot;True&quot; Layer=&quot;Harvey 100&quot; Source=&quot;Harvey 100&quot; /&gt;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0/100 [0]&quot; Source=&quot;Harvey 100&quot; /&gt;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/100 [1]&quot; Source=&quot;Harvey 100&quot; /&gt;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/100 [2]&quot; Source=&quot;Harvey 100&quot; /&gt;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/100 [3]&quot; Source=&quot;Harvey 100&quot; /&gt;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/100 [4]&quot; Source=&quot;Harvey 100&quot; /&gt;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/100 [5]&quot; Source=&quot;Harvey 100&quot; /&gt;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/100 [6]&quot; Source=&quot;Harvey 100&quot; /&gt;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/100 [7]&quot; Source=&quot;Harvey 100&quot; /&gt;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/100 [8]&quot; Source=&quot;Harvey 100&quot; /&gt;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/100 [9]&quot; Source=&quot;Harvey 100&quot; /&gt;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/100 [10]&quot; Source=&quot;Harvey 100&quot; /&gt;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1/100 [11]&quot; Source=&quot;Harvey 100&quot; /&gt;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2/100 [12]&quot; Source=&quot;Harvey 100&quot; /&gt;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3/100 [13]&quot; Source=&quot;Harvey 100&quot; /&gt;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4/100 [14]&quot; Source=&quot;Harvey 100&quot; /&gt;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5/100 [15]&quot; Source=&quot;Harvey 100&quot; /&gt;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6/100 [16]&quot; Source=&quot;Harvey 100&quot; /&gt;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7/100 [17]&quot; Source=&quot;Harvey 100&quot; /&gt;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8/100 [18]&quot; Source=&quot;Harvey 100&quot; /&gt;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9/100 [19]&quot; Source=&quot;Harvey 100&quot; /&gt;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0/100 [20]&quot; Source=&quot;Harvey 100&quot; /&gt;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1/100 [21]&quot; Source=&quot;Harvey 100&quot; /&gt;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2/100 [22]&quot; Source=&quot;Harvey 100&quot; /&gt;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3/100 [23]&quot; Source=&quot;Harvey 100&quot; /&gt;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4/100 [24]&quot; Source=&quot;Harvey 100&quot; /&gt;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5/100 [25]&quot; Source=&quot;Harvey 100&quot; /&gt;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6/100 [26]&quot; Source=&quot;Harvey 100&quot; /&gt;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7/100 [27]&quot; Source=&quot;Harvey 100&quot; /&gt;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8/100 [28]&quot; Source=&quot;Harvey 100&quot; /&gt;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9/100 [29]&quot; Source=&quot;Harvey 100&quot; /&gt;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0/100 [30]&quot; Source=&quot;Harvey 100&quot; /&gt;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1/100 [31]&quot; Source=&quot;Harvey 100&quot; /&gt;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2/100 [32]&quot; Source=&quot;Harvey 100&quot; /&gt;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3/100 [33]&quot; Source=&quot;Harvey 100&quot; /&gt;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4/100 [34]&quot; Source=&quot;Harvey 100&quot; /&gt;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5/100 [35]&quot; Source=&quot;Harvey 100&quot; /&gt;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6/100 [36]&quot; Source=&quot;Harvey 100&quot; /&gt;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7/100 [37]&quot; Source=&quot;Harvey 100&quot; /&gt;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8/100 [38]&quot; Source=&quot;Harvey 100&quot; /&gt;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9/100 [39]&quot; Source=&quot;Harvey 100&quot; /&gt;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0/100 [40]&quot; Source=&quot;Harvey 100&quot; /&gt;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1/100 [41]&quot; Source=&quot;Harvey 100&quot; /&gt;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2/100 [42]&quot; Source=&quot;Harvey 100&quot; /&gt;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3/100 [43]&quot; Source=&quot;Harvey 100&quot; /&gt;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4/100 [44]&quot; Source=&quot;Harvey 100&quot; /&gt;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5/100 [45]&quot; Source=&quot;Harvey 100&quot; /&gt;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6/100 [46]&quot; Source=&quot;Harvey 100&quot; /&gt;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7/100 [47]&quot; Source=&quot;Harvey 100&quot; /&gt;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8/100 [48]&quot; Source=&quot;Harvey 100&quot; /&gt;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9/100 [49]&quot; Source=&quot;Harvey 100&quot; /&gt;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0/100 [50]&quot; Source=&quot;Harvey 100&quot; /&gt;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1/100 [51]&quot; Source=&quot;Harvey 100&quot; /&gt;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2/100 [52]&quot; Source=&quot;Harvey 100&quot; /&gt;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3/100 [53]&quot; Source=&quot;Harvey 100&quot; /&gt;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4/100 [54]&quot; Source=&quot;Harvey 100&quot; /&gt;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5/100 [55]&quot; Source=&quot;Harvey 100&quot; /&gt;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6/100 [56]&quot; Source=&quot;Harvey 100&quot; /&gt;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7/100 [57]&quot; Source=&quot;Harvey 100&quot; /&gt;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8/100 [58]&quot; Source=&quot;Harvey 100&quot; /&gt;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9/100 [59]&quot; Source=&quot;Harvey 100&quot; /&gt;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0/100 [60]&quot; Source=&quot;Harvey 100&quot; /&gt;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1/100 [61]&quot; Source=&quot;Harvey 100&quot; /&gt;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2/100 [62]&quot; Source=&quot;Harvey 100&quot; /&gt;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3/100 [63]&quot; Source=&quot;Harvey 100&quot; /&gt;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4/100 [64]&quot; Source=&quot;Harvey 100&quot; /&gt;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5/100 [65]&quot; Source=&quot;Harvey 100&quot; /&gt;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6/100 [66]&quot; Source=&quot;Harvey 100&quot; /&gt;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7/100 [67]&quot; Source=&quot;Harvey 100&quot; /&gt;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8/100 [68]&quot; Source=&quot;Harvey 100&quot; /&gt;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9/100 [69]&quot; Source=&quot;Harvey 100&quot; /&gt;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0/100 [70]&quot; Source=&quot;Harvey 100&quot; /&gt;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1/100 [71]&quot; Source=&quot;Harvey 100&quot; /&gt;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2/100 [72]&quot; Source=&quot;Harvey 100&quot; /&gt;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3/100 [73]&quot; Source=&quot;Harvey 100&quot; /&gt;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4/100 [74]&quot; Source=&quot;Harvey 100&quot; /&gt;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5/100 [75]&quot; Source=&quot;Harvey 100&quot; /&gt;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6/100 [76]&quot; Source=&quot;Harvey 100&quot; /&gt;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7/100 [77]&quot; Source=&quot;Harvey 100&quot; /&gt;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8/100 [78]&quot; Source=&quot;Harvey 100&quot; /&gt;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9/100 [79]&quot; Source=&quot;Harvey 100&quot; /&gt;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0/100 [80]&quot; Source=&quot;Harvey 100&quot; /&gt;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1/100 [81]&quot; Source=&quot;Harvey 100&quot; /&gt;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2/100 [82]&quot; Source=&quot;Harvey 100&quot; /&gt;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3/100 [83]&quot; Source=&quot;Harvey 100&quot; /&gt;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4/100 [84]&quot; Source=&quot;Harvey 100&quot; /&gt;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5/100 [85]&quot; Source=&quot;Harvey 100&quot; /&gt;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6/100 [86]&quot; Source=&quot;Harvey 100&quot; /&gt;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7/100 [87]&quot; Source=&quot;Harvey 100&quot; /&gt;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8/100 [88]&quot; Source=&quot;Harvey 100&quot; /&gt;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9/100 [89]&quot; Source=&quot;Harvey 100&quot; /&gt;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0/100 [90]&quot; Source=&quot;Harvey 100&quot; /&gt;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1/100 [91]&quot; Source=&quot;Harvey 100&quot; /&gt;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2/100 [92]&quot; Source=&quot;Harvey 100&quot; /&gt;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3/100 [93]&quot; Source=&quot;Harvey 100&quot; /&gt;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4/100 [94]&quot; Source=&quot;Harvey 100&quot; /&gt;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5/100 [95]&quot; Source=&quot;Harvey 100&quot; /&gt;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6/100 [96]&quot; Source=&quot;Harvey 100&quot; /&gt;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7/100 [97]&quot; Source=&quot;Harvey 100&quot; /&gt;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8/100 [98]&quot; Source=&quot;Harvey 100&quot; /&gt;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9/100 [99]&quot; Source=&quot;Harvey 100&quot; /&gt;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0/100 [100]&quot; Source=&quot;Harvey 100&quot; /&gt;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0/8 [0]&quot; /&gt;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1/8 [1]&quot; /&gt;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2/8 [2]&quot; /&gt;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3/8 [3]&quot; /&gt;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4/8 [4]&quot; /&gt;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5/8 [5]&quot; /&gt;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6/8 [6]&quot; /&gt;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7/8 [7]&quot; /&gt;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8/8 [8]&quot; /&gt;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0/4 [0]&quot; /&gt;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1/4 [1]&quot; /&gt;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2/4 [2]&quot; /&gt;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3/4 [3]&quot; /&gt;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4/4 [4]&quot; /&gt;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0/3 [0]&quot; /&gt;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1/3 [1]&quot; /&gt;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2/3 [2]&quot; /&gt;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3/3 [3]&quot; /&gt;"/>
</p:tagLst>
</file>

<file path=ppt/theme/theme1.xml><?xml version="1.0" encoding="utf-8"?>
<a:theme xmlns:a="http://schemas.openxmlformats.org/drawingml/2006/main" name="SAP Template 2024">
  <a:themeElements>
    <a:clrScheme name="SAP Colors 2023">
      <a:dk1>
        <a:srgbClr val="000000"/>
      </a:dk1>
      <a:lt1>
        <a:srgbClr val="FFFFFF"/>
      </a:lt1>
      <a:dk2>
        <a:srgbClr val="1B90FF"/>
      </a:dk2>
      <a:lt2>
        <a:srgbClr val="89D1FF"/>
      </a:lt2>
      <a:accent1>
        <a:srgbClr val="E76500"/>
      </a:accent1>
      <a:accent2>
        <a:srgbClr val="049F9A"/>
      </a:accent2>
      <a:accent3>
        <a:srgbClr val="36A41D"/>
      </a:accent3>
      <a:accent4>
        <a:srgbClr val="FA4F96"/>
      </a:accent4>
      <a:accent5>
        <a:srgbClr val="F31DED"/>
      </a:accent5>
      <a:accent6>
        <a:srgbClr val="7858FF"/>
      </a:accent6>
      <a:hlink>
        <a:srgbClr val="0070F2"/>
      </a:hlink>
      <a:folHlink>
        <a:srgbClr val="0070F2"/>
      </a:folHlink>
    </a:clrScheme>
    <a:fontScheme name="SAP 2023">
      <a:majorFont>
        <a:latin typeface="72 Brand Medium"/>
        <a:ea typeface=""/>
        <a:cs typeface=""/>
      </a:majorFont>
      <a:minorFont>
        <a:latin typeface="72 Brand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noFill/>
        <a:ln w="25400" algn="ctr">
          <a:solidFill>
            <a:schemeClr val="tx1"/>
          </a:solidFill>
          <a:miter lim="800000"/>
          <a:headEnd/>
          <a:tailEnd/>
        </a:ln>
      </a:spPr>
      <a:bodyPr lIns="90000" tIns="72000" rIns="90000" bIns="72000" rtlCol="0" anchor="ctr"/>
      <a:lstStyle>
        <a:defPPr marR="0" algn="ctr" defTabSz="91440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tabLst/>
          <a:defRPr kumimoji="0" sz="1800" b="0" i="0" u="none" strike="noStrike" kern="0" cap="none" spc="0" normalizeH="0" baseline="0" noProof="0" dirty="0" smtClean="0">
            <a:ln>
              <a:noFill/>
            </a:ln>
            <a:effectLst/>
            <a:uLnTx/>
            <a:uFillTx/>
            <a:latin typeface="+mn-lt"/>
            <a:ea typeface="72 Brand" pitchFamily="34" charset="-128"/>
            <a:cs typeface="72 Brand" pitchFamily="34" charset="-128"/>
          </a:defRPr>
        </a:defPPr>
      </a:lstStyle>
    </a:spDef>
    <a:lnDef>
      <a:spPr>
        <a:ln w="2540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 fontAlgn="base">
          <a:spcBef>
            <a:spcPct val="50000"/>
          </a:spcBef>
          <a:spcAft>
            <a:spcPct val="0"/>
          </a:spcAft>
          <a:buClr>
            <a:schemeClr val="tx1"/>
          </a:buClr>
          <a:buSzPct val="100000"/>
          <a:defRPr sz="1800" kern="0" dirty="0" err="1" smtClean="0">
            <a:latin typeface="72 Brand" panose="020B0504030603020204" pitchFamily="34" charset="0"/>
            <a:ea typeface="72 Brand" pitchFamily="34" charset="-128"/>
            <a:cs typeface="72 Brand" pitchFamily="34" charset="-128"/>
          </a:defRPr>
        </a:defPPr>
      </a:lstStyle>
    </a:txDef>
  </a:objectDefaults>
  <a:extraClrSchemeLst/>
  <a:custClrLst>
    <a:custClr name="Blue 2">
      <a:srgbClr val="D1EFFF"/>
    </a:custClr>
    <a:custClr name="Blue 4">
      <a:srgbClr val="89D1FF"/>
    </a:custClr>
    <a:custClr name="Blue 6">
      <a:srgbClr val="1B90FF"/>
    </a:custClr>
    <a:custClr name="Blue 7">
      <a:srgbClr val="0070F2"/>
    </a:custClr>
    <a:custClr name="Blue 10">
      <a:srgbClr val="002A86"/>
    </a:custClr>
    <a:custClr name="Blue 11">
      <a:srgbClr val="00144A"/>
    </a:custClr>
    <a:custClr name="Mango 2">
      <a:srgbClr val="FFF3B8"/>
    </a:custClr>
    <a:custClr name="Mango 4">
      <a:srgbClr val="FFC933"/>
    </a:custClr>
    <a:custClr name="Mango 6">
      <a:srgbClr val="E76500"/>
    </a:custClr>
    <a:custClr name="Mango 7">
      <a:srgbClr val="C35500"/>
    </a:custClr>
    <a:custClr name="Mango 10">
      <a:srgbClr val="6D1900"/>
    </a:custClr>
    <a:custClr name="Mango 11">
      <a:srgbClr val="450B00"/>
    </a:custClr>
    <a:custClr name="Teal 2">
      <a:srgbClr val="C2FCEE"/>
    </a:custClr>
    <a:custClr name="Teal 4">
      <a:srgbClr val="2CE0BF"/>
    </a:custClr>
    <a:custClr name="Teal 6">
      <a:srgbClr val="049F9A"/>
    </a:custClr>
    <a:custClr name="Teal 7">
      <a:srgbClr val="07838F"/>
    </a:custClr>
    <a:custClr name="Teal 10">
      <a:srgbClr val="02414C"/>
    </a:custClr>
    <a:custClr name="Teal 11">
      <a:srgbClr val="012931"/>
    </a:custClr>
    <a:custClr name="Green 2">
      <a:srgbClr val="EBF5CB"/>
    </a:custClr>
    <a:custClr name="Green 4">
      <a:srgbClr val="97DD40"/>
    </a:custClr>
    <a:custClr name="Green 6">
      <a:srgbClr val="36A41D"/>
    </a:custClr>
    <a:custClr name="Green 7">
      <a:srgbClr val="188918"/>
    </a:custClr>
    <a:custClr name="Green 10">
      <a:srgbClr val="164323"/>
    </a:custClr>
    <a:custClr name="Green 11">
      <a:srgbClr val="0E2B16"/>
    </a:custClr>
    <a:custClr name="Red 2">
      <a:srgbClr val="FFD5EA"/>
    </a:custClr>
    <a:custClr name="Red 4">
      <a:srgbClr val="FF8CB2"/>
    </a:custClr>
    <a:custClr name="Red 6">
      <a:srgbClr val="EE3939"/>
    </a:custClr>
    <a:custClr name="Red 7">
      <a:srgbClr val="D20A0A"/>
    </a:custClr>
    <a:custClr name="Red 10">
      <a:srgbClr val="5A0404"/>
    </a:custClr>
    <a:custClr name="Red 11">
      <a:srgbClr val="350000"/>
    </a:custClr>
    <a:custClr name="Raspberry 2">
      <a:srgbClr val="FFDCE8"/>
    </a:custClr>
    <a:custClr name="Raspberry 4">
      <a:srgbClr val="FEADC8"/>
    </a:custClr>
    <a:custClr name="Raspberry 6">
      <a:srgbClr val="FA4F96"/>
    </a:custClr>
    <a:custClr name="Raspberry 7">
      <a:srgbClr val="DF1278"/>
    </a:custClr>
    <a:custClr name="Raspberry 10">
      <a:srgbClr val="71014B"/>
    </a:custClr>
    <a:custClr name="Raspberry 11">
      <a:srgbClr val="510136"/>
    </a:custClr>
    <a:custClr name="Pink 2">
      <a:srgbClr val="FFDCF3"/>
    </a:custClr>
    <a:custClr name="Pink 4">
      <a:srgbClr val="FF8AF0"/>
    </a:custClr>
    <a:custClr name="Pink 6">
      <a:srgbClr val="F31DED"/>
    </a:custClr>
    <a:custClr name="Pink 7">
      <a:srgbClr val="CC00DC"/>
    </a:custClr>
    <a:custClr name="Pink 10">
      <a:srgbClr val="510080"/>
    </a:custClr>
    <a:custClr name="Pink 11">
      <a:srgbClr val="28004A"/>
    </a:custClr>
    <a:custClr name="Indigo 2">
      <a:srgbClr val="E2D8FF"/>
    </a:custClr>
    <a:custClr name="Indigo 4">
      <a:srgbClr val="B894FF"/>
    </a:custClr>
    <a:custClr name="Indigo 6">
      <a:srgbClr val="7858FF"/>
    </a:custClr>
    <a:custClr name="Indigo 7">
      <a:srgbClr val="5D36FF"/>
    </a:custClr>
    <a:custClr name="Indigo 10">
      <a:srgbClr val="1C0C6E"/>
    </a:custClr>
    <a:custClr name="Indigo 11">
      <a:srgbClr val="0E0637"/>
    </a:custClr>
  </a:custClrLst>
  <a:extLst>
    <a:ext uri="{05A4C25C-085E-4340-85A3-A5531E510DB2}">
      <thm15:themeFamily xmlns:thm15="http://schemas.microsoft.com/office/thememl/2012/main" name="Presentation12" id="{736938E0-E1AB-4042-A4CE-0194C800FE63}" vid="{C7D37D48-4203-544F-91AD-A2B4062096A2}"/>
    </a:ext>
  </a:extLst>
</a:theme>
</file>

<file path=ppt/theme/theme2.xml><?xml version="1.0" encoding="utf-8"?>
<a:theme xmlns:a="http://schemas.openxmlformats.org/drawingml/2006/main" name="1_SAP Template 2024">
  <a:themeElements>
    <a:clrScheme name="SAP Colors 2023">
      <a:dk1>
        <a:srgbClr val="000000"/>
      </a:dk1>
      <a:lt1>
        <a:srgbClr val="FFFFFF"/>
      </a:lt1>
      <a:dk2>
        <a:srgbClr val="1B90FF"/>
      </a:dk2>
      <a:lt2>
        <a:srgbClr val="89D1FF"/>
      </a:lt2>
      <a:accent1>
        <a:srgbClr val="E76500"/>
      </a:accent1>
      <a:accent2>
        <a:srgbClr val="049F9A"/>
      </a:accent2>
      <a:accent3>
        <a:srgbClr val="36A41D"/>
      </a:accent3>
      <a:accent4>
        <a:srgbClr val="FA4F96"/>
      </a:accent4>
      <a:accent5>
        <a:srgbClr val="F31DED"/>
      </a:accent5>
      <a:accent6>
        <a:srgbClr val="7858FF"/>
      </a:accent6>
      <a:hlink>
        <a:srgbClr val="0070F2"/>
      </a:hlink>
      <a:folHlink>
        <a:srgbClr val="0070F2"/>
      </a:folHlink>
    </a:clrScheme>
    <a:fontScheme name="SAP 2023">
      <a:majorFont>
        <a:latin typeface="72 Brand Medium"/>
        <a:ea typeface=""/>
        <a:cs typeface=""/>
      </a:majorFont>
      <a:minorFont>
        <a:latin typeface="72 Brand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noFill/>
        <a:ln w="25400" algn="ctr">
          <a:solidFill>
            <a:schemeClr val="tx1"/>
          </a:solidFill>
          <a:miter lim="800000"/>
          <a:headEnd/>
          <a:tailEnd/>
        </a:ln>
      </a:spPr>
      <a:bodyPr lIns="90000" tIns="72000" rIns="90000" bIns="72000" rtlCol="0" anchor="ctr"/>
      <a:lstStyle>
        <a:defPPr marR="0" algn="ctr" defTabSz="91440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tabLst/>
          <a:defRPr kumimoji="0" sz="1800" b="0" i="0" u="none" strike="noStrike" kern="0" cap="none" spc="0" normalizeH="0" baseline="0" noProof="0" dirty="0" smtClean="0">
            <a:ln>
              <a:noFill/>
            </a:ln>
            <a:effectLst/>
            <a:uLnTx/>
            <a:uFillTx/>
            <a:latin typeface="+mn-lt"/>
            <a:ea typeface="72 Brand" pitchFamily="34" charset="-128"/>
            <a:cs typeface="72 Brand" pitchFamily="34" charset="-128"/>
          </a:defRPr>
        </a:defPPr>
      </a:lstStyle>
    </a:spDef>
    <a:lnDef>
      <a:spPr>
        <a:ln w="2540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 fontAlgn="base">
          <a:spcBef>
            <a:spcPct val="50000"/>
          </a:spcBef>
          <a:spcAft>
            <a:spcPct val="0"/>
          </a:spcAft>
          <a:buClr>
            <a:schemeClr val="tx1"/>
          </a:buClr>
          <a:buSzPct val="100000"/>
          <a:defRPr sz="1800" kern="0" dirty="0" err="1" smtClean="0">
            <a:latin typeface="72 Brand" panose="020B0504030603020204" pitchFamily="34" charset="0"/>
            <a:ea typeface="72 Brand" pitchFamily="34" charset="-128"/>
            <a:cs typeface="72 Brand" pitchFamily="34" charset="-128"/>
          </a:defRPr>
        </a:defPPr>
      </a:lstStyle>
    </a:txDef>
  </a:objectDefaults>
  <a:extraClrSchemeLst/>
  <a:custClrLst>
    <a:custClr name="Blue 2">
      <a:srgbClr val="D1EFFF"/>
    </a:custClr>
    <a:custClr name="Blue 4">
      <a:srgbClr val="89D1FF"/>
    </a:custClr>
    <a:custClr name="Blue 6">
      <a:srgbClr val="1B90FF"/>
    </a:custClr>
    <a:custClr name="Blue 7">
      <a:srgbClr val="0070F2"/>
    </a:custClr>
    <a:custClr name="Blue 10">
      <a:srgbClr val="002A86"/>
    </a:custClr>
    <a:custClr name="Blue 11">
      <a:srgbClr val="00144A"/>
    </a:custClr>
    <a:custClr name="Mango 2">
      <a:srgbClr val="FFF3B8"/>
    </a:custClr>
    <a:custClr name="Mango 4">
      <a:srgbClr val="FFC933"/>
    </a:custClr>
    <a:custClr name="Mango 6">
      <a:srgbClr val="E76500"/>
    </a:custClr>
    <a:custClr name="Mango 7">
      <a:srgbClr val="C35500"/>
    </a:custClr>
    <a:custClr name="Mango 10">
      <a:srgbClr val="6D1900"/>
    </a:custClr>
    <a:custClr name="Mango 11">
      <a:srgbClr val="450B00"/>
    </a:custClr>
    <a:custClr name="Teal 2">
      <a:srgbClr val="C2FCEE"/>
    </a:custClr>
    <a:custClr name="Teal 4">
      <a:srgbClr val="2CE0BF"/>
    </a:custClr>
    <a:custClr name="Teal 6">
      <a:srgbClr val="049F9A"/>
    </a:custClr>
    <a:custClr name="Teal 7">
      <a:srgbClr val="07838F"/>
    </a:custClr>
    <a:custClr name="Teal 10">
      <a:srgbClr val="02414C"/>
    </a:custClr>
    <a:custClr name="Teal 11">
      <a:srgbClr val="012931"/>
    </a:custClr>
    <a:custClr name="Green 2">
      <a:srgbClr val="EBF5CB"/>
    </a:custClr>
    <a:custClr name="Green 4">
      <a:srgbClr val="97DD40"/>
    </a:custClr>
    <a:custClr name="Green 6">
      <a:srgbClr val="36A41D"/>
    </a:custClr>
    <a:custClr name="Green 7">
      <a:srgbClr val="188918"/>
    </a:custClr>
    <a:custClr name="Green 10">
      <a:srgbClr val="164323"/>
    </a:custClr>
    <a:custClr name="Green 11">
      <a:srgbClr val="0E2B16"/>
    </a:custClr>
    <a:custClr name="Red 2">
      <a:srgbClr val="FFD5EA"/>
    </a:custClr>
    <a:custClr name="Red 4">
      <a:srgbClr val="FF8CB2"/>
    </a:custClr>
    <a:custClr name="Red 6">
      <a:srgbClr val="EE3939"/>
    </a:custClr>
    <a:custClr name="Red 7">
      <a:srgbClr val="D20A0A"/>
    </a:custClr>
    <a:custClr name="Red 10">
      <a:srgbClr val="5A0404"/>
    </a:custClr>
    <a:custClr name="Red 11">
      <a:srgbClr val="350000"/>
    </a:custClr>
    <a:custClr name="Raspberry 2">
      <a:srgbClr val="FFDCE8"/>
    </a:custClr>
    <a:custClr name="Raspberry 4">
      <a:srgbClr val="FEADC8"/>
    </a:custClr>
    <a:custClr name="Raspberry 6">
      <a:srgbClr val="FA4F96"/>
    </a:custClr>
    <a:custClr name="Raspberry 7">
      <a:srgbClr val="DF1278"/>
    </a:custClr>
    <a:custClr name="Raspberry 10">
      <a:srgbClr val="71014B"/>
    </a:custClr>
    <a:custClr name="Raspberry 11">
      <a:srgbClr val="510136"/>
    </a:custClr>
    <a:custClr name="Pink 2">
      <a:srgbClr val="FFDCF3"/>
    </a:custClr>
    <a:custClr name="Pink 4">
      <a:srgbClr val="FF8AF0"/>
    </a:custClr>
    <a:custClr name="Pink 6">
      <a:srgbClr val="F31DED"/>
    </a:custClr>
    <a:custClr name="Pink 7">
      <a:srgbClr val="CC00DC"/>
    </a:custClr>
    <a:custClr name="Pink 10">
      <a:srgbClr val="510080"/>
    </a:custClr>
    <a:custClr name="Pink 11">
      <a:srgbClr val="28004A"/>
    </a:custClr>
    <a:custClr name="Indigo 2">
      <a:srgbClr val="E2D8FF"/>
    </a:custClr>
    <a:custClr name="Indigo 4">
      <a:srgbClr val="B894FF"/>
    </a:custClr>
    <a:custClr name="Indigo 6">
      <a:srgbClr val="7858FF"/>
    </a:custClr>
    <a:custClr name="Indigo 7">
      <a:srgbClr val="5D36FF"/>
    </a:custClr>
    <a:custClr name="Indigo 10">
      <a:srgbClr val="1C0C6E"/>
    </a:custClr>
    <a:custClr name="Indigo 11">
      <a:srgbClr val="0E0637"/>
    </a:custClr>
  </a:custClrLst>
  <a:extLst>
    <a:ext uri="{05A4C25C-085E-4340-85A3-A5531E510DB2}">
      <thm15:themeFamily xmlns:thm15="http://schemas.microsoft.com/office/thememl/2012/main" name="Presentation12" id="{736938E0-E1AB-4042-A4CE-0194C800FE63}" vid="{C7D37D48-4203-544F-91AD-A2B4062096A2}"/>
    </a:ext>
  </a:extLst>
</a:theme>
</file>

<file path=ppt/theme/theme3.xml><?xml version="1.0" encoding="utf-8"?>
<a:theme xmlns:a="http://schemas.openxmlformats.org/drawingml/2006/main" name="2_SAP Template 2024">
  <a:themeElements>
    <a:clrScheme name="SAP Colors 2023">
      <a:dk1>
        <a:srgbClr val="000000"/>
      </a:dk1>
      <a:lt1>
        <a:srgbClr val="FFFFFF"/>
      </a:lt1>
      <a:dk2>
        <a:srgbClr val="1B90FF"/>
      </a:dk2>
      <a:lt2>
        <a:srgbClr val="89D1FF"/>
      </a:lt2>
      <a:accent1>
        <a:srgbClr val="E76500"/>
      </a:accent1>
      <a:accent2>
        <a:srgbClr val="049F9A"/>
      </a:accent2>
      <a:accent3>
        <a:srgbClr val="36A41D"/>
      </a:accent3>
      <a:accent4>
        <a:srgbClr val="FA4F96"/>
      </a:accent4>
      <a:accent5>
        <a:srgbClr val="F31DED"/>
      </a:accent5>
      <a:accent6>
        <a:srgbClr val="7858FF"/>
      </a:accent6>
      <a:hlink>
        <a:srgbClr val="0070F2"/>
      </a:hlink>
      <a:folHlink>
        <a:srgbClr val="0070F2"/>
      </a:folHlink>
    </a:clrScheme>
    <a:fontScheme name="SAP 2023">
      <a:majorFont>
        <a:latin typeface="72 Brand Medium"/>
        <a:ea typeface=""/>
        <a:cs typeface=""/>
      </a:majorFont>
      <a:minorFont>
        <a:latin typeface="72 Brand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noFill/>
        <a:ln w="25400" algn="ctr">
          <a:solidFill>
            <a:schemeClr val="tx1"/>
          </a:solidFill>
          <a:miter lim="800000"/>
          <a:headEnd/>
          <a:tailEnd/>
        </a:ln>
      </a:spPr>
      <a:bodyPr lIns="90000" tIns="72000" rIns="90000" bIns="72000" rtlCol="0" anchor="ctr"/>
      <a:lstStyle>
        <a:defPPr marR="0" algn="ctr" defTabSz="91440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tabLst/>
          <a:defRPr kumimoji="0" sz="1800" b="0" i="0" u="none" strike="noStrike" kern="0" cap="none" spc="0" normalizeH="0" baseline="0" noProof="0" dirty="0" smtClean="0">
            <a:ln>
              <a:noFill/>
            </a:ln>
            <a:effectLst/>
            <a:uLnTx/>
            <a:uFillTx/>
            <a:latin typeface="+mn-lt"/>
            <a:ea typeface="72 Brand" pitchFamily="34" charset="-128"/>
            <a:cs typeface="72 Brand" pitchFamily="34" charset="-128"/>
          </a:defRPr>
        </a:defPPr>
      </a:lstStyle>
    </a:spDef>
    <a:lnDef>
      <a:spPr>
        <a:ln w="2540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 fontAlgn="base">
          <a:spcBef>
            <a:spcPct val="50000"/>
          </a:spcBef>
          <a:spcAft>
            <a:spcPct val="0"/>
          </a:spcAft>
          <a:buClr>
            <a:schemeClr val="tx1"/>
          </a:buClr>
          <a:buSzPct val="100000"/>
          <a:defRPr sz="1800" kern="0" dirty="0" err="1" smtClean="0">
            <a:latin typeface="72 Brand" panose="020B0504030603020204" pitchFamily="34" charset="0"/>
            <a:ea typeface="72 Brand" pitchFamily="34" charset="-128"/>
            <a:cs typeface="72 Brand" pitchFamily="34" charset="-128"/>
          </a:defRPr>
        </a:defPPr>
      </a:lstStyle>
    </a:txDef>
  </a:objectDefaults>
  <a:extraClrSchemeLst/>
  <a:custClrLst>
    <a:custClr name="Blue 2">
      <a:srgbClr val="D1EFFF"/>
    </a:custClr>
    <a:custClr name="Blue 4">
      <a:srgbClr val="89D1FF"/>
    </a:custClr>
    <a:custClr name="Blue 6">
      <a:srgbClr val="1B90FF"/>
    </a:custClr>
    <a:custClr name="Blue 7">
      <a:srgbClr val="0070F2"/>
    </a:custClr>
    <a:custClr name="Blue 10">
      <a:srgbClr val="002A86"/>
    </a:custClr>
    <a:custClr name="Blue 11">
      <a:srgbClr val="00144A"/>
    </a:custClr>
    <a:custClr name="Mango 2">
      <a:srgbClr val="FFF3B8"/>
    </a:custClr>
    <a:custClr name="Mango 4">
      <a:srgbClr val="FFC933"/>
    </a:custClr>
    <a:custClr name="Mango 6">
      <a:srgbClr val="E76500"/>
    </a:custClr>
    <a:custClr name="Mango 7">
      <a:srgbClr val="C35500"/>
    </a:custClr>
    <a:custClr name="Mango 10">
      <a:srgbClr val="6D1900"/>
    </a:custClr>
    <a:custClr name="Mango 11">
      <a:srgbClr val="450B00"/>
    </a:custClr>
    <a:custClr name="Teal 2">
      <a:srgbClr val="C2FCEE"/>
    </a:custClr>
    <a:custClr name="Teal 4">
      <a:srgbClr val="2CE0BF"/>
    </a:custClr>
    <a:custClr name="Teal 6">
      <a:srgbClr val="049F9A"/>
    </a:custClr>
    <a:custClr name="Teal 7">
      <a:srgbClr val="07838F"/>
    </a:custClr>
    <a:custClr name="Teal 10">
      <a:srgbClr val="02414C"/>
    </a:custClr>
    <a:custClr name="Teal 11">
      <a:srgbClr val="012931"/>
    </a:custClr>
    <a:custClr name="Green 2">
      <a:srgbClr val="EBF5CB"/>
    </a:custClr>
    <a:custClr name="Green 4">
      <a:srgbClr val="97DD40"/>
    </a:custClr>
    <a:custClr name="Green 6">
      <a:srgbClr val="36A41D"/>
    </a:custClr>
    <a:custClr name="Green 7">
      <a:srgbClr val="188918"/>
    </a:custClr>
    <a:custClr name="Green 10">
      <a:srgbClr val="164323"/>
    </a:custClr>
    <a:custClr name="Green 11">
      <a:srgbClr val="0E2B16"/>
    </a:custClr>
    <a:custClr name="Red 2">
      <a:srgbClr val="FFD5EA"/>
    </a:custClr>
    <a:custClr name="Red 4">
      <a:srgbClr val="FF8CB2"/>
    </a:custClr>
    <a:custClr name="Red 6">
      <a:srgbClr val="EE3939"/>
    </a:custClr>
    <a:custClr name="Red 7">
      <a:srgbClr val="D20A0A"/>
    </a:custClr>
    <a:custClr name="Red 10">
      <a:srgbClr val="5A0404"/>
    </a:custClr>
    <a:custClr name="Red 11">
      <a:srgbClr val="350000"/>
    </a:custClr>
    <a:custClr name="Raspberry 2">
      <a:srgbClr val="FFDCE8"/>
    </a:custClr>
    <a:custClr name="Raspberry 4">
      <a:srgbClr val="FEADC8"/>
    </a:custClr>
    <a:custClr name="Raspberry 6">
      <a:srgbClr val="FA4F96"/>
    </a:custClr>
    <a:custClr name="Raspberry 7">
      <a:srgbClr val="DF1278"/>
    </a:custClr>
    <a:custClr name="Raspberry 10">
      <a:srgbClr val="71014B"/>
    </a:custClr>
    <a:custClr name="Raspberry 11">
      <a:srgbClr val="510136"/>
    </a:custClr>
    <a:custClr name="Pink 2">
      <a:srgbClr val="FFDCF3"/>
    </a:custClr>
    <a:custClr name="Pink 4">
      <a:srgbClr val="FF8AF0"/>
    </a:custClr>
    <a:custClr name="Pink 6">
      <a:srgbClr val="F31DED"/>
    </a:custClr>
    <a:custClr name="Pink 7">
      <a:srgbClr val="CC00DC"/>
    </a:custClr>
    <a:custClr name="Pink 10">
      <a:srgbClr val="510080"/>
    </a:custClr>
    <a:custClr name="Pink 11">
      <a:srgbClr val="28004A"/>
    </a:custClr>
    <a:custClr name="Indigo 2">
      <a:srgbClr val="E2D8FF"/>
    </a:custClr>
    <a:custClr name="Indigo 4">
      <a:srgbClr val="B894FF"/>
    </a:custClr>
    <a:custClr name="Indigo 6">
      <a:srgbClr val="7858FF"/>
    </a:custClr>
    <a:custClr name="Indigo 7">
      <a:srgbClr val="5D36FF"/>
    </a:custClr>
    <a:custClr name="Indigo 10">
      <a:srgbClr val="1C0C6E"/>
    </a:custClr>
    <a:custClr name="Indigo 11">
      <a:srgbClr val="0E0637"/>
    </a:custClr>
  </a:custClrLst>
  <a:extLst>
    <a:ext uri="{05A4C25C-085E-4340-85A3-A5531E510DB2}">
      <thm15:themeFamily xmlns:thm15="http://schemas.microsoft.com/office/thememl/2012/main" name="Presentation12" id="{736938E0-E1AB-4042-A4CE-0194C800FE63}" vid="{C7D37D48-4203-544F-91AD-A2B4062096A2}"/>
    </a:ext>
  </a:extLst>
</a:theme>
</file>

<file path=ppt/theme/theme4.xml><?xml version="1.0" encoding="utf-8"?>
<a:theme xmlns:a="http://schemas.openxmlformats.org/drawingml/2006/main" name="SAP Template 2025">
  <a:themeElements>
    <a:clrScheme name="SAP Colors 2023">
      <a:dk1>
        <a:srgbClr val="000000"/>
      </a:dk1>
      <a:lt1>
        <a:srgbClr val="FFFFFF"/>
      </a:lt1>
      <a:dk2>
        <a:srgbClr val="1B90FF"/>
      </a:dk2>
      <a:lt2>
        <a:srgbClr val="89D1FF"/>
      </a:lt2>
      <a:accent1>
        <a:srgbClr val="E76500"/>
      </a:accent1>
      <a:accent2>
        <a:srgbClr val="049F9A"/>
      </a:accent2>
      <a:accent3>
        <a:srgbClr val="36A41D"/>
      </a:accent3>
      <a:accent4>
        <a:srgbClr val="FA4F96"/>
      </a:accent4>
      <a:accent5>
        <a:srgbClr val="F31DED"/>
      </a:accent5>
      <a:accent6>
        <a:srgbClr val="7858FF"/>
      </a:accent6>
      <a:hlink>
        <a:srgbClr val="0070F2"/>
      </a:hlink>
      <a:folHlink>
        <a:srgbClr val="0070F2"/>
      </a:folHlink>
    </a:clrScheme>
    <a:fontScheme name="SAP 2023">
      <a:majorFont>
        <a:latin typeface="72 Brand Medium"/>
        <a:ea typeface=""/>
        <a:cs typeface=""/>
      </a:majorFont>
      <a:minorFont>
        <a:latin typeface="72 Brand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noFill/>
        <a:ln w="25400" algn="ctr">
          <a:solidFill>
            <a:schemeClr val="tx1"/>
          </a:solidFill>
          <a:miter lim="800000"/>
          <a:headEnd/>
          <a:tailEnd/>
        </a:ln>
      </a:spPr>
      <a:bodyPr lIns="90000" tIns="72000" rIns="90000" bIns="72000" rtlCol="0" anchor="ctr"/>
      <a:lstStyle>
        <a:defPPr marR="0" algn="ctr" defTabSz="91440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tabLst/>
          <a:defRPr kumimoji="0" sz="1800" b="0" i="0" u="none" strike="noStrike" kern="0" cap="none" spc="0" normalizeH="0" baseline="0" noProof="0" dirty="0" smtClean="0">
            <a:ln>
              <a:noFill/>
            </a:ln>
            <a:effectLst/>
            <a:uLnTx/>
            <a:uFillTx/>
            <a:latin typeface="+mn-lt"/>
            <a:ea typeface="72 Brand" pitchFamily="34" charset="-128"/>
            <a:cs typeface="72 Brand" pitchFamily="34" charset="-128"/>
          </a:defRPr>
        </a:defPPr>
      </a:lstStyle>
    </a:spDef>
    <a:lnDef>
      <a:spPr>
        <a:ln w="2540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 fontAlgn="base">
          <a:spcBef>
            <a:spcPct val="50000"/>
          </a:spcBef>
          <a:spcAft>
            <a:spcPct val="0"/>
          </a:spcAft>
          <a:buClr>
            <a:schemeClr val="tx1"/>
          </a:buClr>
          <a:buSzPct val="100000"/>
          <a:defRPr sz="1800" kern="0" dirty="0" err="1" smtClean="0">
            <a:latin typeface="72 Brand" panose="020B0504030603020204" pitchFamily="34" charset="0"/>
            <a:ea typeface="72 Brand" pitchFamily="34" charset="-128"/>
            <a:cs typeface="72 Brand" pitchFamily="34" charset="-128"/>
          </a:defRPr>
        </a:defPPr>
      </a:lstStyle>
    </a:txDef>
  </a:objectDefaults>
  <a:extraClrSchemeLst/>
  <a:custClrLst>
    <a:custClr name="Blue 2">
      <a:srgbClr val="D1EFFF"/>
    </a:custClr>
    <a:custClr name="Blue 4">
      <a:srgbClr val="89D1FF"/>
    </a:custClr>
    <a:custClr name="Blue 6">
      <a:srgbClr val="1B90FF"/>
    </a:custClr>
    <a:custClr name="Blue 7">
      <a:srgbClr val="0070F2"/>
    </a:custClr>
    <a:custClr name="Blue 10">
      <a:srgbClr val="002A86"/>
    </a:custClr>
    <a:custClr name="Blue 11">
      <a:srgbClr val="00144A"/>
    </a:custClr>
    <a:custClr name="Mango 2">
      <a:srgbClr val="FFF3B8"/>
    </a:custClr>
    <a:custClr name="Mango 4">
      <a:srgbClr val="FFC933"/>
    </a:custClr>
    <a:custClr name="Mango 6">
      <a:srgbClr val="E76500"/>
    </a:custClr>
    <a:custClr name="Mango 7">
      <a:srgbClr val="C35500"/>
    </a:custClr>
    <a:custClr name="Mango 10">
      <a:srgbClr val="6D1900"/>
    </a:custClr>
    <a:custClr name="Mango 11">
      <a:srgbClr val="450B00"/>
    </a:custClr>
    <a:custClr name="Teal 2">
      <a:srgbClr val="C2FCEE"/>
    </a:custClr>
    <a:custClr name="Teal 4">
      <a:srgbClr val="2CE0BF"/>
    </a:custClr>
    <a:custClr name="Teal 6">
      <a:srgbClr val="049F9A"/>
    </a:custClr>
    <a:custClr name="Teal 7">
      <a:srgbClr val="07838F"/>
    </a:custClr>
    <a:custClr name="Teal 10">
      <a:srgbClr val="02414C"/>
    </a:custClr>
    <a:custClr name="Teal 11">
      <a:srgbClr val="012931"/>
    </a:custClr>
    <a:custClr name="Green 2">
      <a:srgbClr val="EBF5CB"/>
    </a:custClr>
    <a:custClr name="Green 4">
      <a:srgbClr val="97DD40"/>
    </a:custClr>
    <a:custClr name="Green 6">
      <a:srgbClr val="36A41D"/>
    </a:custClr>
    <a:custClr name="Green 7">
      <a:srgbClr val="188918"/>
    </a:custClr>
    <a:custClr name="Green 10">
      <a:srgbClr val="164323"/>
    </a:custClr>
    <a:custClr name="Green 11">
      <a:srgbClr val="0E2B16"/>
    </a:custClr>
    <a:custClr name="Red 2">
      <a:srgbClr val="FFD5EA"/>
    </a:custClr>
    <a:custClr name="Red 4">
      <a:srgbClr val="FF8CB2"/>
    </a:custClr>
    <a:custClr name="Red 6">
      <a:srgbClr val="EE3939"/>
    </a:custClr>
    <a:custClr name="Red 7">
      <a:srgbClr val="D20A0A"/>
    </a:custClr>
    <a:custClr name="Red 10">
      <a:srgbClr val="5A0404"/>
    </a:custClr>
    <a:custClr name="Red 11">
      <a:srgbClr val="350000"/>
    </a:custClr>
    <a:custClr name="Raspberry 2">
      <a:srgbClr val="FFDCE8"/>
    </a:custClr>
    <a:custClr name="Raspberry 4">
      <a:srgbClr val="FEADC8"/>
    </a:custClr>
    <a:custClr name="Raspberry 6">
      <a:srgbClr val="FA4F96"/>
    </a:custClr>
    <a:custClr name="Raspberry 7">
      <a:srgbClr val="DF1278"/>
    </a:custClr>
    <a:custClr name="Raspberry 10">
      <a:srgbClr val="71014B"/>
    </a:custClr>
    <a:custClr name="Raspberry 11">
      <a:srgbClr val="510136"/>
    </a:custClr>
    <a:custClr name="Pink 2">
      <a:srgbClr val="FFDCF3"/>
    </a:custClr>
    <a:custClr name="Pink 4">
      <a:srgbClr val="FF8AF0"/>
    </a:custClr>
    <a:custClr name="Pink 6">
      <a:srgbClr val="F31DED"/>
    </a:custClr>
    <a:custClr name="Pink 7">
      <a:srgbClr val="CC00DC"/>
    </a:custClr>
    <a:custClr name="Pink 10">
      <a:srgbClr val="510080"/>
    </a:custClr>
    <a:custClr name="Pink 11">
      <a:srgbClr val="28004A"/>
    </a:custClr>
    <a:custClr name="Indigo 2">
      <a:srgbClr val="E2D8FF"/>
    </a:custClr>
    <a:custClr name="Indigo 4">
      <a:srgbClr val="B894FF"/>
    </a:custClr>
    <a:custClr name="Indigo 6">
      <a:srgbClr val="7858FF"/>
    </a:custClr>
    <a:custClr name="Indigo 7">
      <a:srgbClr val="5D36FF"/>
    </a:custClr>
    <a:custClr name="Indigo 10">
      <a:srgbClr val="1C0C6E"/>
    </a:custClr>
    <a:custClr name="Indigo 11">
      <a:srgbClr val="0E0637"/>
    </a:custClr>
  </a:custClrLst>
  <a:extLst>
    <a:ext uri="{05A4C25C-085E-4340-85A3-A5531E510DB2}">
      <thm15:themeFamily xmlns:thm15="http://schemas.microsoft.com/office/thememl/2012/main" name="SAP_2025" id="{703CD6C6-8CB5-1A4C-94F1-E3A000C852EB}" vid="{508FC5FB-B94B-CE47-98E2-37904E72722B}"/>
    </a:ext>
  </a:extLst>
</a:theme>
</file>

<file path=ppt/theme/theme5.xml><?xml version="1.0" encoding="utf-8"?>
<a:theme xmlns:a="http://schemas.openxmlformats.org/drawingml/2006/main" name="1_SAP Template 2025">
  <a:themeElements>
    <a:clrScheme name="SAP Colors 2023">
      <a:dk1>
        <a:srgbClr val="000000"/>
      </a:dk1>
      <a:lt1>
        <a:srgbClr val="FFFFFF"/>
      </a:lt1>
      <a:dk2>
        <a:srgbClr val="1B90FF"/>
      </a:dk2>
      <a:lt2>
        <a:srgbClr val="89D1FF"/>
      </a:lt2>
      <a:accent1>
        <a:srgbClr val="E76500"/>
      </a:accent1>
      <a:accent2>
        <a:srgbClr val="049F9A"/>
      </a:accent2>
      <a:accent3>
        <a:srgbClr val="36A41D"/>
      </a:accent3>
      <a:accent4>
        <a:srgbClr val="FA4F96"/>
      </a:accent4>
      <a:accent5>
        <a:srgbClr val="F31DED"/>
      </a:accent5>
      <a:accent6>
        <a:srgbClr val="7858FF"/>
      </a:accent6>
      <a:hlink>
        <a:srgbClr val="0070F2"/>
      </a:hlink>
      <a:folHlink>
        <a:srgbClr val="0070F2"/>
      </a:folHlink>
    </a:clrScheme>
    <a:fontScheme name="SAP 2023">
      <a:majorFont>
        <a:latin typeface="72 Brand Medium"/>
        <a:ea typeface=""/>
        <a:cs typeface=""/>
      </a:majorFont>
      <a:minorFont>
        <a:latin typeface="72 Brand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noFill/>
        <a:ln w="25400" algn="ctr">
          <a:solidFill>
            <a:schemeClr val="tx1"/>
          </a:solidFill>
          <a:miter lim="800000"/>
          <a:headEnd/>
          <a:tailEnd/>
        </a:ln>
      </a:spPr>
      <a:bodyPr lIns="90000" tIns="72000" rIns="90000" bIns="72000" rtlCol="0" anchor="ctr"/>
      <a:lstStyle>
        <a:defPPr marR="0" algn="ctr" defTabSz="91440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tabLst/>
          <a:defRPr kumimoji="0" sz="1800" b="0" i="0" u="none" strike="noStrike" kern="0" cap="none" spc="0" normalizeH="0" baseline="0" noProof="0" dirty="0" smtClean="0">
            <a:ln>
              <a:noFill/>
            </a:ln>
            <a:effectLst/>
            <a:uLnTx/>
            <a:uFillTx/>
            <a:latin typeface="+mn-lt"/>
            <a:ea typeface="72 Brand" pitchFamily="34" charset="-128"/>
            <a:cs typeface="72 Brand" pitchFamily="34" charset="-128"/>
          </a:defRPr>
        </a:defPPr>
      </a:lstStyle>
    </a:spDef>
    <a:lnDef>
      <a:spPr>
        <a:ln w="2540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 fontAlgn="base">
          <a:spcBef>
            <a:spcPct val="50000"/>
          </a:spcBef>
          <a:spcAft>
            <a:spcPct val="0"/>
          </a:spcAft>
          <a:buClr>
            <a:schemeClr val="tx1"/>
          </a:buClr>
          <a:buSzPct val="100000"/>
          <a:defRPr sz="1800" kern="0" dirty="0" err="1" smtClean="0">
            <a:latin typeface="72 Brand" panose="020B0504030603020204" pitchFamily="34" charset="0"/>
            <a:ea typeface="72 Brand" pitchFamily="34" charset="-128"/>
            <a:cs typeface="72 Brand" pitchFamily="34" charset="-128"/>
          </a:defRPr>
        </a:defPPr>
      </a:lstStyle>
    </a:txDef>
  </a:objectDefaults>
  <a:extraClrSchemeLst/>
  <a:custClrLst>
    <a:custClr name="Blue 2">
      <a:srgbClr val="D1EFFF"/>
    </a:custClr>
    <a:custClr name="Blue 4">
      <a:srgbClr val="89D1FF"/>
    </a:custClr>
    <a:custClr name="Blue 6">
      <a:srgbClr val="1B90FF"/>
    </a:custClr>
    <a:custClr name="Blue 7">
      <a:srgbClr val="0070F2"/>
    </a:custClr>
    <a:custClr name="Blue 10">
      <a:srgbClr val="002A86"/>
    </a:custClr>
    <a:custClr name="Blue 11">
      <a:srgbClr val="00144A"/>
    </a:custClr>
    <a:custClr name="Mango 2">
      <a:srgbClr val="FFF3B8"/>
    </a:custClr>
    <a:custClr name="Mango 4">
      <a:srgbClr val="FFC933"/>
    </a:custClr>
    <a:custClr name="Mango 6">
      <a:srgbClr val="E76500"/>
    </a:custClr>
    <a:custClr name="Mango 7">
      <a:srgbClr val="C35500"/>
    </a:custClr>
    <a:custClr name="Mango 10">
      <a:srgbClr val="6D1900"/>
    </a:custClr>
    <a:custClr name="Mango 11">
      <a:srgbClr val="450B00"/>
    </a:custClr>
    <a:custClr name="Teal 2">
      <a:srgbClr val="C2FCEE"/>
    </a:custClr>
    <a:custClr name="Teal 4">
      <a:srgbClr val="2CE0BF"/>
    </a:custClr>
    <a:custClr name="Teal 6">
      <a:srgbClr val="049F9A"/>
    </a:custClr>
    <a:custClr name="Teal 7">
      <a:srgbClr val="07838F"/>
    </a:custClr>
    <a:custClr name="Teal 10">
      <a:srgbClr val="02414C"/>
    </a:custClr>
    <a:custClr name="Teal 11">
      <a:srgbClr val="012931"/>
    </a:custClr>
    <a:custClr name="Green 2">
      <a:srgbClr val="EBF5CB"/>
    </a:custClr>
    <a:custClr name="Green 4">
      <a:srgbClr val="97DD40"/>
    </a:custClr>
    <a:custClr name="Green 6">
      <a:srgbClr val="36A41D"/>
    </a:custClr>
    <a:custClr name="Green 7">
      <a:srgbClr val="188918"/>
    </a:custClr>
    <a:custClr name="Green 10">
      <a:srgbClr val="164323"/>
    </a:custClr>
    <a:custClr name="Green 11">
      <a:srgbClr val="0E2B16"/>
    </a:custClr>
    <a:custClr name="Red 2">
      <a:srgbClr val="FFD5EA"/>
    </a:custClr>
    <a:custClr name="Red 4">
      <a:srgbClr val="FF8CB2"/>
    </a:custClr>
    <a:custClr name="Red 6">
      <a:srgbClr val="EE3939"/>
    </a:custClr>
    <a:custClr name="Red 7">
      <a:srgbClr val="D20A0A"/>
    </a:custClr>
    <a:custClr name="Red 10">
      <a:srgbClr val="5A0404"/>
    </a:custClr>
    <a:custClr name="Red 11">
      <a:srgbClr val="350000"/>
    </a:custClr>
    <a:custClr name="Raspberry 2">
      <a:srgbClr val="FFDCE8"/>
    </a:custClr>
    <a:custClr name="Raspberry 4">
      <a:srgbClr val="FEADC8"/>
    </a:custClr>
    <a:custClr name="Raspberry 6">
      <a:srgbClr val="FA4F96"/>
    </a:custClr>
    <a:custClr name="Raspberry 7">
      <a:srgbClr val="DF1278"/>
    </a:custClr>
    <a:custClr name="Raspberry 10">
      <a:srgbClr val="71014B"/>
    </a:custClr>
    <a:custClr name="Raspberry 11">
      <a:srgbClr val="510136"/>
    </a:custClr>
    <a:custClr name="Pink 2">
      <a:srgbClr val="FFDCF3"/>
    </a:custClr>
    <a:custClr name="Pink 4">
      <a:srgbClr val="FF8AF0"/>
    </a:custClr>
    <a:custClr name="Pink 6">
      <a:srgbClr val="F31DED"/>
    </a:custClr>
    <a:custClr name="Pink 7">
      <a:srgbClr val="CC00DC"/>
    </a:custClr>
    <a:custClr name="Pink 10">
      <a:srgbClr val="510080"/>
    </a:custClr>
    <a:custClr name="Pink 11">
      <a:srgbClr val="28004A"/>
    </a:custClr>
    <a:custClr name="Indigo 2">
      <a:srgbClr val="E2D8FF"/>
    </a:custClr>
    <a:custClr name="Indigo 4">
      <a:srgbClr val="B894FF"/>
    </a:custClr>
    <a:custClr name="Indigo 6">
      <a:srgbClr val="7858FF"/>
    </a:custClr>
    <a:custClr name="Indigo 7">
      <a:srgbClr val="5D36FF"/>
    </a:custClr>
    <a:custClr name="Indigo 10">
      <a:srgbClr val="1C0C6E"/>
    </a:custClr>
    <a:custClr name="Indigo 11">
      <a:srgbClr val="0E0637"/>
    </a:custClr>
  </a:custClrLst>
  <a:extLst>
    <a:ext uri="{05A4C25C-085E-4340-85A3-A5531E510DB2}">
      <thm15:themeFamily xmlns:thm15="http://schemas.microsoft.com/office/thememl/2012/main" name="SAP_2025" id="{703CD6C6-8CB5-1A4C-94F1-E3A000C852EB}" vid="{508FC5FB-B94B-CE47-98E2-37904E72722B}"/>
    </a:ext>
  </a:extLst>
</a:theme>
</file>

<file path=ppt/theme/theme6.xml><?xml version="1.0" encoding="utf-8"?>
<a:theme xmlns:a="http://schemas.openxmlformats.org/drawingml/2006/main" name="Office Theme">
  <a:themeElements>
    <a:clrScheme name="SAP_Colors2011_1.1">
      <a:dk1>
        <a:srgbClr val="000000"/>
      </a:dk1>
      <a:lt1>
        <a:srgbClr val="FFFFFF"/>
      </a:lt1>
      <a:dk2>
        <a:srgbClr val="0076CB"/>
      </a:dk2>
      <a:lt2>
        <a:srgbClr val="CCCCCC"/>
      </a:lt2>
      <a:accent1>
        <a:srgbClr val="F0AB00"/>
      </a:accent1>
      <a:accent2>
        <a:srgbClr val="666666"/>
      </a:accent2>
      <a:accent3>
        <a:srgbClr val="0076CB"/>
      </a:accent3>
      <a:accent4>
        <a:srgbClr val="4FB81C"/>
      </a:accent4>
      <a:accent5>
        <a:srgbClr val="E35500"/>
      </a:accent5>
      <a:accent6>
        <a:srgbClr val="760A85"/>
      </a:accent6>
      <a:hlink>
        <a:srgbClr val="666666"/>
      </a:hlink>
      <a:folHlink>
        <a:srgbClr val="CCCCCC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Blue 2">
      <a:srgbClr val="D1EFFF"/>
    </a:custClr>
  </a:custClrLst>
</a:theme>
</file>

<file path=ppt/theme/theme7.xml><?xml version="1.0" encoding="utf-8"?>
<a:theme xmlns:a="http://schemas.openxmlformats.org/drawingml/2006/main" name="Office Theme">
  <a:themeElements>
    <a:clrScheme name="SAP_Colors2011">
      <a:dk1>
        <a:srgbClr val="000000"/>
      </a:dk1>
      <a:lt1>
        <a:srgbClr val="FFFFFF"/>
      </a:lt1>
      <a:dk2>
        <a:srgbClr val="00AFE3"/>
      </a:dk2>
      <a:lt2>
        <a:srgbClr val="CCCCCC"/>
      </a:lt2>
      <a:accent1>
        <a:srgbClr val="FDB913"/>
      </a:accent1>
      <a:accent2>
        <a:srgbClr val="626366"/>
      </a:accent2>
      <a:accent3>
        <a:srgbClr val="0082C9"/>
      </a:accent3>
      <a:accent4>
        <a:srgbClr val="4BBE44"/>
      </a:accent4>
      <a:accent5>
        <a:srgbClr val="B1D249"/>
      </a:accent5>
      <a:accent6>
        <a:srgbClr val="80298F"/>
      </a:accent6>
      <a:hlink>
        <a:srgbClr val="04357B"/>
      </a:hlink>
      <a:folHlink>
        <a:srgbClr val="999999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Blue 2">
      <a:srgbClr val="D1EFFF"/>
    </a:custClr>
  </a:custClr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D0FCFAFA-D3D3-1441-8101-DA629D03A5D9}">
  <we:reference id="b0692d11-e342-a550-cfba-e8c57e47b8f1" version="1.0.0.8" store="EXCatalog" storeType="EXCatalog"/>
  <we:alternateReferences/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E65AE667-A5F5-0F47-8627-5174A8B7EA47}">
  <we:reference id="b8d7a30b-109c-4c41-a1df-a6cb639730b5" version="2.0.0.5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4DF7727660B74FA6249CB1E0D763CB" ma:contentTypeVersion="8" ma:contentTypeDescription="Create a new document." ma:contentTypeScope="" ma:versionID="f6cd3977fd75ebc15737b6db5ad054f4">
  <xsd:schema xmlns:xsd="http://www.w3.org/2001/XMLSchema" xmlns:xs="http://www.w3.org/2001/XMLSchema" xmlns:p="http://schemas.microsoft.com/office/2006/metadata/properties" xmlns:ns2="c20c8b44-1a45-46fc-83e3-7501be043b48" targetNamespace="http://schemas.microsoft.com/office/2006/metadata/properties" ma:root="true" ma:fieldsID="998b41a3a0eb657906fc3814b5cde09b" ns2:_="">
    <xsd:import namespace="c20c8b44-1a45-46fc-83e3-7501be043b4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20c8b44-1a45-46fc-83e3-7501be043b4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TemplafyTemplateConfiguration><![CDATA[{"elementsMetadata":[{"type":"shape","id":"e05b9042-0e45-4cdf-a177-91a0befc3ce7","elementConfiguration":{"binding":"{{ DataSources.Classification[Form.Classification.Name].Display}}","type":"text","disableUpdates":false}},{"type":"shape","id":"027292da-81b2-4ddf-95f0-efb45ec541b6","elementConfiguration":{"inheritDimensions":"{{InheritDimensions.InheritNone}}","width":"","height":"1 cm","image":"{{Form.SAPLogo.SubbrandBlue}}","visibility":"","type":"image","disableUpdates":false}},{"type":"shape","id":"8ae77b9d-9796-46e2-8a7f-59bd7004b6fa","elementConfiguration":{"binding":"{{Form.Classification.Display}}","visibility":"","type":"text","disableUpdates":false}},{"type":"shape","id":"48c001c3-7b81-470d-8365-e72978b171b0","elementConfiguration":{"binding":"{{Form.Classification.Display}}","visibility":"","type":"text","disableUpdates":false}},{"type":"shape","id":"4f2d2bed-508b-4ab9-a586-095abcf8f25c","elementConfiguration":{"inheritDimensions":"{{InheritDimensions.InheritNone}}","width":"","height":"1 cm","image":"{{Form.SAPLogo.SubbrandBlack}}","visibility":"","type":"image","disableUpdates":false}},{"type":"shape","id":"b6283d4d-fd41-4f6f-82ba-43eeaadae4a0","elementConfiguration":{"inheritDimensions":"{{InheritDimensions.InheritNone}}","width":"","height":"1 cm","image":"{{Form.SAPLogo.SubbrandWhite}}","visibility":"","type":"image","disableUpdates":false}},{"type":"shape","id":"0a0fd469-d7b1-471c-964f-0d62664a9222","elementConfiguration":{"binding":"{{Form.Classification.Display}}","visibility":"","type":"text","disableUpdates":false}},{"type":"shape","id":"cc4b7fa6-778f-4833-8456-b2959f62c8b4","elementConfiguration":{"inheritDimensions":"{{InheritDimensions.InheritNone}}","width":"","height":"1 cm","image":"{{Form.SAPLogo.SubbrandBlue}}","visibility":"","type":"image","disableUpdates":false}},{"type":"shape","id":"7d0313a9-572b-4b1a-be2e-2387ea1b4290","elementConfiguration":{"binding":"{{Form.Classification.Display}}","visibility":"","type":"text","disableUpdates":false}},{"type":"shape","id":"8b55870c-384d-411d-a4a3-93918e5e90a6","elementConfiguration":{"inheritDimensions":"{{InheritDimensions.InheritNone}}","width":"","height":"1 cm","image":"{{Form.SAPLogo.SubbrandBlue}}","visibility":"","type":"image","disableUpdates":false}},{"type":"shape","id":"66d6c1c6-6d4a-46ba-a3b7-a16559825194","elementConfiguration":{"binding":"{{Form.Classification.Display}}","visibility":"","type":"text","disableUpdates":false}},{"type":"shape","id":"20735d1b-d3fe-4573-99ef-2a6dcfd8f4b4","elementConfiguration":{"inheritDimensions":"{{InheritDimensions.InheritNone}}","width":"","height":"1 cm","image":"{{Form.SAPLogo.SubbrandBlue}}","visibility":"","type":"image","disableUpdates":false}},{"type":"shape","id":"93fa5ac1-a31b-4a95-b79d-e6c592d1d34b","elementConfiguration":{"binding":"{{Form.Classification.Display}}","visibility":"","type":"text","disableUpdates":false}},{"type":"shape","id":"d52edecf-0a63-4d75-bb74-4a557f7da4ff","elementConfiguration":{"inheritDimensions":"{{InheritDimensions.InheritNone}}","width":"","height":"1 cm","image":"{{Form.SAPLogo.SubbrandWhite}}","visibility":"","type":"image","disableUpdates":false}},{"type":"shape","id":"b7009417-11c8-4a1b-b36b-27f06b5d7280","elementConfiguration":{"binding":"{{Form.Classification.Display}}","visibility":"","type":"text","disableUpdates":false}},{"type":"shape","id":"aaba257b-f786-4533-a1e6-6425df7871fe","elementConfiguration":{"binding":"{{DataSources.PPTCopyRight[\"Slide 5 copyright\"].CopyrightMessage}}","visibility":"","type":"text","disableUpdates":false}},{"type":"shape","id":"90423db4-1288-4e85-b39b-6a248287454f","elementConfiguration":{"inheritDimensions":"{{InheritDimensions.InheritNone}}","width":"","height":"1 cm","image":"{{Form.SAPLogo.SubbrandBlack}}","visibility":"","type":"image","disableUpdates":false}},{"type":"shape","id":"75ebf09f-5e76-4149-aa2a-2bec4d9b8bf8","elementConfiguration":{"binding":"{{Form.Classification.Display}}","visibility":"","type":"text","disableUpdates":false}},{"type":"shape","id":"40da3c9f-4850-4427-a5ba-272827ff0842","elementConfiguration":{"inheritDimensions":"{{InheritDimensions.InheritNone}}","width":"","height":"1 cm","image":"{{Form.SAPLogo.SubbrandWhite}}","visibility":"","type":"image","disableUpdates":false}},{"type":"shape","id":"c46f0580-691a-4125-9f84-7dd37cac5f86","elementConfiguration":{"binding":"{{Form.Classification.Display}}","visibility":"","type":"text","disableUpdates":false}},{"type":"shape","id":"bb2106dc-07e4-4462-be96-d3555cd6537c","elementConfiguration":{"inheritDimensions":"{{InheritDimensions.InheritNone}}","width":"","height":"1 cm","image":"{{Form.SAPLogo.SubbrandBlack}}","visibility":"","type":"image","disableUpdates":false}},{"type":"shape","id":"cc279341-5c69-402e-805a-5145e59dc73d","elementConfiguration":{"binding":"{{Form.Classification.Display}}","visibility":"","type":"text","disableUpdates":false}},{"type":"shape","id":"88ccaa5d-1dee-4448-8279-ebece6f8cb4a","elementConfiguration":{"inheritDimensions":"{{InheritDimensions.InheritNone}}","width":"","height":"1 cm","image":"{{Form.SAPLogo.SubbrandWhite}}","visibility":"","type":"image","disableUpdates":false}},{"type":"shape","id":"4d8ae1c3-ef33-4ad5-a402-2c402c040e62","elementConfiguration":{"binding":"{{Form.Classification.Display}}","visibility":"","type":"text","disableUpdates":false}},{"type":"shape","id":"3997724c-f726-461c-a934-ed0eea3e805e","elementConfiguration":{"inheritDimensions":"{{InheritDimensions.InheritNone}}","width":"","height":"1 cm","image":"{{Form.SAPLogo.SubbrandWhite}}","visibility":"","type":"image","disableUpdates":false}},{"type":"shape","id":"4b22af69-eaf6-4cf4-9157-8a7105c9b9c9","elementConfiguration":{"binding":"{{Form.Classification.Display}}","visibility":"","type":"text","disableUpdates":false}},{"type":"shape","id":"c54e876c-006b-4847-8cdd-f98b2526a337","elementConfiguration":{"binding":"{{StringJoin(\", \", Form.SpeakerName,\"SAP\")}}","type":"text","disableUpdates":false}},{"type":"shape","id":"dee7f35a-1f9f-4c73-878e-a63b5347ac2c","elementConfiguration":{"binding":"{{FormatDateTime(Form.Date,\"MMMM dd, yyyy\",\"en-US\")}}","type":"text","disableUpdates":false}},{"type":"shape","id":"3dc3be16-37df-4776-8743-a9f368c8bed5","elementConfiguration":{"binding":"{{StringJoin(\", \", Form.SpeakerName,\"SAP\")}}","type":"text","disableUpdates":false}},{"type":"shape","id":"21fb78ab-a785-42e7-92aa-74ef42c4e84f","elementConfiguration":{"binding":"{{FormatDateTime(Form.Date,\"MMMM dd, yyyy\",\"en-US\")}}","type":"text","disableUpdates":false}},{"type":"shape","id":"afab39ff-cd68-4834-b56b-3ffee6c99f37","elementConfiguration":{"binding":"{{StringJoin(\", \", Form.SpeakerName,\"SAP\")}}","type":"text","disableUpdates":false}},{"type":"shape","id":"264d0438-469e-4b42-9e17-872a419fae44","elementConfiguration":{"binding":"{{FormatDateTime(Form.Date,\"MMMM dd, yyyy\",\"en-US\")}}","type":"text","disableUpdates":false}},{"type":"shape","id":"f03700eb-8ecd-4e26-9e7b-c03c99aecb89","elementConfiguration":{"binding":"{{StringJoin(\", \", Form.SpeakerName,\"SAP\")}}","type":"text","disableUpdates":false}},{"type":"shape","id":"f5171414-dffe-4d5e-93d8-f6e8e4730e45","elementConfiguration":{"binding":"{{FormatDateTime(Form.Date,\"MMMM dd, yyyy\",\"en-US\")}}","type":"text","disableUpdates":false}},{"type":"shape","id":"f7444a86-5454-4a9f-804a-5a824bcba241","elementConfiguration":{"binding":"{{StringJoin(\", \", Form.SpeakerName,\"SAP\")}}","type":"text","disableUpdates":false}},{"type":"shape","id":"9c3f47bd-a997-4d90-be2c-448f6ca2534e","elementConfiguration":{"binding":"{{FormatDateTime(Form.Date,\"MMMM dd, yyyy\",\"en-US\")}}","type":"text","disableUpdates":false}},{"type":"shape","id":"3d99cfc7-e8f0-452c-9704-c3316f5b8ee3","elementConfiguration":{"binding":"{{StringJoin(\", \", Form.SpeakerName,\"SAP\")}}","type":"text","disableUpdates":false}},{"type":"shape","id":"888ef014-0e2a-4cb3-9b56-50bfaacbc103","elementConfiguration":{"binding":"{{FormatDateTime(Form.Date,\"MMMM dd, yyyy\",\"en-US\")}}","type":"text","disableUpdates":false}},{"type":"shape","id":"494d52f3-d79c-4715-a0fc-eb5950212ea8","elementConfiguration":{"binding":"{{Form.SpeakerName}}","type":"text","disableUpdates":false}},{"type":"shape","id":"1fbbabf1-e2b3-40b4-b4d5-cfaa0208b6d5","elementConfiguration":{"binding":"{{Form.Email}}","type":"text","disableUpdates":false}}],"transformationConfigurations":[],"templateName":"SAP Template NEW","templateDescription":"","enableDocumentContentUpdater":true,"version":"2.0"}]]></TemplafyTemplateConfiguration>
</file>

<file path=customXml/item5.xml><?xml version="1.0" encoding="utf-8"?>
<TemplafyFormConfiguration><![CDATA[{"formFields":[{"distinct":false,"hideIfNoUserInteractionRequired":false,"required":true,"autoSelectFirstOption":false,"shareValue":false,"type":"dropDown","dataSourceName":"PPTSubBrandLogos2023","dataSourceFieldName":"Name","name":"SAPLogo","label":"Select Template"},{"distinct":false,"hideIfNoUserInteractionRequired":false,"required":true,"autoSelectFirstOption":false,"shareValue":false,"type":"dropDown","dataSourceName":"Classification","dataSourceFieldName":"Name","name":"Classification","label":"Select Classification"},{"required":false,"shareValue":false,"type":"datePicker","name":"Date","label":"D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placeholder":"","lines":1,"defaultValue":"{{UserProfile.Email}}","shareValue":false,"type":"textBox","name":"Email","label":"Email"}],"formDataEntries":[{"name":"SAPLogo","value":"pxB0tb4qiCEYCgGk2fAV86fXsKRk9ZMKiRC3VaLJ5C8="},{"name":"Classification","value":"OmrOP8d402txjl1Zr787gUA6bTWeMdaxGEF9U5BKD64="},{"name":"SpeakerName","value":"YnPwfaWtJd9yqRikMcavEg=="},{"name":"Email","value":"v35+JSpO6F5yjM5PrFdVwQ=="}]}]]></TemplafyFormConfiguration>
</file>

<file path=customXml/itemProps1.xml><?xml version="1.0" encoding="utf-8"?>
<ds:datastoreItem xmlns:ds="http://schemas.openxmlformats.org/officeDocument/2006/customXml" ds:itemID="{9F7B6289-FB41-4AFA-BF14-F835995B77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20c8b44-1a45-46fc-83e3-7501be043b4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1422F45-04DB-421D-8796-270006657806}">
  <ds:schemaRefs>
    <ds:schemaRef ds:uri="http://schemas.microsoft.com/office/2006/documentManagement/types"/>
    <ds:schemaRef ds:uri="http://purl.org/dc/dcmitype/"/>
    <ds:schemaRef ds:uri="c20c8b44-1a45-46fc-83e3-7501be043b48"/>
    <ds:schemaRef ds:uri="http://purl.org/dc/terms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91DCB28-1C52-4C0E-804A-6BD2D3F0FB8D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626BBCBB-1894-4E66-BA48-9E91CE3ACBA0}">
  <ds:schemaRefs/>
</ds:datastoreItem>
</file>

<file path=customXml/itemProps5.xml><?xml version="1.0" encoding="utf-8"?>
<ds:datastoreItem xmlns:ds="http://schemas.openxmlformats.org/officeDocument/2006/customXml" ds:itemID="{CC49FFC8-2FF3-4057-96F0-3BCD1A4F0351}">
  <ds:schemaRefs/>
</ds:datastoreItem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SAP_2024</Template>
  <TotalTime>1537</TotalTime>
  <Words>410</Words>
  <Application>Microsoft Office PowerPoint</Application>
  <PresentationFormat>Custom</PresentationFormat>
  <Paragraphs>283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6" baseType="lpstr">
      <vt:lpstr>Wingdings</vt:lpstr>
      <vt:lpstr>72 Brand Medium</vt:lpstr>
      <vt:lpstr>Courier New</vt:lpstr>
      <vt:lpstr>72 Brand</vt:lpstr>
      <vt:lpstr>Calibri</vt:lpstr>
      <vt:lpstr>Wingdings</vt:lpstr>
      <vt:lpstr>Arial</vt:lpstr>
      <vt:lpstr>Symbol</vt:lpstr>
      <vt:lpstr>SAP Template 2024</vt:lpstr>
      <vt:lpstr>1_SAP Template 2024</vt:lpstr>
      <vt:lpstr>2_SAP Template 2024</vt:lpstr>
      <vt:lpstr>SAP Template 2025</vt:lpstr>
      <vt:lpstr>1_SAP Template 2025</vt:lpstr>
      <vt:lpstr>think-cell Slide</vt:lpstr>
      <vt:lpstr>PowerPoint Presentation</vt:lpstr>
      <vt:lpstr>PowerPoint Presentation</vt:lpstr>
    </vt:vector>
  </TitlesOfParts>
  <Manager/>
  <Company>SAP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 BTP AI Services!</dc:title>
  <dc:subject/>
  <dc:creator>CIGAINA, MARCO</dc:creator>
  <cp:keywords>2024/16:9/white</cp:keywords>
  <dc:description/>
  <cp:lastModifiedBy>CIGAINA, MARCO</cp:lastModifiedBy>
  <cp:revision>7</cp:revision>
  <dcterms:created xsi:type="dcterms:W3CDTF">2024-09-06T08:42:13Z</dcterms:created>
  <dcterms:modified xsi:type="dcterms:W3CDTF">2026-04-13T12:10:40Z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3" name="_NewReviewCycle">
    <vt:lpwstr/>
  </property>
  <property fmtid="{D5CDD505-2E9C-101B-9397-08002B2CF9AE}" pid="6" name="ContentTypeId">
    <vt:lpwstr>0x010100D44DF7727660B74FA6249CB1E0D763CB</vt:lpwstr>
  </property>
  <property fmtid="{D5CDD505-2E9C-101B-9397-08002B2CF9AE}" pid="7" name="TemplafyTimeStamp">
    <vt:lpwstr>2024-02-12T09:36:51</vt:lpwstr>
  </property>
  <property fmtid="{D5CDD505-2E9C-101B-9397-08002B2CF9AE}" pid="8" name="TemplafyTenantId">
    <vt:lpwstr>sap</vt:lpwstr>
  </property>
  <property fmtid="{D5CDD505-2E9C-101B-9397-08002B2CF9AE}" pid="9" name="TemplafyTemplateId">
    <vt:lpwstr>743088030174412800</vt:lpwstr>
  </property>
  <property fmtid="{D5CDD505-2E9C-101B-9397-08002B2CF9AE}" pid="10" name="TemplafyUserProfileId">
    <vt:lpwstr>637653955260011855</vt:lpwstr>
  </property>
  <property fmtid="{D5CDD505-2E9C-101B-9397-08002B2CF9AE}" pid="11" name="TemplafyLanguageCode">
    <vt:lpwstr>en-US</vt:lpwstr>
  </property>
  <property fmtid="{D5CDD505-2E9C-101B-9397-08002B2CF9AE}" pid="12" name="TemplafyFromBlank">
    <vt:bool>false</vt:bool>
  </property>
  <property fmtid="{D5CDD505-2E9C-101B-9397-08002B2CF9AE}" pid="13" name="MediaServiceImageTags">
    <vt:lpwstr/>
  </property>
</Properties>
</file>